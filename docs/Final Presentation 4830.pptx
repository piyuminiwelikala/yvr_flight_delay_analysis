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notesMasterIdLst>
    <p:notesMasterId r:id="rId42"/>
  </p:notesMasterIdLst>
  <p:handoutMasterIdLst>
    <p:handoutMasterId r:id="rId43"/>
  </p:handoutMasterIdLst>
  <p:sldIdLst>
    <p:sldId id="279" r:id="rId2"/>
    <p:sldId id="292" r:id="rId3"/>
    <p:sldId id="287" r:id="rId4"/>
    <p:sldId id="283" r:id="rId5"/>
    <p:sldId id="289" r:id="rId6"/>
    <p:sldId id="297" r:id="rId7"/>
    <p:sldId id="296" r:id="rId8"/>
    <p:sldId id="301" r:id="rId9"/>
    <p:sldId id="293" r:id="rId10"/>
    <p:sldId id="333" r:id="rId11"/>
    <p:sldId id="295" r:id="rId12"/>
    <p:sldId id="300" r:id="rId13"/>
    <p:sldId id="299" r:id="rId14"/>
    <p:sldId id="303" r:id="rId15"/>
    <p:sldId id="328" r:id="rId16"/>
    <p:sldId id="325" r:id="rId17"/>
    <p:sldId id="304" r:id="rId18"/>
    <p:sldId id="305" r:id="rId19"/>
    <p:sldId id="307" r:id="rId20"/>
    <p:sldId id="306" r:id="rId21"/>
    <p:sldId id="309" r:id="rId22"/>
    <p:sldId id="321" r:id="rId23"/>
    <p:sldId id="320" r:id="rId24"/>
    <p:sldId id="326" r:id="rId25"/>
    <p:sldId id="311" r:id="rId26"/>
    <p:sldId id="322" r:id="rId27"/>
    <p:sldId id="327" r:id="rId28"/>
    <p:sldId id="312" r:id="rId29"/>
    <p:sldId id="323" r:id="rId30"/>
    <p:sldId id="314" r:id="rId31"/>
    <p:sldId id="317" r:id="rId32"/>
    <p:sldId id="318" r:id="rId33"/>
    <p:sldId id="329" r:id="rId34"/>
    <p:sldId id="315" r:id="rId35"/>
    <p:sldId id="324" r:id="rId36"/>
    <p:sldId id="332" r:id="rId37"/>
    <p:sldId id="330" r:id="rId38"/>
    <p:sldId id="331" r:id="rId39"/>
    <p:sldId id="294" r:id="rId40"/>
    <p:sldId id="334" r:id="rId4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701"/>
    <a:srgbClr val="FFDE16"/>
    <a:srgbClr val="0432FF"/>
    <a:srgbClr val="FFB738"/>
    <a:srgbClr val="F83D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80"/>
    <p:restoredTop sz="89787" autoAdjust="0"/>
  </p:normalViewPr>
  <p:slideViewPr>
    <p:cSldViewPr snapToGrid="0">
      <p:cViewPr>
        <p:scale>
          <a:sx n="121" d="100"/>
          <a:sy n="121" d="100"/>
        </p:scale>
        <p:origin x="144" y="-296"/>
      </p:cViewPr>
      <p:guideLst/>
    </p:cSldViewPr>
  </p:slideViewPr>
  <p:notesTextViewPr>
    <p:cViewPr>
      <p:scale>
        <a:sx n="1" d="1"/>
        <a:sy n="1" d="1"/>
      </p:scale>
      <p:origin x="0" y="0"/>
    </p:cViewPr>
  </p:notesTextViewPr>
  <p:notesViewPr>
    <p:cSldViewPr snapToGrid="0">
      <p:cViewPr varScale="1">
        <p:scale>
          <a:sx n="116" d="100"/>
          <a:sy n="116" d="100"/>
        </p:scale>
        <p:origin x="3736"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CE780481-AFD0-F2C2-E2DE-83FDC988268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Marcador de fecha 2">
            <a:extLst>
              <a:ext uri="{FF2B5EF4-FFF2-40B4-BE49-F238E27FC236}">
                <a16:creationId xmlns:a16="http://schemas.microsoft.com/office/drawing/2014/main" id="{CFCB997B-17A0-873F-BFF1-7135B8E78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32BB75-E498-9B49-96AB-4145F1D283A2}" type="datetimeFigureOut">
              <a:rPr lang="en-CA" smtClean="0"/>
              <a:t>2024-11-26</a:t>
            </a:fld>
            <a:endParaRPr lang="en-CA"/>
          </a:p>
        </p:txBody>
      </p:sp>
      <p:sp>
        <p:nvSpPr>
          <p:cNvPr id="4" name="Marcador de pie de página 3">
            <a:extLst>
              <a:ext uri="{FF2B5EF4-FFF2-40B4-BE49-F238E27FC236}">
                <a16:creationId xmlns:a16="http://schemas.microsoft.com/office/drawing/2014/main" id="{F038CCC2-BF34-A33F-FEAB-EE968F5E23C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Marcador de número de diapositiva 4">
            <a:extLst>
              <a:ext uri="{FF2B5EF4-FFF2-40B4-BE49-F238E27FC236}">
                <a16:creationId xmlns:a16="http://schemas.microsoft.com/office/drawing/2014/main" id="{298EC02F-292B-F30F-48B4-E7299726C1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CEC439-4202-9646-B2FE-DD0A625CFFE5}" type="slidenum">
              <a:rPr lang="en-CA" smtClean="0"/>
              <a:t>‹Nº›</a:t>
            </a:fld>
            <a:endParaRPr lang="en-CA"/>
          </a:p>
        </p:txBody>
      </p:sp>
    </p:spTree>
    <p:extLst>
      <p:ext uri="{BB962C8B-B14F-4D97-AF65-F5344CB8AC3E}">
        <p14:creationId xmlns:p14="http://schemas.microsoft.com/office/powerpoint/2010/main" val="31429827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122A79-43C9-DC44-B4BE-6BD7CBBBA213}" type="datetimeFigureOut">
              <a:rPr lang="en-CA" smtClean="0"/>
              <a:t>2024-11-26</a:t>
            </a:fld>
            <a:endParaRPr lang="en-CA"/>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0D828-C119-0945-A01C-0ABA6D88B00F}" type="slidenum">
              <a:rPr lang="en-CA" smtClean="0"/>
              <a:t>‹Nº›</a:t>
            </a:fld>
            <a:endParaRPr lang="en-CA"/>
          </a:p>
        </p:txBody>
      </p:sp>
    </p:spTree>
    <p:extLst>
      <p:ext uri="{BB962C8B-B14F-4D97-AF65-F5344CB8AC3E}">
        <p14:creationId xmlns:p14="http://schemas.microsoft.com/office/powerpoint/2010/main" val="73920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324B-8603-0D4B-5967-CED1A2C60C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3137C8-A203-9030-5E13-75ED5BEDA89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B47672-840D-7336-4911-127C9781A472}"/>
              </a:ext>
            </a:extLst>
          </p:cNvPr>
          <p:cNvSpPr>
            <a:spLocks noGrp="1"/>
          </p:cNvSpPr>
          <p:nvPr>
            <p:ph type="body" idx="1"/>
          </p:nvPr>
        </p:nvSpPr>
        <p:spPr/>
        <p:txBody>
          <a:bodyPr/>
          <a:lstStyle/>
          <a:p>
            <a:endParaRPr lang="en-CA" dirty="0"/>
          </a:p>
        </p:txBody>
      </p:sp>
      <p:sp>
        <p:nvSpPr>
          <p:cNvPr id="4" name="Marcador de número de diapositiva 3">
            <a:extLst>
              <a:ext uri="{FF2B5EF4-FFF2-40B4-BE49-F238E27FC236}">
                <a16:creationId xmlns:a16="http://schemas.microsoft.com/office/drawing/2014/main" id="{2110B763-23C6-0264-CB6C-E1F50D7CB170}"/>
              </a:ext>
            </a:extLst>
          </p:cNvPr>
          <p:cNvSpPr>
            <a:spLocks noGrp="1"/>
          </p:cNvSpPr>
          <p:nvPr>
            <p:ph type="sldNum" sz="quarter" idx="5"/>
          </p:nvPr>
        </p:nvSpPr>
        <p:spPr/>
        <p:txBody>
          <a:bodyPr/>
          <a:lstStyle/>
          <a:p>
            <a:fld id="{B0C0D828-C119-0945-A01C-0ABA6D88B00F}" type="slidenum">
              <a:rPr lang="en-CA" smtClean="0"/>
              <a:t>3</a:t>
            </a:fld>
            <a:endParaRPr lang="en-CA"/>
          </a:p>
        </p:txBody>
      </p:sp>
    </p:spTree>
    <p:extLst>
      <p:ext uri="{BB962C8B-B14F-4D97-AF65-F5344CB8AC3E}">
        <p14:creationId xmlns:p14="http://schemas.microsoft.com/office/powerpoint/2010/main" val="4071092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07115-0853-63B9-23D9-35761F53A41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044F25-5C1B-3260-6EC9-5E6E5F746C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C35738-334F-A5C3-3B4F-EE44B96CB001}"/>
              </a:ext>
            </a:extLst>
          </p:cNvPr>
          <p:cNvSpPr>
            <a:spLocks noGrp="1"/>
          </p:cNvSpPr>
          <p:nvPr>
            <p:ph type="body" idx="1"/>
          </p:nvPr>
        </p:nvSpPr>
        <p:spPr/>
        <p:txBody>
          <a:bodyPr/>
          <a:lstStyle/>
          <a:p>
            <a:endParaRPr lang="en-CA" dirty="0"/>
          </a:p>
        </p:txBody>
      </p:sp>
      <p:sp>
        <p:nvSpPr>
          <p:cNvPr id="4" name="Marcador de número de diapositiva 3">
            <a:extLst>
              <a:ext uri="{FF2B5EF4-FFF2-40B4-BE49-F238E27FC236}">
                <a16:creationId xmlns:a16="http://schemas.microsoft.com/office/drawing/2014/main" id="{263034C1-E089-C4B3-D68C-AB1E9F46A5FF}"/>
              </a:ext>
            </a:extLst>
          </p:cNvPr>
          <p:cNvSpPr>
            <a:spLocks noGrp="1"/>
          </p:cNvSpPr>
          <p:nvPr>
            <p:ph type="sldNum" sz="quarter" idx="5"/>
          </p:nvPr>
        </p:nvSpPr>
        <p:spPr/>
        <p:txBody>
          <a:bodyPr/>
          <a:lstStyle/>
          <a:p>
            <a:fld id="{B0C0D828-C119-0945-A01C-0ABA6D88B00F}" type="slidenum">
              <a:rPr lang="en-CA" smtClean="0"/>
              <a:t>4</a:t>
            </a:fld>
            <a:endParaRPr lang="en-CA"/>
          </a:p>
        </p:txBody>
      </p:sp>
    </p:spTree>
    <p:extLst>
      <p:ext uri="{BB962C8B-B14F-4D97-AF65-F5344CB8AC3E}">
        <p14:creationId xmlns:p14="http://schemas.microsoft.com/office/powerpoint/2010/main" val="1720821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7</a:t>
            </a:fld>
            <a:endParaRPr lang="en-CA"/>
          </a:p>
        </p:txBody>
      </p:sp>
    </p:spTree>
    <p:extLst>
      <p:ext uri="{BB962C8B-B14F-4D97-AF65-F5344CB8AC3E}">
        <p14:creationId xmlns:p14="http://schemas.microsoft.com/office/powerpoint/2010/main" val="1642786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8</a:t>
            </a:fld>
            <a:endParaRPr lang="en-CA"/>
          </a:p>
        </p:txBody>
      </p:sp>
    </p:spTree>
    <p:extLst>
      <p:ext uri="{BB962C8B-B14F-4D97-AF65-F5344CB8AC3E}">
        <p14:creationId xmlns:p14="http://schemas.microsoft.com/office/powerpoint/2010/main" val="846690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10</a:t>
            </a:fld>
            <a:endParaRPr lang="en-CA"/>
          </a:p>
        </p:txBody>
      </p:sp>
    </p:spTree>
    <p:extLst>
      <p:ext uri="{BB962C8B-B14F-4D97-AF65-F5344CB8AC3E}">
        <p14:creationId xmlns:p14="http://schemas.microsoft.com/office/powerpoint/2010/main" val="1426359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CA" dirty="0"/>
              <a:t>According to the distribution of weather conditions we can identify that precipitation, rain, wind_speed_10m, wind_gusts_10m are skewed to the right while relative_humidity_2m, and </a:t>
            </a:r>
            <a:r>
              <a:rPr lang="en-CA" dirty="0" err="1"/>
              <a:t>cloud_cover</a:t>
            </a:r>
            <a:r>
              <a:rPr lang="en-CA" dirty="0"/>
              <a:t> are skewed to the left. Also, Bimodal distribution present in wind_direction_10m weather condition while other weather conditions </a:t>
            </a:r>
            <a:r>
              <a:rPr lang="en-CA" dirty="0" err="1"/>
              <a:t>pressure_msl</a:t>
            </a:r>
            <a:r>
              <a:rPr lang="en-CA" dirty="0"/>
              <a:t>, </a:t>
            </a:r>
            <a:r>
              <a:rPr lang="en-CA" dirty="0" err="1"/>
              <a:t>surface_pressure</a:t>
            </a:r>
            <a:r>
              <a:rPr lang="en-CA" dirty="0"/>
              <a:t>, has multimodal distribution. Only temperature_2m present normal distribution.</a:t>
            </a:r>
          </a:p>
        </p:txBody>
      </p:sp>
      <p:sp>
        <p:nvSpPr>
          <p:cNvPr id="4" name="Marcador de número de diapositiva 3"/>
          <p:cNvSpPr>
            <a:spLocks noGrp="1"/>
          </p:cNvSpPr>
          <p:nvPr>
            <p:ph type="sldNum" sz="quarter" idx="5"/>
          </p:nvPr>
        </p:nvSpPr>
        <p:spPr/>
        <p:txBody>
          <a:bodyPr/>
          <a:lstStyle/>
          <a:p>
            <a:fld id="{B0C0D828-C119-0945-A01C-0ABA6D88B00F}" type="slidenum">
              <a:rPr lang="en-CA" smtClean="0"/>
              <a:t>12</a:t>
            </a:fld>
            <a:endParaRPr lang="en-CA"/>
          </a:p>
        </p:txBody>
      </p:sp>
    </p:spTree>
    <p:extLst>
      <p:ext uri="{BB962C8B-B14F-4D97-AF65-F5344CB8AC3E}">
        <p14:creationId xmlns:p14="http://schemas.microsoft.com/office/powerpoint/2010/main" val="2195010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p>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14</a:t>
            </a:fld>
            <a:endParaRPr lang="en-CA"/>
          </a:p>
        </p:txBody>
      </p:sp>
    </p:spTree>
    <p:extLst>
      <p:ext uri="{BB962C8B-B14F-4D97-AF65-F5344CB8AC3E}">
        <p14:creationId xmlns:p14="http://schemas.microsoft.com/office/powerpoint/2010/main" val="153938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FFED-F43F-EE3F-1475-2D2DD6372B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E3185E-00F9-BCC0-1FE0-8B2F9FA805B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591382-3ECA-1D99-A7C5-7A91CC8858CC}"/>
              </a:ext>
            </a:extLst>
          </p:cNvPr>
          <p:cNvSpPr>
            <a:spLocks noGrp="1"/>
          </p:cNvSpPr>
          <p:nvPr>
            <p:ph type="body" idx="1"/>
          </p:nvPr>
        </p:nvSpPr>
        <p:spPr/>
        <p:txBody>
          <a:bodyPr/>
          <a:lstStyle/>
          <a:p>
            <a:endParaRPr lang="en-CA" dirty="0"/>
          </a:p>
        </p:txBody>
      </p:sp>
      <p:sp>
        <p:nvSpPr>
          <p:cNvPr id="4" name="Marcador de número de diapositiva 3">
            <a:extLst>
              <a:ext uri="{FF2B5EF4-FFF2-40B4-BE49-F238E27FC236}">
                <a16:creationId xmlns:a16="http://schemas.microsoft.com/office/drawing/2014/main" id="{CA4232A9-201C-4A4E-537E-B5ECA6BE5FBB}"/>
              </a:ext>
            </a:extLst>
          </p:cNvPr>
          <p:cNvSpPr>
            <a:spLocks noGrp="1"/>
          </p:cNvSpPr>
          <p:nvPr>
            <p:ph type="sldNum" sz="quarter" idx="5"/>
          </p:nvPr>
        </p:nvSpPr>
        <p:spPr/>
        <p:txBody>
          <a:bodyPr/>
          <a:lstStyle/>
          <a:p>
            <a:fld id="{B0C0D828-C119-0945-A01C-0ABA6D88B00F}" type="slidenum">
              <a:rPr lang="en-CA" smtClean="0"/>
              <a:t>15</a:t>
            </a:fld>
            <a:endParaRPr lang="en-CA"/>
          </a:p>
        </p:txBody>
      </p:sp>
    </p:spTree>
    <p:extLst>
      <p:ext uri="{BB962C8B-B14F-4D97-AF65-F5344CB8AC3E}">
        <p14:creationId xmlns:p14="http://schemas.microsoft.com/office/powerpoint/2010/main" val="1992687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D6E6-C095-AEBF-5BAF-AC3CFD7CE6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92ADDF2-860A-77B7-9732-3A1A623727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0FBDE2-38A4-F779-367F-3DFFEB587FF8}"/>
              </a:ext>
            </a:extLst>
          </p:cNvPr>
          <p:cNvSpPr>
            <a:spLocks noGrp="1"/>
          </p:cNvSpPr>
          <p:nvPr>
            <p:ph type="body" idx="1"/>
          </p:nvPr>
        </p:nvSpPr>
        <p:spPr/>
        <p:txBody>
          <a:bodyPr/>
          <a:lstStyle/>
          <a:p>
            <a:endParaRPr lang="en-CA" dirty="0"/>
          </a:p>
        </p:txBody>
      </p:sp>
      <p:sp>
        <p:nvSpPr>
          <p:cNvPr id="4" name="Marcador de número de diapositiva 3">
            <a:extLst>
              <a:ext uri="{FF2B5EF4-FFF2-40B4-BE49-F238E27FC236}">
                <a16:creationId xmlns:a16="http://schemas.microsoft.com/office/drawing/2014/main" id="{944DEF3F-7DD0-31D7-88F2-F3B2A86CD96B}"/>
              </a:ext>
            </a:extLst>
          </p:cNvPr>
          <p:cNvSpPr>
            <a:spLocks noGrp="1"/>
          </p:cNvSpPr>
          <p:nvPr>
            <p:ph type="sldNum" sz="quarter" idx="5"/>
          </p:nvPr>
        </p:nvSpPr>
        <p:spPr/>
        <p:txBody>
          <a:bodyPr/>
          <a:lstStyle/>
          <a:p>
            <a:fld id="{B0C0D828-C119-0945-A01C-0ABA6D88B00F}" type="slidenum">
              <a:rPr lang="en-CA" smtClean="0"/>
              <a:t>16</a:t>
            </a:fld>
            <a:endParaRPr lang="en-CA"/>
          </a:p>
        </p:txBody>
      </p:sp>
    </p:spTree>
    <p:extLst>
      <p:ext uri="{BB962C8B-B14F-4D97-AF65-F5344CB8AC3E}">
        <p14:creationId xmlns:p14="http://schemas.microsoft.com/office/powerpoint/2010/main" val="947078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17</a:t>
            </a:fld>
            <a:endParaRPr lang="en-CA"/>
          </a:p>
        </p:txBody>
      </p:sp>
    </p:spTree>
    <p:extLst>
      <p:ext uri="{BB962C8B-B14F-4D97-AF65-F5344CB8AC3E}">
        <p14:creationId xmlns:p14="http://schemas.microsoft.com/office/powerpoint/2010/main" val="4235804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A65DA-8073-6B72-F321-B4415E95DF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93CD9A-D989-88B4-45D1-BDBB981E97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0A7227-37B0-E5E8-34E1-1992A26EC7DA}"/>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3EA33D44-9227-E210-5594-761B1F5BA0D9}"/>
              </a:ext>
            </a:extLst>
          </p:cNvPr>
          <p:cNvSpPr>
            <a:spLocks noGrp="1"/>
          </p:cNvSpPr>
          <p:nvPr>
            <p:ph type="sldNum" sz="quarter" idx="5"/>
          </p:nvPr>
        </p:nvSpPr>
        <p:spPr/>
        <p:txBody>
          <a:bodyPr/>
          <a:lstStyle/>
          <a:p>
            <a:fld id="{B0C0D828-C119-0945-A01C-0ABA6D88B00F}" type="slidenum">
              <a:rPr lang="en-CA" smtClean="0"/>
              <a:t>18</a:t>
            </a:fld>
            <a:endParaRPr lang="en-CA"/>
          </a:p>
        </p:txBody>
      </p:sp>
    </p:spTree>
    <p:extLst>
      <p:ext uri="{BB962C8B-B14F-4D97-AF65-F5344CB8AC3E}">
        <p14:creationId xmlns:p14="http://schemas.microsoft.com/office/powerpoint/2010/main" val="2336600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3A383-C89A-CD86-E7B8-C19A6C97E6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02D35B-E290-EE9B-3355-CA569B02AF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418E868-3268-C9E6-8EB0-517EA4F97949}"/>
              </a:ext>
            </a:extLst>
          </p:cNvPr>
          <p:cNvSpPr>
            <a:spLocks noGrp="1"/>
          </p:cNvSpPr>
          <p:nvPr>
            <p:ph type="body" idx="1"/>
          </p:nvPr>
        </p:nvSpPr>
        <p:spPr/>
        <p:txBody>
          <a:bodyPr/>
          <a:lstStyle/>
          <a:p>
            <a:r>
              <a:rPr lang="en-CA" dirty="0"/>
              <a:t>The coefficient represent the effect of the predictor variable on the log-odds of being in a particular delay category ("Short Delay," "Long Delay," or "Very Long Delay") compared to the baseline category ("No Delay").</a:t>
            </a:r>
          </a:p>
          <a:p>
            <a:endParaRPr lang="en-CA" dirty="0"/>
          </a:p>
          <a:p>
            <a:r>
              <a:rPr lang="en-CA" dirty="0"/>
              <a:t>Positive coefficients indicate that as the predictor variable increases, the likelihood of being in the specific delay category (compared to the baseline) increases while negative coefficients suggest otherwise.</a:t>
            </a:r>
          </a:p>
          <a:p>
            <a:endParaRPr lang="en-CA" dirty="0"/>
          </a:p>
          <a:p>
            <a:r>
              <a:rPr lang="en-CA" dirty="0"/>
              <a:t>Important factors can be found in the result:</a:t>
            </a:r>
          </a:p>
          <a:p>
            <a:endParaRPr lang="en-CA" dirty="0"/>
          </a:p>
          <a:p>
            <a:r>
              <a:rPr lang="en-CA" dirty="0"/>
              <a:t>* Temperature_2m: The coefficients are positive for Short Delay and Long Delay, meaning higher temperatures are associated with these delay categories.</a:t>
            </a:r>
          </a:p>
          <a:p>
            <a:endParaRPr lang="en-CA" dirty="0"/>
          </a:p>
          <a:p>
            <a:r>
              <a:rPr lang="en-CA" dirty="0"/>
              <a:t>* Precipitation, Rain, and Snowfall: These weather factors have both positive and negative impacts on different delay categories.</a:t>
            </a:r>
          </a:p>
          <a:p>
            <a:endParaRPr lang="en-CA" dirty="0"/>
          </a:p>
          <a:p>
            <a:r>
              <a:rPr lang="en-CA" dirty="0"/>
              <a:t>* Snowfall has a significant negative coefficient for Short Delay, implying it decreases the likelihood of shorter delays but might increase Very Long Delays.</a:t>
            </a:r>
          </a:p>
          <a:p>
            <a:endParaRPr lang="en-CA" dirty="0"/>
          </a:p>
          <a:p>
            <a:r>
              <a:rPr lang="en-CA" dirty="0"/>
              <a:t>* Wind Gusts (wind_gusts_10m): Shows positive coefficients, suggesting that stronger wind gusts might increase the likelihood of delays.</a:t>
            </a:r>
          </a:p>
          <a:p>
            <a:endParaRPr lang="en-CA" dirty="0"/>
          </a:p>
          <a:p>
            <a:r>
              <a:rPr lang="en-CA" dirty="0"/>
              <a:t>* Pressure (</a:t>
            </a:r>
            <a:r>
              <a:rPr lang="en-CA" dirty="0" err="1"/>
              <a:t>pressure_msl</a:t>
            </a:r>
            <a:r>
              <a:rPr lang="en-CA" dirty="0"/>
              <a:t>) and </a:t>
            </a:r>
            <a:r>
              <a:rPr lang="en-CA" dirty="0" err="1"/>
              <a:t>surface_pressure</a:t>
            </a:r>
            <a:r>
              <a:rPr lang="en-CA" dirty="0"/>
              <a:t> : It's coefficients vary but seem relatively strong, which could indicate it plays an important role.</a:t>
            </a:r>
          </a:p>
          <a:p>
            <a:endParaRPr lang="en-CA" dirty="0"/>
          </a:p>
          <a:p>
            <a:r>
              <a:rPr lang="en-CA" dirty="0"/>
              <a:t>The standard errors (listed below the coefficients) indicate the variability in the coefficient estimates. Smaller standard errors mean the coefficient estimates are more precise. For example, the standard error for temperature_2m for "Short Delay" is small (0.005489562), suggesting a more precise estimate.</a:t>
            </a:r>
          </a:p>
          <a:p>
            <a:endParaRPr lang="en-CA" dirty="0"/>
          </a:p>
        </p:txBody>
      </p:sp>
      <p:sp>
        <p:nvSpPr>
          <p:cNvPr id="4" name="Marcador de número de diapositiva 3">
            <a:extLst>
              <a:ext uri="{FF2B5EF4-FFF2-40B4-BE49-F238E27FC236}">
                <a16:creationId xmlns:a16="http://schemas.microsoft.com/office/drawing/2014/main" id="{4B5301BA-742C-372E-5C4E-E0C310C425F4}"/>
              </a:ext>
            </a:extLst>
          </p:cNvPr>
          <p:cNvSpPr>
            <a:spLocks noGrp="1"/>
          </p:cNvSpPr>
          <p:nvPr>
            <p:ph type="sldNum" sz="quarter" idx="5"/>
          </p:nvPr>
        </p:nvSpPr>
        <p:spPr/>
        <p:txBody>
          <a:bodyPr/>
          <a:lstStyle/>
          <a:p>
            <a:fld id="{B0C0D828-C119-0945-A01C-0ABA6D88B00F}" type="slidenum">
              <a:rPr lang="en-CA" smtClean="0"/>
              <a:t>19</a:t>
            </a:fld>
            <a:endParaRPr lang="en-CA"/>
          </a:p>
        </p:txBody>
      </p:sp>
    </p:spTree>
    <p:extLst>
      <p:ext uri="{BB962C8B-B14F-4D97-AF65-F5344CB8AC3E}">
        <p14:creationId xmlns:p14="http://schemas.microsoft.com/office/powerpoint/2010/main" val="9350301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17D64-BC42-0794-1E40-CB89848BFCE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1E082C-8E5D-F40D-F079-8126225B34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D5A0BC-AE86-DAFD-9DFB-C6F0D4B795DC}"/>
              </a:ext>
            </a:extLst>
          </p:cNvPr>
          <p:cNvSpPr>
            <a:spLocks noGrp="1"/>
          </p:cNvSpPr>
          <p:nvPr>
            <p:ph type="body" idx="1"/>
          </p:nvPr>
        </p:nvSpPr>
        <p:spPr/>
        <p:txBody>
          <a:bodyPr/>
          <a:lstStyle/>
          <a:p>
            <a:endParaRPr lang="en-CA" dirty="0"/>
          </a:p>
          <a:p>
            <a:r>
              <a:rPr lang="en-CA" dirty="0"/>
              <a:t>*No Delay* Correct predictions: 457, while 284 observations were misclassified as "Short Delay". Accuracy for "No Delay" seems low, suggesting challenges in distinguishing it from "Short Delay."</a:t>
            </a:r>
          </a:p>
          <a:p>
            <a:endParaRPr lang="en-CA" dirty="0"/>
          </a:p>
          <a:p>
            <a:r>
              <a:rPr lang="en-CA" dirty="0"/>
              <a:t>*Short Delay* Correct predictions: 3603, Most misclassifications are as "Long Delay" (439) or "No Delay" (134).</a:t>
            </a:r>
          </a:p>
          <a:p>
            <a:endParaRPr lang="en-CA" dirty="0"/>
          </a:p>
          <a:p>
            <a:r>
              <a:rPr lang="en-CA" dirty="0"/>
              <a:t>*Long Delay* Dominates the dataset (7370 correctly classified), with some confusion with "Short Delay" (406) and minor misclassifications as "Very Long Delay" (38).</a:t>
            </a:r>
          </a:p>
          <a:p>
            <a:endParaRPr lang="en-CA" dirty="0"/>
          </a:p>
          <a:p>
            <a:r>
              <a:rPr lang="en-CA" dirty="0"/>
              <a:t>*Very Long Delay* High precision for this class (993 correct predictions), with only 58 misclassifications as "Long Delay."</a:t>
            </a:r>
          </a:p>
          <a:p>
            <a:endParaRPr lang="en-CA" dirty="0"/>
          </a:p>
          <a:p>
            <a:r>
              <a:rPr lang="en-CA" dirty="0"/>
              <a:t>The confusion matrix reflects imbalances in class-specific predictions. For example, "Short Delay" and "Long Delay" dominate the dataset, which may affect predictions for smaller classes like "No Delay" and "Very Long Delay.</a:t>
            </a:r>
          </a:p>
        </p:txBody>
      </p:sp>
      <p:sp>
        <p:nvSpPr>
          <p:cNvPr id="4" name="Marcador de número de diapositiva 3">
            <a:extLst>
              <a:ext uri="{FF2B5EF4-FFF2-40B4-BE49-F238E27FC236}">
                <a16:creationId xmlns:a16="http://schemas.microsoft.com/office/drawing/2014/main" id="{6938FEFB-A750-2924-B9DD-F532A8D3C095}"/>
              </a:ext>
            </a:extLst>
          </p:cNvPr>
          <p:cNvSpPr>
            <a:spLocks noGrp="1"/>
          </p:cNvSpPr>
          <p:nvPr>
            <p:ph type="sldNum" sz="quarter" idx="5"/>
          </p:nvPr>
        </p:nvSpPr>
        <p:spPr/>
        <p:txBody>
          <a:bodyPr/>
          <a:lstStyle/>
          <a:p>
            <a:fld id="{B0C0D828-C119-0945-A01C-0ABA6D88B00F}" type="slidenum">
              <a:rPr lang="en-CA" smtClean="0"/>
              <a:t>20</a:t>
            </a:fld>
            <a:endParaRPr lang="en-CA"/>
          </a:p>
        </p:txBody>
      </p:sp>
    </p:spTree>
    <p:extLst>
      <p:ext uri="{BB962C8B-B14F-4D97-AF65-F5344CB8AC3E}">
        <p14:creationId xmlns:p14="http://schemas.microsoft.com/office/powerpoint/2010/main" val="3372127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486B0-28E0-0E80-56F4-767E3D00E3E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858FE72-E2E2-7016-9A6B-4A9A7959B79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B033A1-DFFB-2F14-E329-14E0E939CF00}"/>
              </a:ext>
            </a:extLst>
          </p:cNvPr>
          <p:cNvSpPr>
            <a:spLocks noGrp="1"/>
          </p:cNvSpPr>
          <p:nvPr>
            <p:ph type="body" idx="1"/>
          </p:nvPr>
        </p:nvSpPr>
        <p:spPr/>
        <p:txBody>
          <a:bodyPr/>
          <a:lstStyle/>
          <a:p>
            <a:endParaRPr lang="en-CA" dirty="0"/>
          </a:p>
        </p:txBody>
      </p:sp>
      <p:sp>
        <p:nvSpPr>
          <p:cNvPr id="4" name="Marcador de número de diapositiva 3">
            <a:extLst>
              <a:ext uri="{FF2B5EF4-FFF2-40B4-BE49-F238E27FC236}">
                <a16:creationId xmlns:a16="http://schemas.microsoft.com/office/drawing/2014/main" id="{7F9E7954-FBD9-AA55-0F1F-5730FAD22404}"/>
              </a:ext>
            </a:extLst>
          </p:cNvPr>
          <p:cNvSpPr>
            <a:spLocks noGrp="1"/>
          </p:cNvSpPr>
          <p:nvPr>
            <p:ph type="sldNum" sz="quarter" idx="5"/>
          </p:nvPr>
        </p:nvSpPr>
        <p:spPr/>
        <p:txBody>
          <a:bodyPr/>
          <a:lstStyle/>
          <a:p>
            <a:fld id="{B0C0D828-C119-0945-A01C-0ABA6D88B00F}" type="slidenum">
              <a:rPr lang="en-CA" smtClean="0"/>
              <a:t>21</a:t>
            </a:fld>
            <a:endParaRPr lang="en-CA"/>
          </a:p>
        </p:txBody>
      </p:sp>
    </p:spTree>
    <p:extLst>
      <p:ext uri="{BB962C8B-B14F-4D97-AF65-F5344CB8AC3E}">
        <p14:creationId xmlns:p14="http://schemas.microsoft.com/office/powerpoint/2010/main" val="9328495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0C03B-A892-660F-EF84-1BA85306D8A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A16F7A-0E8F-176C-88E6-8FCB7F221CB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04F7E96-9343-3D2D-71AC-654A0C771295}"/>
              </a:ext>
            </a:extLst>
          </p:cNvPr>
          <p:cNvSpPr>
            <a:spLocks noGrp="1"/>
          </p:cNvSpPr>
          <p:nvPr>
            <p:ph type="body" idx="1"/>
          </p:nvPr>
        </p:nvSpPr>
        <p:spPr/>
        <p:txBody>
          <a:bodyPr/>
          <a:lstStyle/>
          <a:p>
            <a:endParaRPr lang="en-CA" dirty="0"/>
          </a:p>
        </p:txBody>
      </p:sp>
      <p:sp>
        <p:nvSpPr>
          <p:cNvPr id="4" name="Marcador de número de diapositiva 3">
            <a:extLst>
              <a:ext uri="{FF2B5EF4-FFF2-40B4-BE49-F238E27FC236}">
                <a16:creationId xmlns:a16="http://schemas.microsoft.com/office/drawing/2014/main" id="{2199834D-52C1-A843-8166-4680089F0E24}"/>
              </a:ext>
            </a:extLst>
          </p:cNvPr>
          <p:cNvSpPr>
            <a:spLocks noGrp="1"/>
          </p:cNvSpPr>
          <p:nvPr>
            <p:ph type="sldNum" sz="quarter" idx="5"/>
          </p:nvPr>
        </p:nvSpPr>
        <p:spPr/>
        <p:txBody>
          <a:bodyPr/>
          <a:lstStyle/>
          <a:p>
            <a:fld id="{B0C0D828-C119-0945-A01C-0ABA6D88B00F}" type="slidenum">
              <a:rPr lang="en-CA" smtClean="0"/>
              <a:t>22</a:t>
            </a:fld>
            <a:endParaRPr lang="en-CA"/>
          </a:p>
        </p:txBody>
      </p:sp>
    </p:spTree>
    <p:extLst>
      <p:ext uri="{BB962C8B-B14F-4D97-AF65-F5344CB8AC3E}">
        <p14:creationId xmlns:p14="http://schemas.microsoft.com/office/powerpoint/2010/main" val="3197315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AAD7-0850-9F7F-C9B6-FCFAC8B256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820E88-1777-D86D-55B1-520D4D2E49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72674E-5F56-A248-38F2-364783AAA6C7}"/>
              </a:ext>
            </a:extLst>
          </p:cNvPr>
          <p:cNvSpPr>
            <a:spLocks noGrp="1"/>
          </p:cNvSpPr>
          <p:nvPr>
            <p:ph type="body" idx="1"/>
          </p:nvPr>
        </p:nvSpPr>
        <p:spPr/>
        <p:txBody>
          <a:bodyPr/>
          <a:lstStyle/>
          <a:p>
            <a:endParaRPr lang="en-CA" dirty="0"/>
          </a:p>
        </p:txBody>
      </p:sp>
      <p:sp>
        <p:nvSpPr>
          <p:cNvPr id="4" name="Marcador de número de diapositiva 3">
            <a:extLst>
              <a:ext uri="{FF2B5EF4-FFF2-40B4-BE49-F238E27FC236}">
                <a16:creationId xmlns:a16="http://schemas.microsoft.com/office/drawing/2014/main" id="{16C4C12B-5226-6EC8-A045-C68F03EAFCE6}"/>
              </a:ext>
            </a:extLst>
          </p:cNvPr>
          <p:cNvSpPr>
            <a:spLocks noGrp="1"/>
          </p:cNvSpPr>
          <p:nvPr>
            <p:ph type="sldNum" sz="quarter" idx="5"/>
          </p:nvPr>
        </p:nvSpPr>
        <p:spPr/>
        <p:txBody>
          <a:bodyPr/>
          <a:lstStyle/>
          <a:p>
            <a:fld id="{B0C0D828-C119-0945-A01C-0ABA6D88B00F}" type="slidenum">
              <a:rPr lang="en-CA" smtClean="0"/>
              <a:t>23</a:t>
            </a:fld>
            <a:endParaRPr lang="en-CA"/>
          </a:p>
        </p:txBody>
      </p:sp>
    </p:spTree>
    <p:extLst>
      <p:ext uri="{BB962C8B-B14F-4D97-AF65-F5344CB8AC3E}">
        <p14:creationId xmlns:p14="http://schemas.microsoft.com/office/powerpoint/2010/main" val="935691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0C0D828-C119-0945-A01C-0ABA6D88B00F}" type="slidenum">
              <a:rPr lang="en-CA" smtClean="0"/>
              <a:t>24</a:t>
            </a:fld>
            <a:endParaRPr lang="en-CA"/>
          </a:p>
        </p:txBody>
      </p:sp>
    </p:spTree>
    <p:extLst>
      <p:ext uri="{BB962C8B-B14F-4D97-AF65-F5344CB8AC3E}">
        <p14:creationId xmlns:p14="http://schemas.microsoft.com/office/powerpoint/2010/main" val="2313881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4CC7E-879C-5A0E-DCCF-3EF24F693D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4FD73D-8E08-792F-4858-CD1949FB0E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DA4EAC-16AB-941C-C978-37C3A8CA3AD2}"/>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D727C202-D4F0-7B5C-7F75-8F62DC7DB7A4}"/>
              </a:ext>
            </a:extLst>
          </p:cNvPr>
          <p:cNvSpPr>
            <a:spLocks noGrp="1"/>
          </p:cNvSpPr>
          <p:nvPr>
            <p:ph type="sldNum" sz="quarter" idx="5"/>
          </p:nvPr>
        </p:nvSpPr>
        <p:spPr/>
        <p:txBody>
          <a:bodyPr/>
          <a:lstStyle/>
          <a:p>
            <a:fld id="{B0C0D828-C119-0945-A01C-0ABA6D88B00F}" type="slidenum">
              <a:rPr lang="en-CA" smtClean="0"/>
              <a:t>25</a:t>
            </a:fld>
            <a:endParaRPr lang="en-CA"/>
          </a:p>
        </p:txBody>
      </p:sp>
    </p:spTree>
    <p:extLst>
      <p:ext uri="{BB962C8B-B14F-4D97-AF65-F5344CB8AC3E}">
        <p14:creationId xmlns:p14="http://schemas.microsoft.com/office/powerpoint/2010/main" val="1614836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87D59-100B-80E9-3C53-DA35F6DAE8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435CECF-F70A-44FF-7CDD-8AAD6BD9DC4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4039B1-3550-FF56-D23B-7EC7FFDF69D4}"/>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FAEFDE12-F8AC-CA6E-CA87-9B373BB0DF23}"/>
              </a:ext>
            </a:extLst>
          </p:cNvPr>
          <p:cNvSpPr>
            <a:spLocks noGrp="1"/>
          </p:cNvSpPr>
          <p:nvPr>
            <p:ph type="sldNum" sz="quarter" idx="5"/>
          </p:nvPr>
        </p:nvSpPr>
        <p:spPr/>
        <p:txBody>
          <a:bodyPr/>
          <a:lstStyle/>
          <a:p>
            <a:fld id="{B0C0D828-C119-0945-A01C-0ABA6D88B00F}" type="slidenum">
              <a:rPr lang="en-CA" smtClean="0"/>
              <a:t>26</a:t>
            </a:fld>
            <a:endParaRPr lang="en-CA"/>
          </a:p>
        </p:txBody>
      </p:sp>
    </p:spTree>
    <p:extLst>
      <p:ext uri="{BB962C8B-B14F-4D97-AF65-F5344CB8AC3E}">
        <p14:creationId xmlns:p14="http://schemas.microsoft.com/office/powerpoint/2010/main" val="18614520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1E328-E3BB-74D2-0B0E-A3AAF736A1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E937E4-9CC2-26EC-21E5-EBF6E13B56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A312A4-7B5D-07B2-649D-1F5878699644}"/>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11EC59DC-A728-B6D1-32CD-E78853AA28DA}"/>
              </a:ext>
            </a:extLst>
          </p:cNvPr>
          <p:cNvSpPr>
            <a:spLocks noGrp="1"/>
          </p:cNvSpPr>
          <p:nvPr>
            <p:ph type="sldNum" sz="quarter" idx="5"/>
          </p:nvPr>
        </p:nvSpPr>
        <p:spPr/>
        <p:txBody>
          <a:bodyPr/>
          <a:lstStyle/>
          <a:p>
            <a:fld id="{B0C0D828-C119-0945-A01C-0ABA6D88B00F}" type="slidenum">
              <a:rPr lang="en-CA" smtClean="0"/>
              <a:t>27</a:t>
            </a:fld>
            <a:endParaRPr lang="en-CA"/>
          </a:p>
        </p:txBody>
      </p:sp>
    </p:spTree>
    <p:extLst>
      <p:ext uri="{BB962C8B-B14F-4D97-AF65-F5344CB8AC3E}">
        <p14:creationId xmlns:p14="http://schemas.microsoft.com/office/powerpoint/2010/main" val="3852898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19C81-F73D-8062-6FCA-300F0A6D2E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FFE1ED-1F9E-1ACC-EA5A-C5FC2222871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9106FB6-220E-2542-3EAE-00C5B344A9D5}"/>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B9F556FA-F16F-8908-38AF-B7CA639B89D3}"/>
              </a:ext>
            </a:extLst>
          </p:cNvPr>
          <p:cNvSpPr>
            <a:spLocks noGrp="1"/>
          </p:cNvSpPr>
          <p:nvPr>
            <p:ph type="sldNum" sz="quarter" idx="5"/>
          </p:nvPr>
        </p:nvSpPr>
        <p:spPr/>
        <p:txBody>
          <a:bodyPr/>
          <a:lstStyle/>
          <a:p>
            <a:fld id="{B0C0D828-C119-0945-A01C-0ABA6D88B00F}" type="slidenum">
              <a:rPr lang="en-CA" smtClean="0"/>
              <a:t>28</a:t>
            </a:fld>
            <a:endParaRPr lang="en-CA"/>
          </a:p>
        </p:txBody>
      </p:sp>
    </p:spTree>
    <p:extLst>
      <p:ext uri="{BB962C8B-B14F-4D97-AF65-F5344CB8AC3E}">
        <p14:creationId xmlns:p14="http://schemas.microsoft.com/office/powerpoint/2010/main" val="1208310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5DD5E-F834-E827-902F-71F90C5697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1CE3C3-FBAF-3ACB-ADDA-CC97675443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8C22355-4CF2-0C82-D619-AC3599B3AFBE}"/>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E77B2BB3-14D8-41AC-94C7-14BFA3D2A016}"/>
              </a:ext>
            </a:extLst>
          </p:cNvPr>
          <p:cNvSpPr>
            <a:spLocks noGrp="1"/>
          </p:cNvSpPr>
          <p:nvPr>
            <p:ph type="sldNum" sz="quarter" idx="5"/>
          </p:nvPr>
        </p:nvSpPr>
        <p:spPr/>
        <p:txBody>
          <a:bodyPr/>
          <a:lstStyle/>
          <a:p>
            <a:fld id="{B0C0D828-C119-0945-A01C-0ABA6D88B00F}" type="slidenum">
              <a:rPr lang="en-CA" smtClean="0"/>
              <a:t>29</a:t>
            </a:fld>
            <a:endParaRPr lang="en-CA"/>
          </a:p>
        </p:txBody>
      </p:sp>
    </p:spTree>
    <p:extLst>
      <p:ext uri="{BB962C8B-B14F-4D97-AF65-F5344CB8AC3E}">
        <p14:creationId xmlns:p14="http://schemas.microsoft.com/office/powerpoint/2010/main" val="21209236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7F80-81EC-8DAD-3B97-7A504CE5D3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07D55D-B7C6-D319-179F-E58A1EC07C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DBB628-A7C2-6819-8353-B05E2A57B8A0}"/>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3969B7E9-B220-4ADC-B63C-1DDECA92B629}"/>
              </a:ext>
            </a:extLst>
          </p:cNvPr>
          <p:cNvSpPr>
            <a:spLocks noGrp="1"/>
          </p:cNvSpPr>
          <p:nvPr>
            <p:ph type="sldNum" sz="quarter" idx="5"/>
          </p:nvPr>
        </p:nvSpPr>
        <p:spPr/>
        <p:txBody>
          <a:bodyPr/>
          <a:lstStyle/>
          <a:p>
            <a:fld id="{B0C0D828-C119-0945-A01C-0ABA6D88B00F}" type="slidenum">
              <a:rPr lang="en-CA" smtClean="0"/>
              <a:t>30</a:t>
            </a:fld>
            <a:endParaRPr lang="en-CA"/>
          </a:p>
        </p:txBody>
      </p:sp>
    </p:spTree>
    <p:extLst>
      <p:ext uri="{BB962C8B-B14F-4D97-AF65-F5344CB8AC3E}">
        <p14:creationId xmlns:p14="http://schemas.microsoft.com/office/powerpoint/2010/main" val="24078195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93585-805B-9D27-0A27-F01E282A27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EC6EFF2-097B-4B0E-AA5F-92ADDE85EB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7E187A5-4962-6DED-42D0-4BD42D1BA45A}"/>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8E1DE37F-0804-181D-5E47-BAE027622758}"/>
              </a:ext>
            </a:extLst>
          </p:cNvPr>
          <p:cNvSpPr>
            <a:spLocks noGrp="1"/>
          </p:cNvSpPr>
          <p:nvPr>
            <p:ph type="sldNum" sz="quarter" idx="5"/>
          </p:nvPr>
        </p:nvSpPr>
        <p:spPr/>
        <p:txBody>
          <a:bodyPr/>
          <a:lstStyle/>
          <a:p>
            <a:fld id="{B0C0D828-C119-0945-A01C-0ABA6D88B00F}" type="slidenum">
              <a:rPr lang="en-CA" smtClean="0"/>
              <a:t>31</a:t>
            </a:fld>
            <a:endParaRPr lang="en-CA"/>
          </a:p>
        </p:txBody>
      </p:sp>
    </p:spTree>
    <p:extLst>
      <p:ext uri="{BB962C8B-B14F-4D97-AF65-F5344CB8AC3E}">
        <p14:creationId xmlns:p14="http://schemas.microsoft.com/office/powerpoint/2010/main" val="379202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4AE22-A52A-D4AC-73B7-1DD89DC5C09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F8D976-B6B1-BDF5-A008-166E074D29C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ADCE00-2170-15D8-61FB-7883E2DFEF02}"/>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742559AC-0F77-F8DD-41CE-DD904CB7F0B8}"/>
              </a:ext>
            </a:extLst>
          </p:cNvPr>
          <p:cNvSpPr>
            <a:spLocks noGrp="1"/>
          </p:cNvSpPr>
          <p:nvPr>
            <p:ph type="sldNum" sz="quarter" idx="5"/>
          </p:nvPr>
        </p:nvSpPr>
        <p:spPr/>
        <p:txBody>
          <a:bodyPr/>
          <a:lstStyle/>
          <a:p>
            <a:fld id="{B0C0D828-C119-0945-A01C-0ABA6D88B00F}" type="slidenum">
              <a:rPr lang="en-CA" smtClean="0"/>
              <a:t>32</a:t>
            </a:fld>
            <a:endParaRPr lang="en-CA"/>
          </a:p>
        </p:txBody>
      </p:sp>
    </p:spTree>
    <p:extLst>
      <p:ext uri="{BB962C8B-B14F-4D97-AF65-F5344CB8AC3E}">
        <p14:creationId xmlns:p14="http://schemas.microsoft.com/office/powerpoint/2010/main" val="2600008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57FD-7B25-C59C-587B-479F9404D8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B211F8-A425-8049-16EF-868611581E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9087A9B-1522-74D6-DEF5-EAE3224ED9A9}"/>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09D85211-E747-FA72-B571-E8282A653780}"/>
              </a:ext>
            </a:extLst>
          </p:cNvPr>
          <p:cNvSpPr>
            <a:spLocks noGrp="1"/>
          </p:cNvSpPr>
          <p:nvPr>
            <p:ph type="sldNum" sz="quarter" idx="5"/>
          </p:nvPr>
        </p:nvSpPr>
        <p:spPr/>
        <p:txBody>
          <a:bodyPr/>
          <a:lstStyle/>
          <a:p>
            <a:fld id="{B0C0D828-C119-0945-A01C-0ABA6D88B00F}" type="slidenum">
              <a:rPr lang="en-CA" smtClean="0"/>
              <a:t>33</a:t>
            </a:fld>
            <a:endParaRPr lang="en-CA"/>
          </a:p>
        </p:txBody>
      </p:sp>
    </p:spTree>
    <p:extLst>
      <p:ext uri="{BB962C8B-B14F-4D97-AF65-F5344CB8AC3E}">
        <p14:creationId xmlns:p14="http://schemas.microsoft.com/office/powerpoint/2010/main" val="3407112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2D5F0-4F88-97D2-229F-6A57F74AED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994120-0B70-619C-F501-81935297B1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5A9082-5D5D-E238-91AD-515B5964FEAC}"/>
              </a:ext>
            </a:extLst>
          </p:cNvPr>
          <p:cNvSpPr>
            <a:spLocks noGrp="1"/>
          </p:cNvSpPr>
          <p:nvPr>
            <p:ph type="body" idx="1"/>
          </p:nvPr>
        </p:nvSpPr>
        <p:spPr/>
        <p:txBody>
          <a:bodyPr/>
          <a:lstStyle/>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temperature_2m</a:t>
            </a:r>
            <a:r>
              <a:rPr lang="es-MX" sz="1200" dirty="0">
                <a:solidFill>
                  <a:schemeClr val="bg1"/>
                </a:solidFill>
                <a:effectLst/>
                <a:latin typeface=".AppleSystemUIFont"/>
              </a:rPr>
              <a:t>: Weak negative correlation (-0.10).</a:t>
            </a:r>
          </a:p>
          <a:p>
            <a:pPr>
              <a:spcBef>
                <a:spcPts val="900"/>
              </a:spcBef>
            </a:pPr>
            <a:r>
              <a:rPr lang="es-MX" sz="1200" dirty="0">
                <a:solidFill>
                  <a:schemeClr val="bg1"/>
                </a:solidFill>
                <a:effectLst/>
                <a:latin typeface=".AppleSystemUIFont"/>
              </a:rPr>
              <a:t>• </a:t>
            </a:r>
            <a:r>
              <a:rPr lang="es-MX" sz="1200" b="1" dirty="0">
                <a:solidFill>
                  <a:schemeClr val="bg1"/>
                </a:solidFill>
                <a:effectLst/>
                <a:latin typeface=".AppleSystemUIFont"/>
              </a:rPr>
              <a:t>precipitation and rain</a:t>
            </a:r>
            <a:r>
              <a:rPr lang="es-MX" sz="1200" dirty="0">
                <a:solidFill>
                  <a:schemeClr val="bg1"/>
                </a:solidFill>
                <a:effectLst/>
                <a:latin typeface=".AppleSystemUIFont"/>
              </a:rPr>
              <a:t>: Weak positive correlations (~0.22 and 0.21, respectively).</a:t>
            </a:r>
          </a:p>
          <a:p>
            <a:pPr marL="0" marR="0" lvl="0" indent="0" algn="l" defTabSz="914400" rtl="0" eaLnBrk="1" fontAlgn="auto" latinLnBrk="0" hangingPunct="1">
              <a:lnSpc>
                <a:spcPct val="100000"/>
              </a:lnSpc>
              <a:spcBef>
                <a:spcPts val="900"/>
              </a:spcBef>
              <a:spcAft>
                <a:spcPts val="0"/>
              </a:spcAft>
              <a:buClrTx/>
              <a:buSzTx/>
              <a:buFontTx/>
              <a:buNone/>
              <a:tabLst/>
              <a:defRPr/>
            </a:pPr>
            <a:r>
              <a:rPr lang="es-MX" sz="1200" dirty="0">
                <a:solidFill>
                  <a:schemeClr val="bg1"/>
                </a:solidFill>
                <a:effectLst/>
                <a:latin typeface=".AppleSystemUIFont"/>
              </a:rPr>
              <a:t>• </a:t>
            </a:r>
            <a:r>
              <a:rPr lang="es-MX" sz="1200" b="1" dirty="0">
                <a:solidFill>
                  <a:schemeClr val="bg1"/>
                </a:solidFill>
                <a:effectLst/>
                <a:latin typeface=".AppleSystemUIFont"/>
              </a:rPr>
              <a:t>cloud_cover</a:t>
            </a:r>
            <a:r>
              <a:rPr lang="es-MX" sz="1200" dirty="0">
                <a:solidFill>
                  <a:schemeClr val="bg1"/>
                </a:solidFill>
                <a:effectLst/>
                <a:latin typeface=".AppleSystemUIFont"/>
              </a:rPr>
              <a:t>: Weak positive correlation (0.10).</a:t>
            </a:r>
            <a:br>
              <a:rPr lang="es-MX" sz="1200" dirty="0">
                <a:solidFill>
                  <a:schemeClr val="bg1"/>
                </a:solidFill>
                <a:effectLst/>
                <a:latin typeface=".AppleSystemUIFont"/>
              </a:rPr>
            </a:b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29D281A9-6ED9-28A1-DA63-F380E02BFAAD}"/>
              </a:ext>
            </a:extLst>
          </p:cNvPr>
          <p:cNvSpPr>
            <a:spLocks noGrp="1"/>
          </p:cNvSpPr>
          <p:nvPr>
            <p:ph type="sldNum" sz="quarter" idx="5"/>
          </p:nvPr>
        </p:nvSpPr>
        <p:spPr/>
        <p:txBody>
          <a:bodyPr/>
          <a:lstStyle/>
          <a:p>
            <a:fld id="{B0C0D828-C119-0945-A01C-0ABA6D88B00F}" type="slidenum">
              <a:rPr lang="en-CA" smtClean="0"/>
              <a:t>34</a:t>
            </a:fld>
            <a:endParaRPr lang="en-CA"/>
          </a:p>
        </p:txBody>
      </p:sp>
    </p:spTree>
    <p:extLst>
      <p:ext uri="{BB962C8B-B14F-4D97-AF65-F5344CB8AC3E}">
        <p14:creationId xmlns:p14="http://schemas.microsoft.com/office/powerpoint/2010/main" val="5992064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E59F4-A6AA-2813-C171-6C6CEBC2F5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741F3F-D506-06FC-918F-AEB56D4BAD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D4477A-6DF8-DC70-7A7C-770859EE74E9}"/>
              </a:ext>
            </a:extLst>
          </p:cNvPr>
          <p:cNvSpPr>
            <a:spLocks noGrp="1"/>
          </p:cNvSpPr>
          <p:nvPr>
            <p:ph type="body" idx="1"/>
          </p:nvPr>
        </p:nvSpPr>
        <p:spPr/>
        <p:txBody>
          <a:bodyPr/>
          <a:lstStyle/>
          <a:p>
            <a:r>
              <a:rPr lang="en-CA" dirty="0"/>
              <a:t>The plot shows the </a:t>
            </a:r>
            <a:r>
              <a:rPr lang="en-CA" b="1" dirty="0"/>
              <a:t>variable importance</a:t>
            </a:r>
            <a:r>
              <a:rPr lang="en-CA" dirty="0"/>
              <a:t> metrics for the Random Forest model (</a:t>
            </a:r>
            <a:r>
              <a:rPr lang="en-CA" dirty="0" err="1"/>
              <a:t>rf_model</a:t>
            </a:r>
            <a:r>
              <a:rPr lang="en-CA" dirty="0"/>
              <a:t>) based on </a:t>
            </a:r>
            <a:r>
              <a:rPr lang="en-CA" b="1" dirty="0"/>
              <a:t>principal components (PC1 to PC6)</a:t>
            </a:r>
            <a:r>
              <a:rPr lang="en-CA" dirty="0"/>
              <a:t> used as features.</a:t>
            </a:r>
          </a:p>
          <a:p>
            <a:r>
              <a:rPr lang="en-CA" b="1" dirty="0"/>
              <a:t>Interpretation:</a:t>
            </a:r>
          </a:p>
          <a:p>
            <a:pPr>
              <a:buFont typeface="+mj-lt"/>
              <a:buAutoNum type="arabicPeriod"/>
            </a:pPr>
            <a:r>
              <a:rPr lang="en-CA" b="1" dirty="0" err="1"/>
              <a:t>MeanDecreaseAccuracy</a:t>
            </a:r>
            <a:r>
              <a:rPr lang="en-CA" dirty="0"/>
              <a:t>:</a:t>
            </a:r>
          </a:p>
          <a:p>
            <a:pPr marL="742950" lvl="1" indent="-285750">
              <a:buFont typeface="+mj-lt"/>
              <a:buAutoNum type="arabicPeriod"/>
            </a:pPr>
            <a:r>
              <a:rPr lang="en-CA" dirty="0"/>
              <a:t>This metric indicates how much the model's accuracy decreases when a particular principal component (PC) is excluded from the model.</a:t>
            </a:r>
          </a:p>
          <a:p>
            <a:pPr marL="742950" lvl="1" indent="-285750">
              <a:buFont typeface="+mj-lt"/>
              <a:buAutoNum type="arabicPeriod"/>
            </a:pPr>
            <a:r>
              <a:rPr lang="en-CA" b="1" dirty="0"/>
              <a:t>PC5</a:t>
            </a:r>
            <a:r>
              <a:rPr lang="en-CA" dirty="0"/>
              <a:t> has the highest impact on accuracy, followed by </a:t>
            </a:r>
            <a:r>
              <a:rPr lang="en-CA" b="1" dirty="0"/>
              <a:t>PC6</a:t>
            </a:r>
            <a:r>
              <a:rPr lang="en-CA" dirty="0"/>
              <a:t>, meaning these components contribute the most to the model's predictions.</a:t>
            </a:r>
          </a:p>
          <a:p>
            <a:pPr marL="742950" lvl="1" indent="-285750">
              <a:buFont typeface="+mj-lt"/>
              <a:buAutoNum type="arabicPeriod"/>
            </a:pPr>
            <a:r>
              <a:rPr lang="en-CA" dirty="0"/>
              <a:t>Components like </a:t>
            </a:r>
            <a:r>
              <a:rPr lang="en-CA" b="1" dirty="0"/>
              <a:t>PC3</a:t>
            </a:r>
            <a:r>
              <a:rPr lang="en-CA" dirty="0"/>
              <a:t> have the least impact, suggesting they add less value to the model in terms of predictive accuracy.</a:t>
            </a:r>
          </a:p>
          <a:p>
            <a:pPr>
              <a:buFont typeface="+mj-lt"/>
              <a:buAutoNum type="arabicPeriod"/>
            </a:pPr>
            <a:r>
              <a:rPr lang="en-CA" b="1" dirty="0" err="1"/>
              <a:t>MeanDecreaseGini</a:t>
            </a:r>
            <a:r>
              <a:rPr lang="en-CA" dirty="0"/>
              <a:t>:</a:t>
            </a:r>
          </a:p>
          <a:p>
            <a:pPr marL="742950" lvl="1" indent="-285750">
              <a:buFont typeface="+mj-lt"/>
              <a:buAutoNum type="arabicPeriod"/>
            </a:pPr>
            <a:r>
              <a:rPr lang="en-CA" dirty="0"/>
              <a:t>This metric measures the decrease in node impurity (based on the Gini Index) when a specific principal component is used for splitting.</a:t>
            </a:r>
          </a:p>
          <a:p>
            <a:pPr marL="742950" lvl="1" indent="-285750">
              <a:buFont typeface="+mj-lt"/>
              <a:buAutoNum type="arabicPeriod"/>
            </a:pPr>
            <a:r>
              <a:rPr lang="en-CA" dirty="0"/>
              <a:t>Similar to the accuracy metric, </a:t>
            </a:r>
            <a:r>
              <a:rPr lang="en-CA" b="1" dirty="0"/>
              <a:t>PC5</a:t>
            </a:r>
            <a:r>
              <a:rPr lang="en-CA" dirty="0"/>
              <a:t> shows the highest contribution to reducing impurity, followed by </a:t>
            </a:r>
            <a:r>
              <a:rPr lang="en-CA" b="1" dirty="0"/>
              <a:t>PC6</a:t>
            </a:r>
            <a:r>
              <a:rPr lang="en-CA" dirty="0"/>
              <a:t>, and again </a:t>
            </a:r>
            <a:r>
              <a:rPr lang="en-CA" b="1" dirty="0"/>
              <a:t>PC3</a:t>
            </a:r>
            <a:r>
              <a:rPr lang="en-CA" dirty="0"/>
              <a:t> shows the least impact.</a:t>
            </a:r>
          </a:p>
          <a:p>
            <a:r>
              <a:rPr lang="en-CA" b="1" dirty="0"/>
              <a:t>Insights:</a:t>
            </a:r>
          </a:p>
          <a:p>
            <a:pPr>
              <a:buFont typeface="Arial" panose="020B0604020202020204" pitchFamily="34" charset="0"/>
              <a:buChar char="•"/>
            </a:pPr>
            <a:r>
              <a:rPr lang="en-CA" b="1" dirty="0"/>
              <a:t>PC5 and PC6</a:t>
            </a:r>
            <a:r>
              <a:rPr lang="en-CA" dirty="0"/>
              <a:t> are the most significant components for predicting flight delays, indicating that the variables represented in these components (e.g., weather-related factors) play a critical role in determining outcomes.</a:t>
            </a:r>
          </a:p>
          <a:p>
            <a:pPr>
              <a:buFont typeface="Arial" panose="020B0604020202020204" pitchFamily="34" charset="0"/>
              <a:buChar char="•"/>
            </a:pPr>
            <a:r>
              <a:rPr lang="en-CA" b="1" dirty="0"/>
              <a:t>PC3</a:t>
            </a:r>
            <a:r>
              <a:rPr lang="en-CA" dirty="0"/>
              <a:t> is the least impactful, suggesting it contributes minimally to the prediction process.</a:t>
            </a:r>
          </a:p>
          <a:p>
            <a:r>
              <a:rPr lang="en-CA" b="1" dirty="0"/>
              <a:t>Actionable Conclusion:</a:t>
            </a:r>
          </a:p>
          <a:p>
            <a:r>
              <a:rPr lang="en-CA" dirty="0"/>
              <a:t>To improve the model's performance or simplify it further, focus on the top contributing components (PC5 and PC6) and consider excluding lower-impact components like PC3 if necessary, provided it does not significantly affect the model's predictive power.</a:t>
            </a:r>
          </a:p>
          <a:p>
            <a:pPr marL="0" marR="0" lvl="0" indent="0" algn="l" defTabSz="914400" rtl="0" eaLnBrk="1" fontAlgn="auto" latinLnBrk="0" hangingPunct="1">
              <a:lnSpc>
                <a:spcPct val="100000"/>
              </a:lnSpc>
              <a:spcBef>
                <a:spcPts val="900"/>
              </a:spcBef>
              <a:spcAft>
                <a:spcPts val="0"/>
              </a:spcAft>
              <a:buClrTx/>
              <a:buSzTx/>
              <a:buFontTx/>
              <a:buNone/>
              <a:tabLst/>
              <a:defRPr/>
            </a:pPr>
            <a:br>
              <a:rPr lang="es-MX" sz="1200" dirty="0">
                <a:solidFill>
                  <a:schemeClr val="bg1"/>
                </a:solidFill>
                <a:effectLst/>
                <a:latin typeface=".AppleSystemUIFont"/>
              </a:rPr>
            </a:br>
            <a:r>
              <a:rPr lang="es-MX" dirty="0">
                <a:solidFill>
                  <a:srgbClr val="0E0E0E"/>
                </a:solidFill>
                <a:effectLst/>
                <a:latin typeface=".AppleSystemUIFont"/>
              </a:rPr>
              <a:t>We categorized delays into four meaningful groups and used multinomial logistic regression to predict delay likelihood. This method allows us to explore how specific weather conditions impact different delay categories. For example, higher temperatures are linked to short and long delays, while snowfall reduces short delays but increases very long delays. Understanding these relationships enables proactive measures in flight operations.</a:t>
            </a:r>
          </a:p>
          <a:p>
            <a:pPr>
              <a:spcBef>
                <a:spcPts val="900"/>
              </a:spcBef>
            </a:pPr>
            <a:r>
              <a:rPr lang="es-MX" sz="1200" dirty="0">
                <a:solidFill>
                  <a:schemeClr val="bg1"/>
                </a:solidFill>
                <a:effectLst/>
                <a:latin typeface=".AppleSystemUIFont"/>
              </a:rPr>
              <a:t>https://www.google.com/url?sa=i&amp;url=https%3A%2F%2Ftribune.com.pk%2Fstory%2F2441950%2Fprivate-airlines-up-fares-as-pia-in-a-fix&amp;psig=AOvVaw2YuTaqD_rO2CIfoy4QAK-J&amp;ust=1732645031565000&amp;source=images&amp;cd=vfe&amp;opi=89978449&amp;ved=0CBQQjRxqFwoTCKjKze-L-IkDFQAAAAAdAAAAABAR</a:t>
            </a:r>
          </a:p>
          <a:p>
            <a:endParaRPr lang="en-CA" dirty="0"/>
          </a:p>
        </p:txBody>
      </p:sp>
      <p:sp>
        <p:nvSpPr>
          <p:cNvPr id="4" name="Marcador de número de diapositiva 3">
            <a:extLst>
              <a:ext uri="{FF2B5EF4-FFF2-40B4-BE49-F238E27FC236}">
                <a16:creationId xmlns:a16="http://schemas.microsoft.com/office/drawing/2014/main" id="{F5010EBE-CE06-FFA8-1436-FDE4DF0821DC}"/>
              </a:ext>
            </a:extLst>
          </p:cNvPr>
          <p:cNvSpPr>
            <a:spLocks noGrp="1"/>
          </p:cNvSpPr>
          <p:nvPr>
            <p:ph type="sldNum" sz="quarter" idx="5"/>
          </p:nvPr>
        </p:nvSpPr>
        <p:spPr/>
        <p:txBody>
          <a:bodyPr/>
          <a:lstStyle/>
          <a:p>
            <a:fld id="{B0C0D828-C119-0945-A01C-0ABA6D88B00F}" type="slidenum">
              <a:rPr lang="en-CA" smtClean="0"/>
              <a:t>35</a:t>
            </a:fld>
            <a:endParaRPr lang="en-CA"/>
          </a:p>
        </p:txBody>
      </p:sp>
    </p:spTree>
    <p:extLst>
      <p:ext uri="{BB962C8B-B14F-4D97-AF65-F5344CB8AC3E}">
        <p14:creationId xmlns:p14="http://schemas.microsoft.com/office/powerpoint/2010/main" val="22115439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37</a:t>
            </a:fld>
            <a:endParaRPr lang="en-CA"/>
          </a:p>
        </p:txBody>
      </p:sp>
    </p:spTree>
    <p:extLst>
      <p:ext uri="{BB962C8B-B14F-4D97-AF65-F5344CB8AC3E}">
        <p14:creationId xmlns:p14="http://schemas.microsoft.com/office/powerpoint/2010/main" val="41167629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b="1"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38</a:t>
            </a:fld>
            <a:endParaRPr lang="en-CA"/>
          </a:p>
        </p:txBody>
      </p:sp>
    </p:spTree>
    <p:extLst>
      <p:ext uri="{BB962C8B-B14F-4D97-AF65-F5344CB8AC3E}">
        <p14:creationId xmlns:p14="http://schemas.microsoft.com/office/powerpoint/2010/main" val="93585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39</a:t>
            </a:fld>
            <a:endParaRPr lang="en-CA"/>
          </a:p>
        </p:txBody>
      </p:sp>
    </p:spTree>
    <p:extLst>
      <p:ext uri="{BB962C8B-B14F-4D97-AF65-F5344CB8AC3E}">
        <p14:creationId xmlns:p14="http://schemas.microsoft.com/office/powerpoint/2010/main" val="18747158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CA" dirty="0"/>
          </a:p>
        </p:txBody>
      </p:sp>
      <p:sp>
        <p:nvSpPr>
          <p:cNvPr id="4" name="Marcador de número de diapositiva 3"/>
          <p:cNvSpPr>
            <a:spLocks noGrp="1"/>
          </p:cNvSpPr>
          <p:nvPr>
            <p:ph type="sldNum" sz="quarter" idx="5"/>
          </p:nvPr>
        </p:nvSpPr>
        <p:spPr/>
        <p:txBody>
          <a:bodyPr/>
          <a:lstStyle/>
          <a:p>
            <a:fld id="{B0C0D828-C119-0945-A01C-0ABA6D88B00F}" type="slidenum">
              <a:rPr lang="en-CA" smtClean="0"/>
              <a:t>40</a:t>
            </a:fld>
            <a:endParaRPr lang="en-CA"/>
          </a:p>
        </p:txBody>
      </p:sp>
    </p:spTree>
    <p:extLst>
      <p:ext uri="{BB962C8B-B14F-4D97-AF65-F5344CB8AC3E}">
        <p14:creationId xmlns:p14="http://schemas.microsoft.com/office/powerpoint/2010/main" val="2645911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B8E035-5051-ABC2-E5FA-0D722232041B}"/>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n-CA"/>
          </a:p>
        </p:txBody>
      </p:sp>
      <p:sp>
        <p:nvSpPr>
          <p:cNvPr id="3" name="Subtítulo 2">
            <a:extLst>
              <a:ext uri="{FF2B5EF4-FFF2-40B4-BE49-F238E27FC236}">
                <a16:creationId xmlns:a16="http://schemas.microsoft.com/office/drawing/2014/main" id="{21BEC0E9-465F-14D4-B211-01B834852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n-CA"/>
          </a:p>
        </p:txBody>
      </p:sp>
      <p:sp>
        <p:nvSpPr>
          <p:cNvPr id="4" name="Marcador de fecha 3">
            <a:extLst>
              <a:ext uri="{FF2B5EF4-FFF2-40B4-BE49-F238E27FC236}">
                <a16:creationId xmlns:a16="http://schemas.microsoft.com/office/drawing/2014/main" id="{0E5F2C60-A9A6-A07D-CA01-77652380940F}"/>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5" name="Marcador de pie de página 4">
            <a:extLst>
              <a:ext uri="{FF2B5EF4-FFF2-40B4-BE49-F238E27FC236}">
                <a16:creationId xmlns:a16="http://schemas.microsoft.com/office/drawing/2014/main" id="{87A95B55-5689-8A5F-4A76-3826D7B20A53}"/>
              </a:ext>
            </a:extLst>
          </p:cNvPr>
          <p:cNvSpPr>
            <a:spLocks noGrp="1"/>
          </p:cNvSpPr>
          <p:nvPr>
            <p:ph type="ftr" sz="quarter" idx="11"/>
          </p:nvPr>
        </p:nvSpPr>
        <p:spPr/>
        <p:txBody>
          <a:bodyPr/>
          <a:lstStyle/>
          <a:p>
            <a:endParaRPr lang="en-CA"/>
          </a:p>
        </p:txBody>
      </p:sp>
      <p:sp>
        <p:nvSpPr>
          <p:cNvPr id="6" name="Marcador de número de diapositiva 5">
            <a:extLst>
              <a:ext uri="{FF2B5EF4-FFF2-40B4-BE49-F238E27FC236}">
                <a16:creationId xmlns:a16="http://schemas.microsoft.com/office/drawing/2014/main" id="{638AEC85-18F8-6403-4698-B84A0C29A58D}"/>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3809387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6EBE8B-2679-CA78-F2C2-C0D7A2F58E92}"/>
              </a:ext>
            </a:extLst>
          </p:cNvPr>
          <p:cNvSpPr>
            <a:spLocks noGrp="1"/>
          </p:cNvSpPr>
          <p:nvPr>
            <p:ph type="title"/>
          </p:nvPr>
        </p:nvSpPr>
        <p:spPr/>
        <p:txBody>
          <a:bodyPr/>
          <a:lstStyle/>
          <a:p>
            <a:r>
              <a:rPr lang="es-MX"/>
              <a:t>Haz clic para modificar el estilo de título del patrón</a:t>
            </a:r>
            <a:endParaRPr lang="en-CA"/>
          </a:p>
        </p:txBody>
      </p:sp>
      <p:sp>
        <p:nvSpPr>
          <p:cNvPr id="3" name="Marcador de contenido 2">
            <a:extLst>
              <a:ext uri="{FF2B5EF4-FFF2-40B4-BE49-F238E27FC236}">
                <a16:creationId xmlns:a16="http://schemas.microsoft.com/office/drawing/2014/main" id="{A659DD10-417B-C74F-F2CC-D28ED515FC83}"/>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4" name="Marcador de fecha 3">
            <a:extLst>
              <a:ext uri="{FF2B5EF4-FFF2-40B4-BE49-F238E27FC236}">
                <a16:creationId xmlns:a16="http://schemas.microsoft.com/office/drawing/2014/main" id="{C8767011-4C96-1922-4367-72ABB0FCB163}"/>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5" name="Marcador de pie de página 4">
            <a:extLst>
              <a:ext uri="{FF2B5EF4-FFF2-40B4-BE49-F238E27FC236}">
                <a16:creationId xmlns:a16="http://schemas.microsoft.com/office/drawing/2014/main" id="{1E9FD99C-82C9-1DB9-0D01-88EA91A7E22C}"/>
              </a:ext>
            </a:extLst>
          </p:cNvPr>
          <p:cNvSpPr>
            <a:spLocks noGrp="1"/>
          </p:cNvSpPr>
          <p:nvPr>
            <p:ph type="ftr" sz="quarter" idx="11"/>
          </p:nvPr>
        </p:nvSpPr>
        <p:spPr/>
        <p:txBody>
          <a:bodyPr/>
          <a:lstStyle/>
          <a:p>
            <a:endParaRPr lang="en-CA"/>
          </a:p>
        </p:txBody>
      </p:sp>
      <p:sp>
        <p:nvSpPr>
          <p:cNvPr id="6" name="Marcador de número de diapositiva 5">
            <a:extLst>
              <a:ext uri="{FF2B5EF4-FFF2-40B4-BE49-F238E27FC236}">
                <a16:creationId xmlns:a16="http://schemas.microsoft.com/office/drawing/2014/main" id="{BB173C0F-A967-400B-DCAF-6144CC10F457}"/>
              </a:ext>
            </a:extLst>
          </p:cNvPr>
          <p:cNvSpPr>
            <a:spLocks noGrp="1"/>
          </p:cNvSpPr>
          <p:nvPr>
            <p:ph type="sldNum" sz="quarter" idx="12"/>
          </p:nvPr>
        </p:nvSpPr>
        <p:spPr/>
        <p:txBody>
          <a:bodyPr/>
          <a:lstStyle/>
          <a:p>
            <a:fld id="{23EAACAA-ACD0-CA41-9C3D-9E55A60776BA}" type="slidenum">
              <a:rPr lang="en-CA" smtClean="0"/>
              <a:t>‹Nº›</a:t>
            </a:fld>
            <a:endParaRPr lang="en-CA"/>
          </a:p>
        </p:txBody>
      </p:sp>
      <p:pic>
        <p:nvPicPr>
          <p:cNvPr id="8" name="Imagen 7">
            <a:extLst>
              <a:ext uri="{FF2B5EF4-FFF2-40B4-BE49-F238E27FC236}">
                <a16:creationId xmlns:a16="http://schemas.microsoft.com/office/drawing/2014/main" id="{BA29D5DE-9BE0-08D9-EB4B-C5AAEA754245}"/>
              </a:ext>
            </a:extLst>
          </p:cNvPr>
          <p:cNvPicPr>
            <a:picLocks noChangeAspect="1"/>
          </p:cNvPicPr>
          <p:nvPr userDrawn="1"/>
        </p:nvPicPr>
        <p:blipFill>
          <a:blip r:embed="rId2"/>
          <a:stretch>
            <a:fillRect/>
          </a:stretch>
        </p:blipFill>
        <p:spPr>
          <a:xfrm>
            <a:off x="0" y="3833"/>
            <a:ext cx="12192000" cy="6901131"/>
          </a:xfrm>
          <a:prstGeom prst="rect">
            <a:avLst/>
          </a:prstGeom>
        </p:spPr>
      </p:pic>
    </p:spTree>
    <p:extLst>
      <p:ext uri="{BB962C8B-B14F-4D97-AF65-F5344CB8AC3E}">
        <p14:creationId xmlns:p14="http://schemas.microsoft.com/office/powerpoint/2010/main" val="1165930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8522C7-F426-C582-F925-D1EFAF5AA5C0}"/>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n-CA"/>
          </a:p>
        </p:txBody>
      </p:sp>
      <p:sp>
        <p:nvSpPr>
          <p:cNvPr id="3" name="Marcador de texto 2">
            <a:extLst>
              <a:ext uri="{FF2B5EF4-FFF2-40B4-BE49-F238E27FC236}">
                <a16:creationId xmlns:a16="http://schemas.microsoft.com/office/drawing/2014/main" id="{FE078D21-3EED-DDA6-625E-9BE09777C6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1FA14288-1A88-4C58-B70F-15D88484B116}"/>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5" name="Marcador de pie de página 4">
            <a:extLst>
              <a:ext uri="{FF2B5EF4-FFF2-40B4-BE49-F238E27FC236}">
                <a16:creationId xmlns:a16="http://schemas.microsoft.com/office/drawing/2014/main" id="{904E8769-4461-CAD2-9780-F4A739A923F5}"/>
              </a:ext>
            </a:extLst>
          </p:cNvPr>
          <p:cNvSpPr>
            <a:spLocks noGrp="1"/>
          </p:cNvSpPr>
          <p:nvPr>
            <p:ph type="ftr" sz="quarter" idx="11"/>
          </p:nvPr>
        </p:nvSpPr>
        <p:spPr/>
        <p:txBody>
          <a:bodyPr/>
          <a:lstStyle/>
          <a:p>
            <a:endParaRPr lang="en-CA"/>
          </a:p>
        </p:txBody>
      </p:sp>
      <p:sp>
        <p:nvSpPr>
          <p:cNvPr id="6" name="Marcador de número de diapositiva 5">
            <a:extLst>
              <a:ext uri="{FF2B5EF4-FFF2-40B4-BE49-F238E27FC236}">
                <a16:creationId xmlns:a16="http://schemas.microsoft.com/office/drawing/2014/main" id="{A6790739-5A63-C49F-B935-4EF452079C43}"/>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3765552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C2B8EB-FCB3-9D59-43E6-D5ECD31760F5}"/>
              </a:ext>
            </a:extLst>
          </p:cNvPr>
          <p:cNvSpPr>
            <a:spLocks noGrp="1"/>
          </p:cNvSpPr>
          <p:nvPr>
            <p:ph type="title"/>
          </p:nvPr>
        </p:nvSpPr>
        <p:spPr/>
        <p:txBody>
          <a:bodyPr/>
          <a:lstStyle/>
          <a:p>
            <a:r>
              <a:rPr lang="es-MX"/>
              <a:t>Haz clic para modificar el estilo de título del patrón</a:t>
            </a:r>
            <a:endParaRPr lang="en-CA"/>
          </a:p>
        </p:txBody>
      </p:sp>
      <p:sp>
        <p:nvSpPr>
          <p:cNvPr id="3" name="Marcador de contenido 2">
            <a:extLst>
              <a:ext uri="{FF2B5EF4-FFF2-40B4-BE49-F238E27FC236}">
                <a16:creationId xmlns:a16="http://schemas.microsoft.com/office/drawing/2014/main" id="{9266431F-9EE9-1593-21DA-6A1A60999F92}"/>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4" name="Marcador de contenido 3">
            <a:extLst>
              <a:ext uri="{FF2B5EF4-FFF2-40B4-BE49-F238E27FC236}">
                <a16:creationId xmlns:a16="http://schemas.microsoft.com/office/drawing/2014/main" id="{ABDCDF05-8C82-5FEC-840B-28F34CB2AE7A}"/>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5" name="Marcador de fecha 4">
            <a:extLst>
              <a:ext uri="{FF2B5EF4-FFF2-40B4-BE49-F238E27FC236}">
                <a16:creationId xmlns:a16="http://schemas.microsoft.com/office/drawing/2014/main" id="{0E8A2B1E-BE3A-65D4-4E3E-87D70672287C}"/>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6" name="Marcador de pie de página 5">
            <a:extLst>
              <a:ext uri="{FF2B5EF4-FFF2-40B4-BE49-F238E27FC236}">
                <a16:creationId xmlns:a16="http://schemas.microsoft.com/office/drawing/2014/main" id="{C37C8AD4-84C6-A794-D0AF-24FE27648A4C}"/>
              </a:ext>
            </a:extLst>
          </p:cNvPr>
          <p:cNvSpPr>
            <a:spLocks noGrp="1"/>
          </p:cNvSpPr>
          <p:nvPr>
            <p:ph type="ftr" sz="quarter" idx="11"/>
          </p:nvPr>
        </p:nvSpPr>
        <p:spPr/>
        <p:txBody>
          <a:bodyPr/>
          <a:lstStyle/>
          <a:p>
            <a:endParaRPr lang="en-CA"/>
          </a:p>
        </p:txBody>
      </p:sp>
      <p:sp>
        <p:nvSpPr>
          <p:cNvPr id="7" name="Marcador de número de diapositiva 6">
            <a:extLst>
              <a:ext uri="{FF2B5EF4-FFF2-40B4-BE49-F238E27FC236}">
                <a16:creationId xmlns:a16="http://schemas.microsoft.com/office/drawing/2014/main" id="{319D7AF3-B53F-61C5-3C59-9C3CEAF30E00}"/>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735002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8A0A5E-3B06-4794-6048-89F12738EC4E}"/>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n-CA"/>
          </a:p>
        </p:txBody>
      </p:sp>
      <p:sp>
        <p:nvSpPr>
          <p:cNvPr id="3" name="Marcador de texto 2">
            <a:extLst>
              <a:ext uri="{FF2B5EF4-FFF2-40B4-BE49-F238E27FC236}">
                <a16:creationId xmlns:a16="http://schemas.microsoft.com/office/drawing/2014/main" id="{948200BC-C1E7-03E8-4BB7-42F32E3E0F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F81C513C-6B11-669A-E1D1-AD10DAD7E25C}"/>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5" name="Marcador de texto 4">
            <a:extLst>
              <a:ext uri="{FF2B5EF4-FFF2-40B4-BE49-F238E27FC236}">
                <a16:creationId xmlns:a16="http://schemas.microsoft.com/office/drawing/2014/main" id="{8E0BC61B-4343-1226-B77C-A7C23C5E0E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55E264FE-9C98-8A47-FF97-60CDC5119D05}"/>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7" name="Marcador de fecha 6">
            <a:extLst>
              <a:ext uri="{FF2B5EF4-FFF2-40B4-BE49-F238E27FC236}">
                <a16:creationId xmlns:a16="http://schemas.microsoft.com/office/drawing/2014/main" id="{B3085476-5B6C-128B-D17E-4AB14FD99123}"/>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8" name="Marcador de pie de página 7">
            <a:extLst>
              <a:ext uri="{FF2B5EF4-FFF2-40B4-BE49-F238E27FC236}">
                <a16:creationId xmlns:a16="http://schemas.microsoft.com/office/drawing/2014/main" id="{686EAAF9-EB6F-7231-59D5-F2AF86DDB2CB}"/>
              </a:ext>
            </a:extLst>
          </p:cNvPr>
          <p:cNvSpPr>
            <a:spLocks noGrp="1"/>
          </p:cNvSpPr>
          <p:nvPr>
            <p:ph type="ftr" sz="quarter" idx="11"/>
          </p:nvPr>
        </p:nvSpPr>
        <p:spPr/>
        <p:txBody>
          <a:bodyPr/>
          <a:lstStyle/>
          <a:p>
            <a:endParaRPr lang="en-CA"/>
          </a:p>
        </p:txBody>
      </p:sp>
      <p:sp>
        <p:nvSpPr>
          <p:cNvPr id="9" name="Marcador de número de diapositiva 8">
            <a:extLst>
              <a:ext uri="{FF2B5EF4-FFF2-40B4-BE49-F238E27FC236}">
                <a16:creationId xmlns:a16="http://schemas.microsoft.com/office/drawing/2014/main" id="{E47A8AF0-E7BE-E8B1-0457-BE7ACB472809}"/>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1366219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38F634-5B58-3B30-CBBF-3BBC2296F982}"/>
              </a:ext>
            </a:extLst>
          </p:cNvPr>
          <p:cNvSpPr>
            <a:spLocks noGrp="1"/>
          </p:cNvSpPr>
          <p:nvPr>
            <p:ph type="title"/>
          </p:nvPr>
        </p:nvSpPr>
        <p:spPr/>
        <p:txBody>
          <a:bodyPr/>
          <a:lstStyle/>
          <a:p>
            <a:r>
              <a:rPr lang="es-MX"/>
              <a:t>Haz clic para modificar el estilo de título del patrón</a:t>
            </a:r>
            <a:endParaRPr lang="en-CA"/>
          </a:p>
        </p:txBody>
      </p:sp>
      <p:sp>
        <p:nvSpPr>
          <p:cNvPr id="3" name="Marcador de fecha 2">
            <a:extLst>
              <a:ext uri="{FF2B5EF4-FFF2-40B4-BE49-F238E27FC236}">
                <a16:creationId xmlns:a16="http://schemas.microsoft.com/office/drawing/2014/main" id="{333E5B1F-0AF9-05CE-2AF2-E7DB07E547D4}"/>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4" name="Marcador de pie de página 3">
            <a:extLst>
              <a:ext uri="{FF2B5EF4-FFF2-40B4-BE49-F238E27FC236}">
                <a16:creationId xmlns:a16="http://schemas.microsoft.com/office/drawing/2014/main" id="{D9CBB09A-31A3-8D91-EC60-002C2831732C}"/>
              </a:ext>
            </a:extLst>
          </p:cNvPr>
          <p:cNvSpPr>
            <a:spLocks noGrp="1"/>
          </p:cNvSpPr>
          <p:nvPr>
            <p:ph type="ftr" sz="quarter" idx="11"/>
          </p:nvPr>
        </p:nvSpPr>
        <p:spPr/>
        <p:txBody>
          <a:bodyPr/>
          <a:lstStyle/>
          <a:p>
            <a:endParaRPr lang="en-CA"/>
          </a:p>
        </p:txBody>
      </p:sp>
      <p:sp>
        <p:nvSpPr>
          <p:cNvPr id="5" name="Marcador de número de diapositiva 4">
            <a:extLst>
              <a:ext uri="{FF2B5EF4-FFF2-40B4-BE49-F238E27FC236}">
                <a16:creationId xmlns:a16="http://schemas.microsoft.com/office/drawing/2014/main" id="{E14FC000-4B35-EA0E-EDDA-FFBDC8E13F81}"/>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1380292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4460948-6196-8FEE-4172-051C17BE99DE}"/>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3" name="Marcador de pie de página 2">
            <a:extLst>
              <a:ext uri="{FF2B5EF4-FFF2-40B4-BE49-F238E27FC236}">
                <a16:creationId xmlns:a16="http://schemas.microsoft.com/office/drawing/2014/main" id="{7BB650E3-F02E-8F44-377A-DC163AA0FDBA}"/>
              </a:ext>
            </a:extLst>
          </p:cNvPr>
          <p:cNvSpPr>
            <a:spLocks noGrp="1"/>
          </p:cNvSpPr>
          <p:nvPr>
            <p:ph type="ftr" sz="quarter" idx="11"/>
          </p:nvPr>
        </p:nvSpPr>
        <p:spPr/>
        <p:txBody>
          <a:bodyPr/>
          <a:lstStyle/>
          <a:p>
            <a:endParaRPr lang="en-CA"/>
          </a:p>
        </p:txBody>
      </p:sp>
      <p:sp>
        <p:nvSpPr>
          <p:cNvPr id="4" name="Marcador de número de diapositiva 3">
            <a:extLst>
              <a:ext uri="{FF2B5EF4-FFF2-40B4-BE49-F238E27FC236}">
                <a16:creationId xmlns:a16="http://schemas.microsoft.com/office/drawing/2014/main" id="{44ABC9B5-169D-AC1B-E288-B04D92495F58}"/>
              </a:ext>
            </a:extLst>
          </p:cNvPr>
          <p:cNvSpPr>
            <a:spLocks noGrp="1"/>
          </p:cNvSpPr>
          <p:nvPr>
            <p:ph type="sldNum" sz="quarter" idx="12"/>
          </p:nvPr>
        </p:nvSpPr>
        <p:spPr/>
        <p:txBody>
          <a:bodyPr/>
          <a:lstStyle/>
          <a:p>
            <a:fld id="{23EAACAA-ACD0-CA41-9C3D-9E55A60776BA}" type="slidenum">
              <a:rPr lang="en-CA" smtClean="0"/>
              <a:t>‹Nº›</a:t>
            </a:fld>
            <a:endParaRPr lang="en-CA"/>
          </a:p>
        </p:txBody>
      </p:sp>
      <p:pic>
        <p:nvPicPr>
          <p:cNvPr id="5" name="Imagen 4">
            <a:extLst>
              <a:ext uri="{FF2B5EF4-FFF2-40B4-BE49-F238E27FC236}">
                <a16:creationId xmlns:a16="http://schemas.microsoft.com/office/drawing/2014/main" id="{AC70271F-A687-4877-ED01-A1B3246A0B24}"/>
              </a:ext>
            </a:extLst>
          </p:cNvPr>
          <p:cNvPicPr>
            <a:picLocks noChangeAspect="1"/>
          </p:cNvPicPr>
          <p:nvPr userDrawn="1"/>
        </p:nvPicPr>
        <p:blipFill>
          <a:blip r:embed="rId2"/>
          <a:stretch>
            <a:fillRect/>
          </a:stretch>
        </p:blipFill>
        <p:spPr>
          <a:xfrm>
            <a:off x="0" y="3833"/>
            <a:ext cx="12192000" cy="6901131"/>
          </a:xfrm>
          <a:prstGeom prst="rect">
            <a:avLst/>
          </a:prstGeom>
        </p:spPr>
      </p:pic>
    </p:spTree>
    <p:extLst>
      <p:ext uri="{BB962C8B-B14F-4D97-AF65-F5344CB8AC3E}">
        <p14:creationId xmlns:p14="http://schemas.microsoft.com/office/powerpoint/2010/main" val="76168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DACFD9-FED8-2564-5354-0728BC411C6C}"/>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CA"/>
          </a:p>
        </p:txBody>
      </p:sp>
      <p:sp>
        <p:nvSpPr>
          <p:cNvPr id="3" name="Marcador de contenido 2">
            <a:extLst>
              <a:ext uri="{FF2B5EF4-FFF2-40B4-BE49-F238E27FC236}">
                <a16:creationId xmlns:a16="http://schemas.microsoft.com/office/drawing/2014/main" id="{7476F884-6332-7925-D8EE-9B40641BC3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4" name="Marcador de texto 3">
            <a:extLst>
              <a:ext uri="{FF2B5EF4-FFF2-40B4-BE49-F238E27FC236}">
                <a16:creationId xmlns:a16="http://schemas.microsoft.com/office/drawing/2014/main" id="{094B3F5F-0E50-8B93-FDD0-DB0A7C48C8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5D566A40-C055-0F05-155A-C775C03FA9F3}"/>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6" name="Marcador de pie de página 5">
            <a:extLst>
              <a:ext uri="{FF2B5EF4-FFF2-40B4-BE49-F238E27FC236}">
                <a16:creationId xmlns:a16="http://schemas.microsoft.com/office/drawing/2014/main" id="{63ABADCE-1D4D-4834-7403-A29C550A6670}"/>
              </a:ext>
            </a:extLst>
          </p:cNvPr>
          <p:cNvSpPr>
            <a:spLocks noGrp="1"/>
          </p:cNvSpPr>
          <p:nvPr>
            <p:ph type="ftr" sz="quarter" idx="11"/>
          </p:nvPr>
        </p:nvSpPr>
        <p:spPr/>
        <p:txBody>
          <a:bodyPr/>
          <a:lstStyle/>
          <a:p>
            <a:endParaRPr lang="en-CA"/>
          </a:p>
        </p:txBody>
      </p:sp>
      <p:sp>
        <p:nvSpPr>
          <p:cNvPr id="7" name="Marcador de número de diapositiva 6">
            <a:extLst>
              <a:ext uri="{FF2B5EF4-FFF2-40B4-BE49-F238E27FC236}">
                <a16:creationId xmlns:a16="http://schemas.microsoft.com/office/drawing/2014/main" id="{2B1858DF-AE54-1ECA-F184-760884296666}"/>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2687922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6EEC83-1262-AB34-4D5C-52B5F918CF91}"/>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n-CA"/>
          </a:p>
        </p:txBody>
      </p:sp>
      <p:sp>
        <p:nvSpPr>
          <p:cNvPr id="3" name="Marcador de posición de imagen 2">
            <a:extLst>
              <a:ext uri="{FF2B5EF4-FFF2-40B4-BE49-F238E27FC236}">
                <a16:creationId xmlns:a16="http://schemas.microsoft.com/office/drawing/2014/main" id="{C927B69C-BC31-B375-F554-1FA8023E89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Marcador de texto 3">
            <a:extLst>
              <a:ext uri="{FF2B5EF4-FFF2-40B4-BE49-F238E27FC236}">
                <a16:creationId xmlns:a16="http://schemas.microsoft.com/office/drawing/2014/main" id="{B6FBFB28-FE84-BF4F-AE64-703363AEB3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CED9F34F-0AFB-ED70-5E4F-2DC306E48944}"/>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6" name="Marcador de pie de página 5">
            <a:extLst>
              <a:ext uri="{FF2B5EF4-FFF2-40B4-BE49-F238E27FC236}">
                <a16:creationId xmlns:a16="http://schemas.microsoft.com/office/drawing/2014/main" id="{3E1120F9-E2F0-D6B5-FD24-BF3D1D258D65}"/>
              </a:ext>
            </a:extLst>
          </p:cNvPr>
          <p:cNvSpPr>
            <a:spLocks noGrp="1"/>
          </p:cNvSpPr>
          <p:nvPr>
            <p:ph type="ftr" sz="quarter" idx="11"/>
          </p:nvPr>
        </p:nvSpPr>
        <p:spPr/>
        <p:txBody>
          <a:bodyPr/>
          <a:lstStyle/>
          <a:p>
            <a:endParaRPr lang="en-CA"/>
          </a:p>
        </p:txBody>
      </p:sp>
      <p:sp>
        <p:nvSpPr>
          <p:cNvPr id="7" name="Marcador de número de diapositiva 6">
            <a:extLst>
              <a:ext uri="{FF2B5EF4-FFF2-40B4-BE49-F238E27FC236}">
                <a16:creationId xmlns:a16="http://schemas.microsoft.com/office/drawing/2014/main" id="{AD09EFBB-5577-8806-D9A1-D362A65879B5}"/>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156407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F630D7-571C-B002-7B35-58F7F88FF238}"/>
              </a:ext>
            </a:extLst>
          </p:cNvPr>
          <p:cNvSpPr>
            <a:spLocks noGrp="1"/>
          </p:cNvSpPr>
          <p:nvPr>
            <p:ph type="title"/>
          </p:nvPr>
        </p:nvSpPr>
        <p:spPr/>
        <p:txBody>
          <a:bodyPr/>
          <a:lstStyle/>
          <a:p>
            <a:r>
              <a:rPr lang="es-MX"/>
              <a:t>Haz clic para modificar el estilo de título del patrón</a:t>
            </a:r>
            <a:endParaRPr lang="en-CA"/>
          </a:p>
        </p:txBody>
      </p:sp>
      <p:sp>
        <p:nvSpPr>
          <p:cNvPr id="3" name="Marcador de texto vertical 2">
            <a:extLst>
              <a:ext uri="{FF2B5EF4-FFF2-40B4-BE49-F238E27FC236}">
                <a16:creationId xmlns:a16="http://schemas.microsoft.com/office/drawing/2014/main" id="{A6455900-0CBD-152C-43E3-B569656476BB}"/>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4" name="Marcador de fecha 3">
            <a:extLst>
              <a:ext uri="{FF2B5EF4-FFF2-40B4-BE49-F238E27FC236}">
                <a16:creationId xmlns:a16="http://schemas.microsoft.com/office/drawing/2014/main" id="{A2E93CBC-AF67-EBDF-3E6A-CFEA804F8B5B}"/>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5" name="Marcador de pie de página 4">
            <a:extLst>
              <a:ext uri="{FF2B5EF4-FFF2-40B4-BE49-F238E27FC236}">
                <a16:creationId xmlns:a16="http://schemas.microsoft.com/office/drawing/2014/main" id="{572BF8D7-23D0-4659-4122-72620AE96303}"/>
              </a:ext>
            </a:extLst>
          </p:cNvPr>
          <p:cNvSpPr>
            <a:spLocks noGrp="1"/>
          </p:cNvSpPr>
          <p:nvPr>
            <p:ph type="ftr" sz="quarter" idx="11"/>
          </p:nvPr>
        </p:nvSpPr>
        <p:spPr/>
        <p:txBody>
          <a:bodyPr/>
          <a:lstStyle/>
          <a:p>
            <a:endParaRPr lang="en-CA"/>
          </a:p>
        </p:txBody>
      </p:sp>
      <p:sp>
        <p:nvSpPr>
          <p:cNvPr id="6" name="Marcador de número de diapositiva 5">
            <a:extLst>
              <a:ext uri="{FF2B5EF4-FFF2-40B4-BE49-F238E27FC236}">
                <a16:creationId xmlns:a16="http://schemas.microsoft.com/office/drawing/2014/main" id="{AB5285DC-82B3-3B2D-C208-06FB0162C628}"/>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155708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8EC05E8-112F-434E-8479-3B951CD646D5}"/>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n-CA"/>
          </a:p>
        </p:txBody>
      </p:sp>
      <p:sp>
        <p:nvSpPr>
          <p:cNvPr id="3" name="Marcador de texto vertical 2">
            <a:extLst>
              <a:ext uri="{FF2B5EF4-FFF2-40B4-BE49-F238E27FC236}">
                <a16:creationId xmlns:a16="http://schemas.microsoft.com/office/drawing/2014/main" id="{ADA9016B-1FCF-83B0-2B2C-B369F4BDC74A}"/>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4" name="Marcador de fecha 3">
            <a:extLst>
              <a:ext uri="{FF2B5EF4-FFF2-40B4-BE49-F238E27FC236}">
                <a16:creationId xmlns:a16="http://schemas.microsoft.com/office/drawing/2014/main" id="{47DE6413-EC9C-2443-68EC-736A747190E3}"/>
              </a:ext>
            </a:extLst>
          </p:cNvPr>
          <p:cNvSpPr>
            <a:spLocks noGrp="1"/>
          </p:cNvSpPr>
          <p:nvPr>
            <p:ph type="dt" sz="half" idx="10"/>
          </p:nvPr>
        </p:nvSpPr>
        <p:spPr/>
        <p:txBody>
          <a:bodyPr/>
          <a:lstStyle/>
          <a:p>
            <a:fld id="{85071F3F-0522-E040-AFC2-EADFD64CAF76}" type="datetimeFigureOut">
              <a:rPr lang="en-CA" smtClean="0"/>
              <a:t>2024-11-26</a:t>
            </a:fld>
            <a:endParaRPr lang="en-CA"/>
          </a:p>
        </p:txBody>
      </p:sp>
      <p:sp>
        <p:nvSpPr>
          <p:cNvPr id="5" name="Marcador de pie de página 4">
            <a:extLst>
              <a:ext uri="{FF2B5EF4-FFF2-40B4-BE49-F238E27FC236}">
                <a16:creationId xmlns:a16="http://schemas.microsoft.com/office/drawing/2014/main" id="{CB782EF4-FDF9-6E69-0761-21FB33943DF3}"/>
              </a:ext>
            </a:extLst>
          </p:cNvPr>
          <p:cNvSpPr>
            <a:spLocks noGrp="1"/>
          </p:cNvSpPr>
          <p:nvPr>
            <p:ph type="ftr" sz="quarter" idx="11"/>
          </p:nvPr>
        </p:nvSpPr>
        <p:spPr/>
        <p:txBody>
          <a:bodyPr/>
          <a:lstStyle/>
          <a:p>
            <a:endParaRPr lang="en-CA"/>
          </a:p>
        </p:txBody>
      </p:sp>
      <p:sp>
        <p:nvSpPr>
          <p:cNvPr id="6" name="Marcador de número de diapositiva 5">
            <a:extLst>
              <a:ext uri="{FF2B5EF4-FFF2-40B4-BE49-F238E27FC236}">
                <a16:creationId xmlns:a16="http://schemas.microsoft.com/office/drawing/2014/main" id="{F6A049F1-55FF-96F1-FBE9-41292429A63F}"/>
              </a:ext>
            </a:extLst>
          </p:cNvPr>
          <p:cNvSpPr>
            <a:spLocks noGrp="1"/>
          </p:cNvSpPr>
          <p:nvPr>
            <p:ph type="sldNum" sz="quarter" idx="12"/>
          </p:nvPr>
        </p:nvSpPr>
        <p:spPr/>
        <p:txBody>
          <a:bodyPr/>
          <a:lstStyle/>
          <a:p>
            <a:fld id="{23EAACAA-ACD0-CA41-9C3D-9E55A60776BA}" type="slidenum">
              <a:rPr lang="en-CA" smtClean="0"/>
              <a:t>‹Nº›</a:t>
            </a:fld>
            <a:endParaRPr lang="en-CA"/>
          </a:p>
        </p:txBody>
      </p:sp>
    </p:spTree>
    <p:extLst>
      <p:ext uri="{BB962C8B-B14F-4D97-AF65-F5344CB8AC3E}">
        <p14:creationId xmlns:p14="http://schemas.microsoft.com/office/powerpoint/2010/main" val="786318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DD2BC00-BD6C-5D7B-89FB-44D05AB7BE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n-CA"/>
          </a:p>
        </p:txBody>
      </p:sp>
      <p:sp>
        <p:nvSpPr>
          <p:cNvPr id="3" name="Marcador de texto 2">
            <a:extLst>
              <a:ext uri="{FF2B5EF4-FFF2-40B4-BE49-F238E27FC236}">
                <a16:creationId xmlns:a16="http://schemas.microsoft.com/office/drawing/2014/main" id="{29ADFB2D-E382-14F7-68F6-AE0829B8CC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CA"/>
          </a:p>
        </p:txBody>
      </p:sp>
      <p:sp>
        <p:nvSpPr>
          <p:cNvPr id="4" name="Marcador de fecha 3">
            <a:extLst>
              <a:ext uri="{FF2B5EF4-FFF2-40B4-BE49-F238E27FC236}">
                <a16:creationId xmlns:a16="http://schemas.microsoft.com/office/drawing/2014/main" id="{3688174B-626A-038F-97E0-75E9162C58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071F3F-0522-E040-AFC2-EADFD64CAF76}" type="datetimeFigureOut">
              <a:rPr lang="en-CA" smtClean="0"/>
              <a:t>2024-11-26</a:t>
            </a:fld>
            <a:endParaRPr lang="en-CA"/>
          </a:p>
        </p:txBody>
      </p:sp>
      <p:sp>
        <p:nvSpPr>
          <p:cNvPr id="5" name="Marcador de pie de página 4">
            <a:extLst>
              <a:ext uri="{FF2B5EF4-FFF2-40B4-BE49-F238E27FC236}">
                <a16:creationId xmlns:a16="http://schemas.microsoft.com/office/drawing/2014/main" id="{5EC25B1E-8076-B139-AE9B-05D7A50FF8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Marcador de número de diapositiva 5">
            <a:extLst>
              <a:ext uri="{FF2B5EF4-FFF2-40B4-BE49-F238E27FC236}">
                <a16:creationId xmlns:a16="http://schemas.microsoft.com/office/drawing/2014/main" id="{9B784C5D-D20C-CCA9-C6E8-F1B331DAD7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EAACAA-ACD0-CA41-9C3D-9E55A60776BA}" type="slidenum">
              <a:rPr lang="en-CA" smtClean="0"/>
              <a:t>‹Nº›</a:t>
            </a:fld>
            <a:endParaRPr lang="en-CA"/>
          </a:p>
        </p:txBody>
      </p:sp>
    </p:spTree>
    <p:extLst>
      <p:ext uri="{BB962C8B-B14F-4D97-AF65-F5344CB8AC3E}">
        <p14:creationId xmlns:p14="http://schemas.microsoft.com/office/powerpoint/2010/main" val="1809898063"/>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3.jpg"/><Relationship Id="rId10" Type="http://schemas.openxmlformats.org/officeDocument/2006/relationships/image" Target="../media/image7.png"/><Relationship Id="rId4" Type="http://schemas.openxmlformats.org/officeDocument/2006/relationships/notesSlide" Target="../notesSlides/notesSlide1.xml"/><Relationship Id="rId9"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8.jpeg"/><Relationship Id="rId7" Type="http://schemas.microsoft.com/office/2007/relationships/hdphoto" Target="../media/hdphoto4.wdp"/><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4.png"/><Relationship Id="rId4" Type="http://schemas.openxmlformats.org/officeDocument/2006/relationships/image" Target="../media/image3.jp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4.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eg"/><Relationship Id="rId1" Type="http://schemas.openxmlformats.org/officeDocument/2006/relationships/slideLayout" Target="../slideLayouts/slideLayout2.xml"/><Relationship Id="rId5" Type="http://schemas.microsoft.com/office/2007/relationships/hdphoto" Target="../media/hdphoto6.wdp"/><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6.wd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jpg"/><Relationship Id="rId5" Type="http://schemas.openxmlformats.org/officeDocument/2006/relationships/image" Target="../media/image9.jpeg"/><Relationship Id="rId4" Type="http://schemas.microsoft.com/office/2007/relationships/hdphoto" Target="../media/hdphoto7.wdp"/></Relationships>
</file>

<file path=ppt/slides/_rels/slide8.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7" Type="http://schemas.microsoft.com/office/2007/relationships/hdphoto" Target="../media/hdphoto8.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6.png"/><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7.png"/><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7" Type="http://schemas.microsoft.com/office/2007/relationships/hdphoto" Target="../media/hdphoto8.wdp"/><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jpg"/><Relationship Id="rId4" Type="http://schemas.microsoft.com/office/2007/relationships/hdphoto" Target="../media/hdphoto8.wdp"/></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jpg"/><Relationship Id="rId5" Type="http://schemas.microsoft.com/office/2007/relationships/hdphoto" Target="../media/hdphoto8.wdp"/><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8" Type="http://schemas.microsoft.com/office/2007/relationships/hdphoto" Target="../media/hdphoto8.wdp"/><Relationship Id="rId3" Type="http://schemas.openxmlformats.org/officeDocument/2006/relationships/image" Target="../media/image29.png"/><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jpg"/><Relationship Id="rId5" Type="http://schemas.openxmlformats.org/officeDocument/2006/relationships/image" Target="../media/image31.png"/><Relationship Id="rId4" Type="http://schemas.openxmlformats.org/officeDocument/2006/relationships/image" Target="../media/image30.jpe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7" Type="http://schemas.microsoft.com/office/2007/relationships/hdphoto" Target="../media/hdphoto8.wdp"/><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40.jpe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3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3.jpg"/></Relationships>
</file>

<file path=ppt/slides/_rels/slide3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microsoft.com/office/2007/relationships/hdphoto" Target="../media/hdphoto8.wdp"/><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4" Type="http://schemas.microsoft.com/office/2007/relationships/hdphoto" Target="../media/hdphoto8.wdp"/></Relationships>
</file>

<file path=ppt/slides/_rels/slide3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microsoft.com/office/2007/relationships/hdphoto" Target="../media/hdphoto8.wdp"/><Relationship Id="rId5" Type="http://schemas.openxmlformats.org/officeDocument/2006/relationships/image" Target="../media/image4.png"/><Relationship Id="rId4" Type="http://schemas.openxmlformats.org/officeDocument/2006/relationships/image" Target="../media/image45.jpeg"/></Relationships>
</file>

<file path=ppt/slides/_rels/slide3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46.jpeg"/><Relationship Id="rId5" Type="http://schemas.microsoft.com/office/2007/relationships/hdphoto" Target="../media/hdphoto8.wdp"/><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47.jpeg"/><Relationship Id="rId5" Type="http://schemas.microsoft.com/office/2007/relationships/hdphoto" Target="../media/hdphoto8.wdp"/><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69BCD-32DB-236E-9F1C-AD94E2E8E791}"/>
            </a:ext>
          </a:extLst>
        </p:cNvPr>
        <p:cNvGrpSpPr/>
        <p:nvPr/>
      </p:nvGrpSpPr>
      <p:grpSpPr>
        <a:xfrm>
          <a:off x="0" y="0"/>
          <a:ext cx="0" cy="0"/>
          <a:chOff x="0" y="0"/>
          <a:chExt cx="0" cy="0"/>
        </a:xfrm>
      </p:grpSpPr>
      <p:sp>
        <p:nvSpPr>
          <p:cNvPr id="3" name="Subtítulo 2">
            <a:extLst>
              <a:ext uri="{FF2B5EF4-FFF2-40B4-BE49-F238E27FC236}">
                <a16:creationId xmlns:a16="http://schemas.microsoft.com/office/drawing/2014/main" id="{15C333F1-6C02-BB95-A7BD-8C02D78B7CAD}"/>
              </a:ext>
            </a:extLst>
          </p:cNvPr>
          <p:cNvSpPr>
            <a:spLocks noGrp="1"/>
          </p:cNvSpPr>
          <p:nvPr>
            <p:ph type="subTitle" idx="1"/>
          </p:nvPr>
        </p:nvSpPr>
        <p:spPr>
          <a:xfrm>
            <a:off x="1067733" y="3321636"/>
            <a:ext cx="9462300" cy="1655762"/>
          </a:xfrm>
        </p:spPr>
        <p:txBody>
          <a:bodyPr/>
          <a:lstStyle/>
          <a:p>
            <a:r>
              <a:rPr lang="es-MX" b="1" dirty="0">
                <a:latin typeface="Gill Sans" panose="020B0502020104020203" pitchFamily="34" charset="-79"/>
                <a:cs typeface="Gill Sans" panose="020B0502020104020203" pitchFamily="34" charset="-79"/>
              </a:rPr>
              <a:t>Understanding Air Traffic Delays at Vancouver International Airport (YVR)</a:t>
            </a:r>
            <a:endParaRPr lang="en-CA" b="1" dirty="0">
              <a:latin typeface="Gill Sans" panose="020B0502020104020203" pitchFamily="34" charset="-79"/>
              <a:cs typeface="Gill Sans" panose="020B0502020104020203" pitchFamily="34" charset="-79"/>
            </a:endParaRPr>
          </a:p>
        </p:txBody>
      </p:sp>
      <p:pic>
        <p:nvPicPr>
          <p:cNvPr id="2" name="Picture 2">
            <a:extLst>
              <a:ext uri="{FF2B5EF4-FFF2-40B4-BE49-F238E27FC236}">
                <a16:creationId xmlns:a16="http://schemas.microsoft.com/office/drawing/2014/main" id="{35AE663B-01D3-8BA1-E0DB-D9EFCA287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746"/>
          <a:stretch/>
        </p:blipFill>
        <p:spPr bwMode="auto">
          <a:xfrm>
            <a:off x="0" y="-835297"/>
            <a:ext cx="13679508" cy="7693297"/>
          </a:xfrm>
          <a:prstGeom prst="rect">
            <a:avLst/>
          </a:prstGeom>
          <a:noFill/>
          <a:extLst>
            <a:ext uri="{909E8E84-426E-40DD-AFC4-6F175D3DCCD1}">
              <a14:hiddenFill xmlns:a14="http://schemas.microsoft.com/office/drawing/2010/main">
                <a:solidFill>
                  <a:srgbClr val="FFFFFF"/>
                </a:solidFill>
              </a14:hiddenFill>
            </a:ext>
          </a:extLst>
        </p:spPr>
      </p:pic>
      <p:grpSp>
        <p:nvGrpSpPr>
          <p:cNvPr id="53" name="Grupo 52">
            <a:extLst>
              <a:ext uri="{FF2B5EF4-FFF2-40B4-BE49-F238E27FC236}">
                <a16:creationId xmlns:a16="http://schemas.microsoft.com/office/drawing/2014/main" id="{41EC1788-82F0-94F0-9A50-E94223B295FC}"/>
              </a:ext>
            </a:extLst>
          </p:cNvPr>
          <p:cNvGrpSpPr/>
          <p:nvPr/>
        </p:nvGrpSpPr>
        <p:grpSpPr>
          <a:xfrm>
            <a:off x="536607" y="4386021"/>
            <a:ext cx="11655393" cy="1900031"/>
            <a:chOff x="859129" y="4700300"/>
            <a:chExt cx="8396500" cy="1368775"/>
          </a:xfrm>
        </p:grpSpPr>
        <p:pic>
          <p:nvPicPr>
            <p:cNvPr id="49" name="Imagen 48">
              <a:extLst>
                <a:ext uri="{FF2B5EF4-FFF2-40B4-BE49-F238E27FC236}">
                  <a16:creationId xmlns:a16="http://schemas.microsoft.com/office/drawing/2014/main" id="{B92C3C0D-AC35-824B-5A0D-0980014A4510}"/>
                </a:ext>
              </a:extLst>
            </p:cNvPr>
            <p:cNvPicPr>
              <a:picLocks noChangeAspect="1"/>
            </p:cNvPicPr>
            <p:nvPr/>
          </p:nvPicPr>
          <p:blipFill>
            <a:blip r:embed="rId3"/>
            <a:srcRect l="88852"/>
            <a:stretch/>
          </p:blipFill>
          <p:spPr>
            <a:xfrm>
              <a:off x="859129" y="4700300"/>
              <a:ext cx="8396500" cy="1368775"/>
            </a:xfrm>
            <a:prstGeom prst="rect">
              <a:avLst/>
            </a:prstGeom>
          </p:spPr>
        </p:pic>
        <p:pic>
          <p:nvPicPr>
            <p:cNvPr id="6" name="Imagen 5">
              <a:extLst>
                <a:ext uri="{FF2B5EF4-FFF2-40B4-BE49-F238E27FC236}">
                  <a16:creationId xmlns:a16="http://schemas.microsoft.com/office/drawing/2014/main" id="{6D7B9135-B253-0FDB-F459-A0814C13A245}"/>
                </a:ext>
              </a:extLst>
            </p:cNvPr>
            <p:cNvPicPr>
              <a:picLocks noChangeAspect="1"/>
            </p:cNvPicPr>
            <p:nvPr/>
          </p:nvPicPr>
          <p:blipFill>
            <a:blip r:embed="rId3"/>
            <a:srcRect l="23278" t="21261" r="65575" b="67134"/>
            <a:stretch/>
          </p:blipFill>
          <p:spPr>
            <a:xfrm>
              <a:off x="4440183" y="4727864"/>
              <a:ext cx="645272" cy="671745"/>
            </a:xfrm>
            <a:prstGeom prst="rect">
              <a:avLst/>
            </a:prstGeom>
          </p:spPr>
        </p:pic>
        <p:pic>
          <p:nvPicPr>
            <p:cNvPr id="9" name="Imagen 8">
              <a:extLst>
                <a:ext uri="{FF2B5EF4-FFF2-40B4-BE49-F238E27FC236}">
                  <a16:creationId xmlns:a16="http://schemas.microsoft.com/office/drawing/2014/main" id="{8C9C3BA9-BF1A-91F0-39AB-C7B0D4ACF864}"/>
                </a:ext>
              </a:extLst>
            </p:cNvPr>
            <p:cNvPicPr>
              <a:picLocks noChangeAspect="1"/>
            </p:cNvPicPr>
            <p:nvPr/>
          </p:nvPicPr>
          <p:blipFill>
            <a:blip r:embed="rId3"/>
            <a:srcRect l="44479" t="34951" r="44374" b="53444"/>
            <a:stretch/>
          </p:blipFill>
          <p:spPr>
            <a:xfrm>
              <a:off x="2057227" y="4727864"/>
              <a:ext cx="645272" cy="671745"/>
            </a:xfrm>
            <a:prstGeom prst="rect">
              <a:avLst/>
            </a:prstGeom>
          </p:spPr>
        </p:pic>
        <p:pic>
          <p:nvPicPr>
            <p:cNvPr id="10" name="Imagen 9">
              <a:extLst>
                <a:ext uri="{FF2B5EF4-FFF2-40B4-BE49-F238E27FC236}">
                  <a16:creationId xmlns:a16="http://schemas.microsoft.com/office/drawing/2014/main" id="{A3EA0764-BA3F-7225-BC83-34BB29D672BF}"/>
                </a:ext>
              </a:extLst>
            </p:cNvPr>
            <p:cNvPicPr>
              <a:picLocks noChangeAspect="1"/>
            </p:cNvPicPr>
            <p:nvPr/>
          </p:nvPicPr>
          <p:blipFill>
            <a:blip r:embed="rId3"/>
            <a:srcRect l="65685" t="34869" r="23168" b="53526"/>
            <a:stretch/>
          </p:blipFill>
          <p:spPr>
            <a:xfrm>
              <a:off x="6227400" y="4727864"/>
              <a:ext cx="645272" cy="671745"/>
            </a:xfrm>
            <a:prstGeom prst="rect">
              <a:avLst/>
            </a:prstGeom>
          </p:spPr>
        </p:pic>
        <p:pic>
          <p:nvPicPr>
            <p:cNvPr id="11" name="Imagen 10">
              <a:extLst>
                <a:ext uri="{FF2B5EF4-FFF2-40B4-BE49-F238E27FC236}">
                  <a16:creationId xmlns:a16="http://schemas.microsoft.com/office/drawing/2014/main" id="{ADC28C1C-8990-5B0C-E425-3D871B4E5DC5}"/>
                </a:ext>
              </a:extLst>
            </p:cNvPr>
            <p:cNvPicPr>
              <a:picLocks noChangeAspect="1"/>
            </p:cNvPicPr>
            <p:nvPr/>
          </p:nvPicPr>
          <p:blipFill>
            <a:blip r:embed="rId3"/>
            <a:srcRect l="12506" t="49167" r="76346" b="39228"/>
            <a:stretch/>
          </p:blipFill>
          <p:spPr>
            <a:xfrm>
              <a:off x="1461488" y="4727864"/>
              <a:ext cx="645272" cy="671745"/>
            </a:xfrm>
            <a:prstGeom prst="rect">
              <a:avLst/>
            </a:prstGeom>
          </p:spPr>
        </p:pic>
        <p:pic>
          <p:nvPicPr>
            <p:cNvPr id="12" name="Imagen 11">
              <a:extLst>
                <a:ext uri="{FF2B5EF4-FFF2-40B4-BE49-F238E27FC236}">
                  <a16:creationId xmlns:a16="http://schemas.microsoft.com/office/drawing/2014/main" id="{67B0D19F-E140-D69B-0633-15A5123D8389}"/>
                </a:ext>
              </a:extLst>
            </p:cNvPr>
            <p:cNvPicPr>
              <a:picLocks noChangeAspect="1"/>
            </p:cNvPicPr>
            <p:nvPr/>
          </p:nvPicPr>
          <p:blipFill>
            <a:blip r:embed="rId3"/>
            <a:srcRect l="44426" t="49100" r="44426" b="39295"/>
            <a:stretch/>
          </p:blipFill>
          <p:spPr>
            <a:xfrm>
              <a:off x="865749" y="4727864"/>
              <a:ext cx="645272" cy="671745"/>
            </a:xfrm>
            <a:prstGeom prst="rect">
              <a:avLst/>
            </a:prstGeom>
          </p:spPr>
        </p:pic>
        <p:grpSp>
          <p:nvGrpSpPr>
            <p:cNvPr id="13" name="Grupo 12">
              <a:extLst>
                <a:ext uri="{FF2B5EF4-FFF2-40B4-BE49-F238E27FC236}">
                  <a16:creationId xmlns:a16="http://schemas.microsoft.com/office/drawing/2014/main" id="{FFBDCED0-731D-177E-1F56-6D0BB97E78C3}"/>
                </a:ext>
              </a:extLst>
            </p:cNvPr>
            <p:cNvGrpSpPr/>
            <p:nvPr/>
          </p:nvGrpSpPr>
          <p:grpSpPr>
            <a:xfrm>
              <a:off x="2652966" y="4727864"/>
              <a:ext cx="645272" cy="671745"/>
              <a:chOff x="5053733" y="4472706"/>
              <a:chExt cx="764498" cy="795862"/>
            </a:xfrm>
          </p:grpSpPr>
          <p:pic>
            <p:nvPicPr>
              <p:cNvPr id="14" name="Imagen 13">
                <a:extLst>
                  <a:ext uri="{FF2B5EF4-FFF2-40B4-BE49-F238E27FC236}">
                    <a16:creationId xmlns:a16="http://schemas.microsoft.com/office/drawing/2014/main" id="{AB4AA7F7-C3C0-517C-0769-9734BE9335C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5" name="Imagen 14">
                <a:extLst>
                  <a:ext uri="{FF2B5EF4-FFF2-40B4-BE49-F238E27FC236}">
                    <a16:creationId xmlns:a16="http://schemas.microsoft.com/office/drawing/2014/main" id="{88A9B394-7AC4-E406-B801-D79870722FAE}"/>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17" name="Imagen 16">
              <a:extLst>
                <a:ext uri="{FF2B5EF4-FFF2-40B4-BE49-F238E27FC236}">
                  <a16:creationId xmlns:a16="http://schemas.microsoft.com/office/drawing/2014/main" id="{3318B4E8-8A98-8C4B-D19E-E187A37D11C9}"/>
                </a:ext>
              </a:extLst>
            </p:cNvPr>
            <p:cNvPicPr>
              <a:picLocks noChangeAspect="1"/>
            </p:cNvPicPr>
            <p:nvPr/>
          </p:nvPicPr>
          <p:blipFill>
            <a:blip r:embed="rId3"/>
            <a:srcRect l="12605" t="6975" r="76248" b="81420"/>
            <a:stretch/>
          </p:blipFill>
          <p:spPr>
            <a:xfrm>
              <a:off x="2647873" y="5397330"/>
              <a:ext cx="645272" cy="671745"/>
            </a:xfrm>
            <a:prstGeom prst="rect">
              <a:avLst/>
            </a:prstGeom>
          </p:spPr>
        </p:pic>
        <p:pic>
          <p:nvPicPr>
            <p:cNvPr id="18" name="Imagen 17">
              <a:extLst>
                <a:ext uri="{FF2B5EF4-FFF2-40B4-BE49-F238E27FC236}">
                  <a16:creationId xmlns:a16="http://schemas.microsoft.com/office/drawing/2014/main" id="{163CD4B5-945A-EFEC-9499-4F3335E079C2}"/>
                </a:ext>
              </a:extLst>
            </p:cNvPr>
            <p:cNvPicPr>
              <a:picLocks noChangeAspect="1"/>
            </p:cNvPicPr>
            <p:nvPr/>
          </p:nvPicPr>
          <p:blipFill>
            <a:blip r:embed="rId3"/>
            <a:srcRect l="44516" t="6975" r="44337" b="81420"/>
            <a:stretch/>
          </p:blipFill>
          <p:spPr>
            <a:xfrm>
              <a:off x="859129" y="5397330"/>
              <a:ext cx="645272" cy="671745"/>
            </a:xfrm>
            <a:prstGeom prst="rect">
              <a:avLst/>
            </a:prstGeom>
          </p:spPr>
        </p:pic>
        <p:pic>
          <p:nvPicPr>
            <p:cNvPr id="19" name="Imagen 18">
              <a:extLst>
                <a:ext uri="{FF2B5EF4-FFF2-40B4-BE49-F238E27FC236}">
                  <a16:creationId xmlns:a16="http://schemas.microsoft.com/office/drawing/2014/main" id="{BF1F896A-8416-2F05-D747-17C772ACDD27}"/>
                </a:ext>
              </a:extLst>
            </p:cNvPr>
            <p:cNvPicPr>
              <a:picLocks noChangeAspect="1"/>
            </p:cNvPicPr>
            <p:nvPr/>
          </p:nvPicPr>
          <p:blipFill>
            <a:blip r:embed="rId3"/>
            <a:srcRect l="55117" t="6975" r="33736" b="81420"/>
            <a:stretch/>
          </p:blipFill>
          <p:spPr>
            <a:xfrm>
              <a:off x="1455377" y="5397330"/>
              <a:ext cx="645272" cy="671745"/>
            </a:xfrm>
            <a:prstGeom prst="rect">
              <a:avLst/>
            </a:prstGeom>
          </p:spPr>
        </p:pic>
        <p:pic>
          <p:nvPicPr>
            <p:cNvPr id="20" name="Imagen 19">
              <a:extLst>
                <a:ext uri="{FF2B5EF4-FFF2-40B4-BE49-F238E27FC236}">
                  <a16:creationId xmlns:a16="http://schemas.microsoft.com/office/drawing/2014/main" id="{B7C09D47-ABF1-3C9C-ABF7-FAAEDD1944CC}"/>
                </a:ext>
              </a:extLst>
            </p:cNvPr>
            <p:cNvPicPr>
              <a:picLocks noChangeAspect="1"/>
            </p:cNvPicPr>
            <p:nvPr/>
          </p:nvPicPr>
          <p:blipFill>
            <a:blip r:embed="rId3"/>
            <a:srcRect l="65717" t="6975" r="23136" b="81420"/>
            <a:stretch/>
          </p:blipFill>
          <p:spPr>
            <a:xfrm>
              <a:off x="3248705" y="4727864"/>
              <a:ext cx="645272" cy="671745"/>
            </a:xfrm>
            <a:prstGeom prst="rect">
              <a:avLst/>
            </a:prstGeom>
          </p:spPr>
        </p:pic>
        <p:pic>
          <p:nvPicPr>
            <p:cNvPr id="21" name="Imagen 20">
              <a:extLst>
                <a:ext uri="{FF2B5EF4-FFF2-40B4-BE49-F238E27FC236}">
                  <a16:creationId xmlns:a16="http://schemas.microsoft.com/office/drawing/2014/main" id="{8ACFCB6E-C1CE-59DC-60E9-4D3F59E71720}"/>
                </a:ext>
              </a:extLst>
            </p:cNvPr>
            <p:cNvPicPr>
              <a:picLocks noChangeAspect="1"/>
            </p:cNvPicPr>
            <p:nvPr/>
          </p:nvPicPr>
          <p:blipFill>
            <a:blip r:embed="rId3"/>
            <a:srcRect l="76305" t="7039" r="12548" b="81356"/>
            <a:stretch/>
          </p:blipFill>
          <p:spPr>
            <a:xfrm>
              <a:off x="5035922" y="4727864"/>
              <a:ext cx="645272" cy="671745"/>
            </a:xfrm>
            <a:prstGeom prst="rect">
              <a:avLst/>
            </a:prstGeom>
          </p:spPr>
        </p:pic>
        <p:pic>
          <p:nvPicPr>
            <p:cNvPr id="22" name="Imagen 21">
              <a:extLst>
                <a:ext uri="{FF2B5EF4-FFF2-40B4-BE49-F238E27FC236}">
                  <a16:creationId xmlns:a16="http://schemas.microsoft.com/office/drawing/2014/main" id="{83E66738-9AD3-6ED5-81C4-6DA686CAF9F7}"/>
                </a:ext>
              </a:extLst>
            </p:cNvPr>
            <p:cNvPicPr>
              <a:picLocks noChangeAspect="1"/>
            </p:cNvPicPr>
            <p:nvPr/>
          </p:nvPicPr>
          <p:blipFill>
            <a:blip r:embed="rId3"/>
            <a:srcRect l="12601" t="21080" r="76252" b="67315"/>
            <a:stretch/>
          </p:blipFill>
          <p:spPr>
            <a:xfrm>
              <a:off x="5631661" y="4727864"/>
              <a:ext cx="645272" cy="671745"/>
            </a:xfrm>
            <a:prstGeom prst="rect">
              <a:avLst/>
            </a:prstGeom>
          </p:spPr>
        </p:pic>
        <p:pic>
          <p:nvPicPr>
            <p:cNvPr id="24" name="Imagen 23">
              <a:extLst>
                <a:ext uri="{FF2B5EF4-FFF2-40B4-BE49-F238E27FC236}">
                  <a16:creationId xmlns:a16="http://schemas.microsoft.com/office/drawing/2014/main" id="{25292027-2F14-D6DC-6DFB-C08CB9821028}"/>
                </a:ext>
              </a:extLst>
            </p:cNvPr>
            <p:cNvPicPr>
              <a:picLocks noChangeAspect="1"/>
            </p:cNvPicPr>
            <p:nvPr/>
          </p:nvPicPr>
          <p:blipFill>
            <a:blip r:embed="rId3"/>
            <a:srcRect l="55122" t="21082" r="33731" b="67313"/>
            <a:stretch/>
          </p:blipFill>
          <p:spPr>
            <a:xfrm>
              <a:off x="3844444" y="4727864"/>
              <a:ext cx="645272" cy="671745"/>
            </a:xfrm>
            <a:prstGeom prst="rect">
              <a:avLst/>
            </a:prstGeom>
          </p:spPr>
        </p:pic>
        <p:pic>
          <p:nvPicPr>
            <p:cNvPr id="26" name="Imagen 25">
              <a:extLst>
                <a:ext uri="{FF2B5EF4-FFF2-40B4-BE49-F238E27FC236}">
                  <a16:creationId xmlns:a16="http://schemas.microsoft.com/office/drawing/2014/main" id="{DA8D0D69-688A-C0DE-63CD-AB09B8BFA2C5}"/>
                </a:ext>
              </a:extLst>
            </p:cNvPr>
            <p:cNvPicPr>
              <a:picLocks noChangeAspect="1"/>
            </p:cNvPicPr>
            <p:nvPr/>
          </p:nvPicPr>
          <p:blipFill>
            <a:blip r:embed="rId3"/>
            <a:srcRect l="44426" t="49100" r="44426" b="39295"/>
            <a:stretch/>
          </p:blipFill>
          <p:spPr>
            <a:xfrm>
              <a:off x="3244121" y="5397330"/>
              <a:ext cx="645272" cy="671745"/>
            </a:xfrm>
            <a:prstGeom prst="rect">
              <a:avLst/>
            </a:prstGeom>
          </p:spPr>
        </p:pic>
        <p:grpSp>
          <p:nvGrpSpPr>
            <p:cNvPr id="27" name="Grupo 26">
              <a:extLst>
                <a:ext uri="{FF2B5EF4-FFF2-40B4-BE49-F238E27FC236}">
                  <a16:creationId xmlns:a16="http://schemas.microsoft.com/office/drawing/2014/main" id="{F5FA4197-98AF-023E-10E5-58FEEA056F85}"/>
                </a:ext>
              </a:extLst>
            </p:cNvPr>
            <p:cNvGrpSpPr/>
            <p:nvPr/>
          </p:nvGrpSpPr>
          <p:grpSpPr>
            <a:xfrm>
              <a:off x="8014617" y="4727864"/>
              <a:ext cx="645272" cy="671745"/>
              <a:chOff x="5053733" y="4472706"/>
              <a:chExt cx="764498" cy="795862"/>
            </a:xfrm>
          </p:grpSpPr>
          <p:pic>
            <p:nvPicPr>
              <p:cNvPr id="28" name="Imagen 27">
                <a:extLst>
                  <a:ext uri="{FF2B5EF4-FFF2-40B4-BE49-F238E27FC236}">
                    <a16:creationId xmlns:a16="http://schemas.microsoft.com/office/drawing/2014/main" id="{1E5F63EB-ACE1-A299-9359-3C69FD7F4D2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9" name="Imagen 28">
                <a:extLst>
                  <a:ext uri="{FF2B5EF4-FFF2-40B4-BE49-F238E27FC236}">
                    <a16:creationId xmlns:a16="http://schemas.microsoft.com/office/drawing/2014/main" id="{A919A40A-A23E-31BE-81D3-8C5B090ED2B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30" name="Imagen 29">
              <a:extLst>
                <a:ext uri="{FF2B5EF4-FFF2-40B4-BE49-F238E27FC236}">
                  <a16:creationId xmlns:a16="http://schemas.microsoft.com/office/drawing/2014/main" id="{9865BE3F-9536-6AB2-735F-16E00494B3BA}"/>
                </a:ext>
              </a:extLst>
            </p:cNvPr>
            <p:cNvPicPr>
              <a:picLocks noChangeAspect="1"/>
            </p:cNvPicPr>
            <p:nvPr/>
          </p:nvPicPr>
          <p:blipFill>
            <a:blip r:embed="rId3"/>
            <a:srcRect l="55122" t="21082" r="33731" b="67313"/>
            <a:stretch/>
          </p:blipFill>
          <p:spPr>
            <a:xfrm>
              <a:off x="2051625" y="5397330"/>
              <a:ext cx="645272" cy="671745"/>
            </a:xfrm>
            <a:prstGeom prst="rect">
              <a:avLst/>
            </a:prstGeom>
          </p:spPr>
        </p:pic>
        <p:pic>
          <p:nvPicPr>
            <p:cNvPr id="31" name="Imagen 30">
              <a:extLst>
                <a:ext uri="{FF2B5EF4-FFF2-40B4-BE49-F238E27FC236}">
                  <a16:creationId xmlns:a16="http://schemas.microsoft.com/office/drawing/2014/main" id="{98D018CB-F293-B206-F526-99B626EB41CD}"/>
                </a:ext>
              </a:extLst>
            </p:cNvPr>
            <p:cNvPicPr>
              <a:picLocks noChangeAspect="1"/>
            </p:cNvPicPr>
            <p:nvPr/>
          </p:nvPicPr>
          <p:blipFill>
            <a:blip r:embed="rId3"/>
            <a:srcRect l="12605" t="6975" r="76248" b="81420"/>
            <a:stretch/>
          </p:blipFill>
          <p:spPr>
            <a:xfrm>
              <a:off x="4436617" y="5397330"/>
              <a:ext cx="645272" cy="671745"/>
            </a:xfrm>
            <a:prstGeom prst="rect">
              <a:avLst/>
            </a:prstGeom>
          </p:spPr>
        </p:pic>
        <p:pic>
          <p:nvPicPr>
            <p:cNvPr id="32" name="Imagen 31">
              <a:extLst>
                <a:ext uri="{FF2B5EF4-FFF2-40B4-BE49-F238E27FC236}">
                  <a16:creationId xmlns:a16="http://schemas.microsoft.com/office/drawing/2014/main" id="{FF900018-0B11-4C6C-FF4B-BA060452198A}"/>
                </a:ext>
              </a:extLst>
            </p:cNvPr>
            <p:cNvPicPr>
              <a:picLocks noChangeAspect="1"/>
            </p:cNvPicPr>
            <p:nvPr/>
          </p:nvPicPr>
          <p:blipFill>
            <a:blip r:embed="rId3"/>
            <a:srcRect l="12605" t="6975" r="76248" b="81420"/>
            <a:stretch/>
          </p:blipFill>
          <p:spPr>
            <a:xfrm>
              <a:off x="5629113" y="5397330"/>
              <a:ext cx="645272" cy="671745"/>
            </a:xfrm>
            <a:prstGeom prst="rect">
              <a:avLst/>
            </a:prstGeom>
          </p:spPr>
        </p:pic>
        <p:pic>
          <p:nvPicPr>
            <p:cNvPr id="33" name="Imagen 32">
              <a:extLst>
                <a:ext uri="{FF2B5EF4-FFF2-40B4-BE49-F238E27FC236}">
                  <a16:creationId xmlns:a16="http://schemas.microsoft.com/office/drawing/2014/main" id="{C712F08C-2F13-0929-6CE8-8D206C3DD3D4}"/>
                </a:ext>
              </a:extLst>
            </p:cNvPr>
            <p:cNvPicPr>
              <a:picLocks noChangeAspect="1"/>
            </p:cNvPicPr>
            <p:nvPr/>
          </p:nvPicPr>
          <p:blipFill>
            <a:blip r:embed="rId3"/>
            <a:srcRect l="55122" t="21082" r="33731" b="67313"/>
            <a:stretch/>
          </p:blipFill>
          <p:spPr>
            <a:xfrm>
              <a:off x="6225361" y="5397330"/>
              <a:ext cx="645272" cy="671745"/>
            </a:xfrm>
            <a:prstGeom prst="rect">
              <a:avLst/>
            </a:prstGeom>
          </p:spPr>
        </p:pic>
        <p:pic>
          <p:nvPicPr>
            <p:cNvPr id="34" name="Imagen 33">
              <a:extLst>
                <a:ext uri="{FF2B5EF4-FFF2-40B4-BE49-F238E27FC236}">
                  <a16:creationId xmlns:a16="http://schemas.microsoft.com/office/drawing/2014/main" id="{7A7327A5-43F1-7744-F85F-D18E8D96E763}"/>
                </a:ext>
              </a:extLst>
            </p:cNvPr>
            <p:cNvPicPr>
              <a:picLocks noChangeAspect="1"/>
            </p:cNvPicPr>
            <p:nvPr/>
          </p:nvPicPr>
          <p:blipFill>
            <a:blip r:embed="rId3"/>
            <a:srcRect l="23278" t="21261" r="65575" b="67134"/>
            <a:stretch/>
          </p:blipFill>
          <p:spPr>
            <a:xfrm>
              <a:off x="8014105" y="5397330"/>
              <a:ext cx="645272" cy="671745"/>
            </a:xfrm>
            <a:prstGeom prst="rect">
              <a:avLst/>
            </a:prstGeom>
          </p:spPr>
        </p:pic>
        <p:pic>
          <p:nvPicPr>
            <p:cNvPr id="35" name="Imagen 34">
              <a:extLst>
                <a:ext uri="{FF2B5EF4-FFF2-40B4-BE49-F238E27FC236}">
                  <a16:creationId xmlns:a16="http://schemas.microsoft.com/office/drawing/2014/main" id="{DFC67BEB-C0CC-2CE4-B66E-C244DB46620F}"/>
                </a:ext>
              </a:extLst>
            </p:cNvPr>
            <p:cNvPicPr>
              <a:picLocks noChangeAspect="1"/>
            </p:cNvPicPr>
            <p:nvPr/>
          </p:nvPicPr>
          <p:blipFill>
            <a:blip r:embed="rId3"/>
            <a:srcRect l="44426" t="49100" r="44426" b="39295"/>
            <a:stretch/>
          </p:blipFill>
          <p:spPr>
            <a:xfrm>
              <a:off x="6821609" y="5397330"/>
              <a:ext cx="645272" cy="671745"/>
            </a:xfrm>
            <a:prstGeom prst="rect">
              <a:avLst/>
            </a:prstGeom>
          </p:spPr>
        </p:pic>
        <p:grpSp>
          <p:nvGrpSpPr>
            <p:cNvPr id="36" name="Grupo 35">
              <a:extLst>
                <a:ext uri="{FF2B5EF4-FFF2-40B4-BE49-F238E27FC236}">
                  <a16:creationId xmlns:a16="http://schemas.microsoft.com/office/drawing/2014/main" id="{7FF96E70-0692-ED9E-A08F-800CED113DBF}"/>
                </a:ext>
              </a:extLst>
            </p:cNvPr>
            <p:cNvGrpSpPr/>
            <p:nvPr/>
          </p:nvGrpSpPr>
          <p:grpSpPr>
            <a:xfrm>
              <a:off x="3840369" y="5397330"/>
              <a:ext cx="645272" cy="671745"/>
              <a:chOff x="5053733" y="4472706"/>
              <a:chExt cx="764498" cy="795862"/>
            </a:xfrm>
          </p:grpSpPr>
          <p:pic>
            <p:nvPicPr>
              <p:cNvPr id="37" name="Imagen 36">
                <a:extLst>
                  <a:ext uri="{FF2B5EF4-FFF2-40B4-BE49-F238E27FC236}">
                    <a16:creationId xmlns:a16="http://schemas.microsoft.com/office/drawing/2014/main" id="{84592CC0-CC5F-463C-6B4A-E6084BF6D44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8" name="Imagen 37">
                <a:extLst>
                  <a:ext uri="{FF2B5EF4-FFF2-40B4-BE49-F238E27FC236}">
                    <a16:creationId xmlns:a16="http://schemas.microsoft.com/office/drawing/2014/main" id="{3E137D79-2480-1889-ED09-A6DF16AA13B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39" name="Imagen 38">
              <a:extLst>
                <a:ext uri="{FF2B5EF4-FFF2-40B4-BE49-F238E27FC236}">
                  <a16:creationId xmlns:a16="http://schemas.microsoft.com/office/drawing/2014/main" id="{8183FDE3-5559-5F05-92BC-1C01A90A34D1}"/>
                </a:ext>
              </a:extLst>
            </p:cNvPr>
            <p:cNvPicPr>
              <a:picLocks noChangeAspect="1"/>
            </p:cNvPicPr>
            <p:nvPr/>
          </p:nvPicPr>
          <p:blipFill>
            <a:blip r:embed="rId3"/>
            <a:srcRect l="76281" t="21082" r="12572" b="67313"/>
            <a:stretch/>
          </p:blipFill>
          <p:spPr>
            <a:xfrm>
              <a:off x="5032865" y="5397330"/>
              <a:ext cx="645272" cy="671745"/>
            </a:xfrm>
            <a:prstGeom prst="rect">
              <a:avLst/>
            </a:prstGeom>
          </p:spPr>
        </p:pic>
        <p:pic>
          <p:nvPicPr>
            <p:cNvPr id="41" name="Imagen 40">
              <a:extLst>
                <a:ext uri="{FF2B5EF4-FFF2-40B4-BE49-F238E27FC236}">
                  <a16:creationId xmlns:a16="http://schemas.microsoft.com/office/drawing/2014/main" id="{10AF155C-3703-146D-D637-98DC5DA06710}"/>
                </a:ext>
              </a:extLst>
            </p:cNvPr>
            <p:cNvPicPr>
              <a:picLocks noChangeAspect="1"/>
            </p:cNvPicPr>
            <p:nvPr/>
          </p:nvPicPr>
          <p:blipFill>
            <a:blip r:embed="rId3"/>
            <a:srcRect l="55103" t="34951" r="33750" b="53444"/>
            <a:stretch/>
          </p:blipFill>
          <p:spPr>
            <a:xfrm>
              <a:off x="7417857" y="5397330"/>
              <a:ext cx="645272" cy="671745"/>
            </a:xfrm>
            <a:prstGeom prst="rect">
              <a:avLst/>
            </a:prstGeom>
          </p:spPr>
        </p:pic>
        <p:pic>
          <p:nvPicPr>
            <p:cNvPr id="42" name="Imagen 41">
              <a:extLst>
                <a:ext uri="{FF2B5EF4-FFF2-40B4-BE49-F238E27FC236}">
                  <a16:creationId xmlns:a16="http://schemas.microsoft.com/office/drawing/2014/main" id="{C56541AD-6C75-CF6B-D2B8-55A734CA0CED}"/>
                </a:ext>
              </a:extLst>
            </p:cNvPr>
            <p:cNvPicPr>
              <a:picLocks noChangeAspect="1"/>
            </p:cNvPicPr>
            <p:nvPr/>
          </p:nvPicPr>
          <p:blipFill>
            <a:blip r:embed="rId3"/>
            <a:srcRect l="55103" t="34951" r="33750" b="53444"/>
            <a:stretch/>
          </p:blipFill>
          <p:spPr>
            <a:xfrm>
              <a:off x="8610357" y="5397330"/>
              <a:ext cx="645272" cy="671745"/>
            </a:xfrm>
            <a:prstGeom prst="rect">
              <a:avLst/>
            </a:prstGeom>
          </p:spPr>
        </p:pic>
        <p:grpSp>
          <p:nvGrpSpPr>
            <p:cNvPr id="7" name="Grupo 6">
              <a:extLst>
                <a:ext uri="{FF2B5EF4-FFF2-40B4-BE49-F238E27FC236}">
                  <a16:creationId xmlns:a16="http://schemas.microsoft.com/office/drawing/2014/main" id="{55239C34-0F37-CD50-E4AE-1970A153239B}"/>
                </a:ext>
              </a:extLst>
            </p:cNvPr>
            <p:cNvGrpSpPr/>
            <p:nvPr/>
          </p:nvGrpSpPr>
          <p:grpSpPr>
            <a:xfrm>
              <a:off x="8610357" y="4727864"/>
              <a:ext cx="645272" cy="671745"/>
              <a:chOff x="5053733" y="4472706"/>
              <a:chExt cx="764498" cy="795862"/>
            </a:xfrm>
          </p:grpSpPr>
          <p:pic>
            <p:nvPicPr>
              <p:cNvPr id="8" name="Imagen 7">
                <a:extLst>
                  <a:ext uri="{FF2B5EF4-FFF2-40B4-BE49-F238E27FC236}">
                    <a16:creationId xmlns:a16="http://schemas.microsoft.com/office/drawing/2014/main" id="{4CB65252-66DF-891B-42DC-020A892C212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6" name="Imagen 15">
                <a:extLst>
                  <a:ext uri="{FF2B5EF4-FFF2-40B4-BE49-F238E27FC236}">
                    <a16:creationId xmlns:a16="http://schemas.microsoft.com/office/drawing/2014/main" id="{3F9386BA-3F12-7810-39F1-A2FEC7CA356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3" name="Grupo 22">
              <a:extLst>
                <a:ext uri="{FF2B5EF4-FFF2-40B4-BE49-F238E27FC236}">
                  <a16:creationId xmlns:a16="http://schemas.microsoft.com/office/drawing/2014/main" id="{E5109167-B77F-E699-2DB0-8E8D7C7890CD}"/>
                </a:ext>
              </a:extLst>
            </p:cNvPr>
            <p:cNvGrpSpPr/>
            <p:nvPr/>
          </p:nvGrpSpPr>
          <p:grpSpPr>
            <a:xfrm>
              <a:off x="6823139" y="4727864"/>
              <a:ext cx="645272" cy="671745"/>
              <a:chOff x="5053733" y="4472706"/>
              <a:chExt cx="764498" cy="795862"/>
            </a:xfrm>
          </p:grpSpPr>
          <p:pic>
            <p:nvPicPr>
              <p:cNvPr id="25" name="Imagen 24">
                <a:extLst>
                  <a:ext uri="{FF2B5EF4-FFF2-40B4-BE49-F238E27FC236}">
                    <a16:creationId xmlns:a16="http://schemas.microsoft.com/office/drawing/2014/main" id="{8AD29B03-B476-6EAF-432D-E8F00E721A14}"/>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40" name="Imagen 39">
                <a:extLst>
                  <a:ext uri="{FF2B5EF4-FFF2-40B4-BE49-F238E27FC236}">
                    <a16:creationId xmlns:a16="http://schemas.microsoft.com/office/drawing/2014/main" id="{47B1716D-D738-68AB-5CC2-2138992A471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50" name="Grupo 49">
              <a:extLst>
                <a:ext uri="{FF2B5EF4-FFF2-40B4-BE49-F238E27FC236}">
                  <a16:creationId xmlns:a16="http://schemas.microsoft.com/office/drawing/2014/main" id="{46377C0F-FA02-2578-852C-1147A710EB7F}"/>
                </a:ext>
              </a:extLst>
            </p:cNvPr>
            <p:cNvGrpSpPr/>
            <p:nvPr/>
          </p:nvGrpSpPr>
          <p:grpSpPr>
            <a:xfrm>
              <a:off x="7418878" y="4727864"/>
              <a:ext cx="645272" cy="671745"/>
              <a:chOff x="5053733" y="4472706"/>
              <a:chExt cx="764498" cy="795862"/>
            </a:xfrm>
          </p:grpSpPr>
          <p:pic>
            <p:nvPicPr>
              <p:cNvPr id="51" name="Imagen 50">
                <a:extLst>
                  <a:ext uri="{FF2B5EF4-FFF2-40B4-BE49-F238E27FC236}">
                    <a16:creationId xmlns:a16="http://schemas.microsoft.com/office/drawing/2014/main" id="{9F29AE9D-055D-ACBF-C726-45AEE715477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52" name="Imagen 51">
                <a:extLst>
                  <a:ext uri="{FF2B5EF4-FFF2-40B4-BE49-F238E27FC236}">
                    <a16:creationId xmlns:a16="http://schemas.microsoft.com/office/drawing/2014/main" id="{2883282C-5373-1CB0-239E-FCD189D2F43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spTree>
    <p:extLst>
      <p:ext uri="{BB962C8B-B14F-4D97-AF65-F5344CB8AC3E}">
        <p14:creationId xmlns:p14="http://schemas.microsoft.com/office/powerpoint/2010/main" val="2669221935"/>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AD7AE-DE24-D11E-0A26-6A79E23F72F9}"/>
            </a:ext>
          </a:extLst>
        </p:cNvPr>
        <p:cNvGrpSpPr/>
        <p:nvPr/>
      </p:nvGrpSpPr>
      <p:grpSpPr>
        <a:xfrm>
          <a:off x="0" y="0"/>
          <a:ext cx="0" cy="0"/>
          <a:chOff x="0" y="0"/>
          <a:chExt cx="0" cy="0"/>
        </a:xfrm>
      </p:grpSpPr>
      <p:pic>
        <p:nvPicPr>
          <p:cNvPr id="418" name="Picture 2">
            <a:extLst>
              <a:ext uri="{FF2B5EF4-FFF2-40B4-BE49-F238E27FC236}">
                <a16:creationId xmlns:a16="http://schemas.microsoft.com/office/drawing/2014/main" id="{6FA7D7EA-CE57-BF81-F052-D2ED20059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5746"/>
          <a:stretch/>
        </p:blipFill>
        <p:spPr bwMode="auto">
          <a:xfrm>
            <a:off x="-650095" y="-1054100"/>
            <a:ext cx="14068563" cy="7912100"/>
          </a:xfrm>
          <a:prstGeom prst="rect">
            <a:avLst/>
          </a:prstGeom>
          <a:noFill/>
          <a:extLst>
            <a:ext uri="{909E8E84-426E-40DD-AFC4-6F175D3DCCD1}">
              <a14:hiddenFill xmlns:a14="http://schemas.microsoft.com/office/drawing/2010/main">
                <a:solidFill>
                  <a:srgbClr val="FFFFFF"/>
                </a:solidFill>
              </a14:hiddenFill>
            </a:ext>
          </a:extLst>
        </p:spPr>
      </p:pic>
      <p:grpSp>
        <p:nvGrpSpPr>
          <p:cNvPr id="421" name="Grupo 420">
            <a:extLst>
              <a:ext uri="{FF2B5EF4-FFF2-40B4-BE49-F238E27FC236}">
                <a16:creationId xmlns:a16="http://schemas.microsoft.com/office/drawing/2014/main" id="{BB301BF2-99F4-D5A5-1615-E75378DEDB37}"/>
              </a:ext>
            </a:extLst>
          </p:cNvPr>
          <p:cNvGrpSpPr/>
          <p:nvPr/>
        </p:nvGrpSpPr>
        <p:grpSpPr>
          <a:xfrm>
            <a:off x="989649" y="972044"/>
            <a:ext cx="10237412" cy="4400056"/>
            <a:chOff x="1615687" y="2635744"/>
            <a:chExt cx="10237412" cy="4400056"/>
          </a:xfrm>
        </p:grpSpPr>
        <p:pic>
          <p:nvPicPr>
            <p:cNvPr id="417" name="Imagen 416">
              <a:extLst>
                <a:ext uri="{FF2B5EF4-FFF2-40B4-BE49-F238E27FC236}">
                  <a16:creationId xmlns:a16="http://schemas.microsoft.com/office/drawing/2014/main" id="{4234F97A-77C2-5BC9-21CA-C0B9FB333C3D}"/>
                </a:ext>
              </a:extLst>
            </p:cNvPr>
            <p:cNvPicPr>
              <a:picLocks noChangeAspect="1"/>
            </p:cNvPicPr>
            <p:nvPr/>
          </p:nvPicPr>
          <p:blipFill>
            <a:blip r:embed="rId3"/>
            <a:srcRect l="88852"/>
            <a:stretch/>
          </p:blipFill>
          <p:spPr>
            <a:xfrm>
              <a:off x="1615687" y="2635744"/>
              <a:ext cx="10237412" cy="4400056"/>
            </a:xfrm>
            <a:prstGeom prst="roundRect">
              <a:avLst>
                <a:gd name="adj" fmla="val 139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Imagen 3">
              <a:extLst>
                <a:ext uri="{FF2B5EF4-FFF2-40B4-BE49-F238E27FC236}">
                  <a16:creationId xmlns:a16="http://schemas.microsoft.com/office/drawing/2014/main" id="{628AA0EF-B332-BF4E-62A5-5690F10CE7AC}"/>
                </a:ext>
              </a:extLst>
            </p:cNvPr>
            <p:cNvPicPr>
              <a:picLocks noChangeAspect="1"/>
            </p:cNvPicPr>
            <p:nvPr/>
          </p:nvPicPr>
          <p:blipFill>
            <a:blip r:embed="rId3"/>
            <a:srcRect l="88852"/>
            <a:stretch/>
          </p:blipFill>
          <p:spPr>
            <a:xfrm>
              <a:off x="1799566" y="5356604"/>
              <a:ext cx="10053533" cy="1184256"/>
            </a:xfrm>
            <a:prstGeom prst="rect">
              <a:avLst/>
            </a:prstGeom>
          </p:spPr>
        </p:pic>
        <p:pic>
          <p:nvPicPr>
            <p:cNvPr id="59" name="Imagen 58">
              <a:extLst>
                <a:ext uri="{FF2B5EF4-FFF2-40B4-BE49-F238E27FC236}">
                  <a16:creationId xmlns:a16="http://schemas.microsoft.com/office/drawing/2014/main" id="{1D49CDC1-F956-5726-5214-C9360EDF062E}"/>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8964295" y="2706908"/>
              <a:ext cx="802885" cy="711130"/>
            </a:xfrm>
            <a:prstGeom prst="rect">
              <a:avLst/>
            </a:prstGeom>
          </p:spPr>
        </p:pic>
        <p:sp>
          <p:nvSpPr>
            <p:cNvPr id="2" name="CuadroTexto 1">
              <a:extLst>
                <a:ext uri="{FF2B5EF4-FFF2-40B4-BE49-F238E27FC236}">
                  <a16:creationId xmlns:a16="http://schemas.microsoft.com/office/drawing/2014/main" id="{BD340355-7D9F-D253-A621-0D21604C52E1}"/>
                </a:ext>
              </a:extLst>
            </p:cNvPr>
            <p:cNvSpPr txBox="1"/>
            <p:nvPr/>
          </p:nvSpPr>
          <p:spPr>
            <a:xfrm>
              <a:off x="3378963" y="2646975"/>
              <a:ext cx="6989525" cy="830997"/>
            </a:xfrm>
            <a:prstGeom prst="rect">
              <a:avLst/>
            </a:prstGeom>
            <a:noFill/>
          </p:spPr>
          <p:txBody>
            <a:bodyPr wrap="square" rtlCol="0">
              <a:spAutoFit/>
            </a:bodyPr>
            <a:lstStyle/>
            <a:p>
              <a:r>
                <a:rPr lang="en-CA" sz="4800" b="1" dirty="0">
                  <a:solidFill>
                    <a:schemeClr val="bg1"/>
                  </a:solidFill>
                  <a:latin typeface="Gill Sans" panose="020B0502020104020203" pitchFamily="34" charset="-79"/>
                  <a:cs typeface="Gill Sans" panose="020B0502020104020203" pitchFamily="34" charset="-79"/>
                </a:rPr>
                <a:t>TEAM MEMBERS</a:t>
              </a:r>
            </a:p>
          </p:txBody>
        </p:sp>
        <p:pic>
          <p:nvPicPr>
            <p:cNvPr id="66" name="Imagen 65">
              <a:extLst>
                <a:ext uri="{FF2B5EF4-FFF2-40B4-BE49-F238E27FC236}">
                  <a16:creationId xmlns:a16="http://schemas.microsoft.com/office/drawing/2014/main" id="{CBCB8182-68F1-6D75-3369-AD4D33A8F664}"/>
                </a:ext>
              </a:extLst>
            </p:cNvPr>
            <p:cNvPicPr>
              <a:picLocks noChangeAspect="1"/>
            </p:cNvPicPr>
            <p:nvPr/>
          </p:nvPicPr>
          <p:blipFill>
            <a:blip r:embed="rId3"/>
            <a:srcRect l="12605" t="6975" r="76248" b="81420"/>
            <a:stretch/>
          </p:blipFill>
          <p:spPr>
            <a:xfrm>
              <a:off x="2835135" y="4616654"/>
              <a:ext cx="580525" cy="578567"/>
            </a:xfrm>
            <a:prstGeom prst="rect">
              <a:avLst/>
            </a:prstGeom>
          </p:spPr>
        </p:pic>
        <p:pic>
          <p:nvPicPr>
            <p:cNvPr id="67" name="Imagen 66">
              <a:extLst>
                <a:ext uri="{FF2B5EF4-FFF2-40B4-BE49-F238E27FC236}">
                  <a16:creationId xmlns:a16="http://schemas.microsoft.com/office/drawing/2014/main" id="{3C5B918E-2BE3-DE26-8704-072E96DB3BBB}"/>
                </a:ext>
              </a:extLst>
            </p:cNvPr>
            <p:cNvPicPr>
              <a:picLocks noChangeAspect="1"/>
            </p:cNvPicPr>
            <p:nvPr/>
          </p:nvPicPr>
          <p:blipFill>
            <a:blip r:embed="rId3"/>
            <a:srcRect l="55122" t="21082" r="33731" b="67313"/>
            <a:stretch/>
          </p:blipFill>
          <p:spPr>
            <a:xfrm>
              <a:off x="2277938" y="4616654"/>
              <a:ext cx="580525" cy="578567"/>
            </a:xfrm>
            <a:prstGeom prst="rect">
              <a:avLst/>
            </a:prstGeom>
          </p:spPr>
        </p:pic>
        <p:pic>
          <p:nvPicPr>
            <p:cNvPr id="68" name="Imagen 67">
              <a:extLst>
                <a:ext uri="{FF2B5EF4-FFF2-40B4-BE49-F238E27FC236}">
                  <a16:creationId xmlns:a16="http://schemas.microsoft.com/office/drawing/2014/main" id="{49439B0F-730F-D99B-7BB5-574AED1B25F1}"/>
                </a:ext>
              </a:extLst>
            </p:cNvPr>
            <p:cNvPicPr>
              <a:picLocks noChangeAspect="1"/>
            </p:cNvPicPr>
            <p:nvPr/>
          </p:nvPicPr>
          <p:blipFill>
            <a:blip r:embed="rId3"/>
            <a:srcRect l="44479" t="34951" r="44374" b="53444"/>
            <a:stretch/>
          </p:blipFill>
          <p:spPr>
            <a:xfrm>
              <a:off x="3949528" y="4616654"/>
              <a:ext cx="580525" cy="578567"/>
            </a:xfrm>
            <a:prstGeom prst="rect">
              <a:avLst/>
            </a:prstGeom>
          </p:spPr>
        </p:pic>
        <p:pic>
          <p:nvPicPr>
            <p:cNvPr id="69" name="Imagen 68">
              <a:extLst>
                <a:ext uri="{FF2B5EF4-FFF2-40B4-BE49-F238E27FC236}">
                  <a16:creationId xmlns:a16="http://schemas.microsoft.com/office/drawing/2014/main" id="{B7E68563-E158-6612-689B-0CC47C3D57A9}"/>
                </a:ext>
              </a:extLst>
            </p:cNvPr>
            <p:cNvPicPr>
              <a:picLocks noChangeAspect="1"/>
            </p:cNvPicPr>
            <p:nvPr/>
          </p:nvPicPr>
          <p:blipFill>
            <a:blip r:embed="rId3"/>
            <a:srcRect l="76337" t="34935" r="12515" b="53460"/>
            <a:stretch/>
          </p:blipFill>
          <p:spPr>
            <a:xfrm>
              <a:off x="3392331" y="4616654"/>
              <a:ext cx="580525" cy="578567"/>
            </a:xfrm>
            <a:prstGeom prst="rect">
              <a:avLst/>
            </a:prstGeom>
          </p:spPr>
        </p:pic>
        <p:pic>
          <p:nvPicPr>
            <p:cNvPr id="70" name="Imagen 69">
              <a:extLst>
                <a:ext uri="{FF2B5EF4-FFF2-40B4-BE49-F238E27FC236}">
                  <a16:creationId xmlns:a16="http://schemas.microsoft.com/office/drawing/2014/main" id="{53F8C3B0-000F-E721-C7D4-4DE9EE092B12}"/>
                </a:ext>
              </a:extLst>
            </p:cNvPr>
            <p:cNvPicPr>
              <a:picLocks noChangeAspect="1"/>
            </p:cNvPicPr>
            <p:nvPr/>
          </p:nvPicPr>
          <p:blipFill>
            <a:blip r:embed="rId3"/>
            <a:srcRect l="12605" t="6975" r="76248" b="81420"/>
            <a:stretch/>
          </p:blipFill>
          <p:spPr>
            <a:xfrm>
              <a:off x="4506724" y="4616654"/>
              <a:ext cx="580525" cy="578567"/>
            </a:xfrm>
            <a:prstGeom prst="rect">
              <a:avLst/>
            </a:prstGeom>
          </p:spPr>
        </p:pic>
        <p:grpSp>
          <p:nvGrpSpPr>
            <p:cNvPr id="73" name="Grupo 72">
              <a:extLst>
                <a:ext uri="{FF2B5EF4-FFF2-40B4-BE49-F238E27FC236}">
                  <a16:creationId xmlns:a16="http://schemas.microsoft.com/office/drawing/2014/main" id="{13AE7AED-9B57-83D3-66B4-F6BB78043D92}"/>
                </a:ext>
              </a:extLst>
            </p:cNvPr>
            <p:cNvGrpSpPr/>
            <p:nvPr/>
          </p:nvGrpSpPr>
          <p:grpSpPr>
            <a:xfrm>
              <a:off x="5063920" y="4616654"/>
              <a:ext cx="580525" cy="578567"/>
              <a:chOff x="5053733" y="4472706"/>
              <a:chExt cx="764498" cy="795862"/>
            </a:xfrm>
          </p:grpSpPr>
          <p:pic>
            <p:nvPicPr>
              <p:cNvPr id="71" name="Imagen 70">
                <a:extLst>
                  <a:ext uri="{FF2B5EF4-FFF2-40B4-BE49-F238E27FC236}">
                    <a16:creationId xmlns:a16="http://schemas.microsoft.com/office/drawing/2014/main" id="{5B3FB57D-6E40-DCE6-82C0-3D43B571D86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72" name="Imagen 71">
                <a:extLst>
                  <a:ext uri="{FF2B5EF4-FFF2-40B4-BE49-F238E27FC236}">
                    <a16:creationId xmlns:a16="http://schemas.microsoft.com/office/drawing/2014/main" id="{39AC4C32-3450-3148-5BCC-07BAA998B3F3}"/>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74" name="Imagen 73">
              <a:extLst>
                <a:ext uri="{FF2B5EF4-FFF2-40B4-BE49-F238E27FC236}">
                  <a16:creationId xmlns:a16="http://schemas.microsoft.com/office/drawing/2014/main" id="{7F79471E-B8B6-56F5-D569-29E07D4F3A6E}"/>
                </a:ext>
              </a:extLst>
            </p:cNvPr>
            <p:cNvPicPr>
              <a:picLocks noChangeAspect="1"/>
            </p:cNvPicPr>
            <p:nvPr/>
          </p:nvPicPr>
          <p:blipFill>
            <a:blip r:embed="rId3"/>
            <a:srcRect l="12605" t="6975" r="76248" b="81420"/>
            <a:stretch/>
          </p:blipFill>
          <p:spPr>
            <a:xfrm>
              <a:off x="6735509" y="4616654"/>
              <a:ext cx="580525" cy="578567"/>
            </a:xfrm>
            <a:prstGeom prst="rect">
              <a:avLst/>
            </a:prstGeom>
          </p:spPr>
        </p:pic>
        <p:pic>
          <p:nvPicPr>
            <p:cNvPr id="75" name="Imagen 74">
              <a:extLst>
                <a:ext uri="{FF2B5EF4-FFF2-40B4-BE49-F238E27FC236}">
                  <a16:creationId xmlns:a16="http://schemas.microsoft.com/office/drawing/2014/main" id="{8478B2BD-F321-1831-EE06-4309A1F0AFD2}"/>
                </a:ext>
              </a:extLst>
            </p:cNvPr>
            <p:cNvPicPr>
              <a:picLocks noChangeAspect="1"/>
            </p:cNvPicPr>
            <p:nvPr/>
          </p:nvPicPr>
          <p:blipFill>
            <a:blip r:embed="rId3"/>
            <a:srcRect l="44516" t="6975" r="44337" b="81420"/>
            <a:stretch/>
          </p:blipFill>
          <p:spPr>
            <a:xfrm>
              <a:off x="8407099" y="4616654"/>
              <a:ext cx="580525" cy="578567"/>
            </a:xfrm>
            <a:prstGeom prst="rect">
              <a:avLst/>
            </a:prstGeom>
          </p:spPr>
        </p:pic>
        <p:pic>
          <p:nvPicPr>
            <p:cNvPr id="76" name="Imagen 75">
              <a:extLst>
                <a:ext uri="{FF2B5EF4-FFF2-40B4-BE49-F238E27FC236}">
                  <a16:creationId xmlns:a16="http://schemas.microsoft.com/office/drawing/2014/main" id="{E0BEB62C-95CD-0475-5241-A66DB219A4E1}"/>
                </a:ext>
              </a:extLst>
            </p:cNvPr>
            <p:cNvPicPr>
              <a:picLocks noChangeAspect="1"/>
            </p:cNvPicPr>
            <p:nvPr/>
          </p:nvPicPr>
          <p:blipFill>
            <a:blip r:embed="rId3"/>
            <a:srcRect l="76305" t="7039" r="12548" b="81356"/>
            <a:stretch/>
          </p:blipFill>
          <p:spPr>
            <a:xfrm>
              <a:off x="5621117" y="4616654"/>
              <a:ext cx="580525" cy="578567"/>
            </a:xfrm>
            <a:prstGeom prst="rect">
              <a:avLst/>
            </a:prstGeom>
          </p:spPr>
        </p:pic>
        <p:pic>
          <p:nvPicPr>
            <p:cNvPr id="77" name="Imagen 76">
              <a:extLst>
                <a:ext uri="{FF2B5EF4-FFF2-40B4-BE49-F238E27FC236}">
                  <a16:creationId xmlns:a16="http://schemas.microsoft.com/office/drawing/2014/main" id="{F801DB09-AEA0-E5B4-F29D-6C1E8431CE6E}"/>
                </a:ext>
              </a:extLst>
            </p:cNvPr>
            <p:cNvPicPr>
              <a:picLocks noChangeAspect="1"/>
            </p:cNvPicPr>
            <p:nvPr/>
          </p:nvPicPr>
          <p:blipFill>
            <a:blip r:embed="rId3"/>
            <a:srcRect l="76281" t="21082" r="12572" b="67313"/>
            <a:stretch/>
          </p:blipFill>
          <p:spPr>
            <a:xfrm>
              <a:off x="7292706" y="4616654"/>
              <a:ext cx="580525" cy="578567"/>
            </a:xfrm>
            <a:prstGeom prst="rect">
              <a:avLst/>
            </a:prstGeom>
          </p:spPr>
        </p:pic>
        <p:pic>
          <p:nvPicPr>
            <p:cNvPr id="78" name="Imagen 77">
              <a:extLst>
                <a:ext uri="{FF2B5EF4-FFF2-40B4-BE49-F238E27FC236}">
                  <a16:creationId xmlns:a16="http://schemas.microsoft.com/office/drawing/2014/main" id="{B1E8B22E-114D-255B-B2AF-C89625FBFD45}"/>
                </a:ext>
              </a:extLst>
            </p:cNvPr>
            <p:cNvPicPr>
              <a:picLocks noChangeAspect="1"/>
            </p:cNvPicPr>
            <p:nvPr/>
          </p:nvPicPr>
          <p:blipFill>
            <a:blip r:embed="rId3"/>
            <a:srcRect l="44479" t="34951" r="44374" b="53444"/>
            <a:stretch/>
          </p:blipFill>
          <p:spPr>
            <a:xfrm>
              <a:off x="6178313" y="4616654"/>
              <a:ext cx="580525" cy="578567"/>
            </a:xfrm>
            <a:prstGeom prst="rect">
              <a:avLst/>
            </a:prstGeom>
          </p:spPr>
        </p:pic>
        <p:pic>
          <p:nvPicPr>
            <p:cNvPr id="79" name="Imagen 78">
              <a:extLst>
                <a:ext uri="{FF2B5EF4-FFF2-40B4-BE49-F238E27FC236}">
                  <a16:creationId xmlns:a16="http://schemas.microsoft.com/office/drawing/2014/main" id="{D5F6A4EB-7E0A-6A87-9B19-5A07AFE88669}"/>
                </a:ext>
              </a:extLst>
            </p:cNvPr>
            <p:cNvPicPr>
              <a:picLocks noChangeAspect="1"/>
            </p:cNvPicPr>
            <p:nvPr/>
          </p:nvPicPr>
          <p:blipFill>
            <a:blip r:embed="rId3"/>
            <a:srcRect l="12605" t="6975" r="76248" b="81420"/>
            <a:stretch/>
          </p:blipFill>
          <p:spPr>
            <a:xfrm>
              <a:off x="7849902" y="4616654"/>
              <a:ext cx="580525" cy="578567"/>
            </a:xfrm>
            <a:prstGeom prst="rect">
              <a:avLst/>
            </a:prstGeom>
          </p:spPr>
        </p:pic>
        <p:pic>
          <p:nvPicPr>
            <p:cNvPr id="80" name="Imagen 79">
              <a:extLst>
                <a:ext uri="{FF2B5EF4-FFF2-40B4-BE49-F238E27FC236}">
                  <a16:creationId xmlns:a16="http://schemas.microsoft.com/office/drawing/2014/main" id="{D021CA00-C214-3725-0540-07463930FDD3}"/>
                </a:ext>
              </a:extLst>
            </p:cNvPr>
            <p:cNvPicPr>
              <a:picLocks noChangeAspect="1"/>
            </p:cNvPicPr>
            <p:nvPr/>
          </p:nvPicPr>
          <p:blipFill>
            <a:blip r:embed="rId3"/>
            <a:srcRect l="12605" t="6975" r="76248" b="81420"/>
            <a:stretch/>
          </p:blipFill>
          <p:spPr>
            <a:xfrm>
              <a:off x="8964295" y="4616654"/>
              <a:ext cx="580525" cy="578567"/>
            </a:xfrm>
            <a:prstGeom prst="rect">
              <a:avLst/>
            </a:prstGeom>
          </p:spPr>
        </p:pic>
        <p:pic>
          <p:nvPicPr>
            <p:cNvPr id="81" name="Imagen 80">
              <a:extLst>
                <a:ext uri="{FF2B5EF4-FFF2-40B4-BE49-F238E27FC236}">
                  <a16:creationId xmlns:a16="http://schemas.microsoft.com/office/drawing/2014/main" id="{74EE04ED-377A-798B-BCED-D71DEA5F4BF9}"/>
                </a:ext>
              </a:extLst>
            </p:cNvPr>
            <p:cNvPicPr>
              <a:picLocks noChangeAspect="1"/>
            </p:cNvPicPr>
            <p:nvPr/>
          </p:nvPicPr>
          <p:blipFill>
            <a:blip r:embed="rId3"/>
            <a:srcRect l="12605" t="6975" r="76248" b="81420"/>
            <a:stretch/>
          </p:blipFill>
          <p:spPr>
            <a:xfrm>
              <a:off x="2835250" y="5752289"/>
              <a:ext cx="580525" cy="578567"/>
            </a:xfrm>
            <a:prstGeom prst="rect">
              <a:avLst/>
            </a:prstGeom>
          </p:spPr>
        </p:pic>
        <p:pic>
          <p:nvPicPr>
            <p:cNvPr id="82" name="Imagen 81">
              <a:extLst>
                <a:ext uri="{FF2B5EF4-FFF2-40B4-BE49-F238E27FC236}">
                  <a16:creationId xmlns:a16="http://schemas.microsoft.com/office/drawing/2014/main" id="{ABEEA990-59E1-9E6B-0F9A-368C1395BA17}"/>
                </a:ext>
              </a:extLst>
            </p:cNvPr>
            <p:cNvPicPr>
              <a:picLocks noChangeAspect="1"/>
            </p:cNvPicPr>
            <p:nvPr/>
          </p:nvPicPr>
          <p:blipFill>
            <a:blip r:embed="rId3"/>
            <a:srcRect l="44516" t="6975" r="44337" b="81420"/>
            <a:stretch/>
          </p:blipFill>
          <p:spPr>
            <a:xfrm>
              <a:off x="3949758" y="5752289"/>
              <a:ext cx="580525" cy="578567"/>
            </a:xfrm>
            <a:prstGeom prst="rect">
              <a:avLst/>
            </a:prstGeom>
          </p:spPr>
        </p:pic>
        <p:pic>
          <p:nvPicPr>
            <p:cNvPr id="83" name="Imagen 82">
              <a:extLst>
                <a:ext uri="{FF2B5EF4-FFF2-40B4-BE49-F238E27FC236}">
                  <a16:creationId xmlns:a16="http://schemas.microsoft.com/office/drawing/2014/main" id="{DAE506F7-2B15-0804-FCA0-086C991555D5}"/>
                </a:ext>
              </a:extLst>
            </p:cNvPr>
            <p:cNvPicPr>
              <a:picLocks noChangeAspect="1"/>
            </p:cNvPicPr>
            <p:nvPr/>
          </p:nvPicPr>
          <p:blipFill>
            <a:blip r:embed="rId3"/>
            <a:srcRect l="76281" t="21082" r="12572" b="67313"/>
            <a:stretch/>
          </p:blipFill>
          <p:spPr>
            <a:xfrm>
              <a:off x="3392504" y="5752289"/>
              <a:ext cx="580525" cy="578567"/>
            </a:xfrm>
            <a:prstGeom prst="rect">
              <a:avLst/>
            </a:prstGeom>
          </p:spPr>
        </p:pic>
        <p:pic>
          <p:nvPicPr>
            <p:cNvPr id="84" name="Imagen 83">
              <a:extLst>
                <a:ext uri="{FF2B5EF4-FFF2-40B4-BE49-F238E27FC236}">
                  <a16:creationId xmlns:a16="http://schemas.microsoft.com/office/drawing/2014/main" id="{573AD93E-11EE-BBF9-7457-8A25A01E518E}"/>
                </a:ext>
              </a:extLst>
            </p:cNvPr>
            <p:cNvPicPr>
              <a:picLocks noChangeAspect="1"/>
            </p:cNvPicPr>
            <p:nvPr/>
          </p:nvPicPr>
          <p:blipFill>
            <a:blip r:embed="rId3"/>
            <a:srcRect l="44479" t="34951" r="44374" b="53444"/>
            <a:stretch/>
          </p:blipFill>
          <p:spPr>
            <a:xfrm>
              <a:off x="5064266" y="5752289"/>
              <a:ext cx="580525" cy="578567"/>
            </a:xfrm>
            <a:prstGeom prst="rect">
              <a:avLst/>
            </a:prstGeom>
          </p:spPr>
        </p:pic>
        <p:pic>
          <p:nvPicPr>
            <p:cNvPr id="85" name="Imagen 84">
              <a:extLst>
                <a:ext uri="{FF2B5EF4-FFF2-40B4-BE49-F238E27FC236}">
                  <a16:creationId xmlns:a16="http://schemas.microsoft.com/office/drawing/2014/main" id="{DA1E3638-E1B3-3251-C248-F305C47E0F00}"/>
                </a:ext>
              </a:extLst>
            </p:cNvPr>
            <p:cNvPicPr>
              <a:picLocks noChangeAspect="1"/>
            </p:cNvPicPr>
            <p:nvPr/>
          </p:nvPicPr>
          <p:blipFill>
            <a:blip r:embed="rId3"/>
            <a:srcRect l="55103" t="34951" r="33750" b="53444"/>
            <a:stretch/>
          </p:blipFill>
          <p:spPr>
            <a:xfrm>
              <a:off x="2277996" y="5752289"/>
              <a:ext cx="580525" cy="578567"/>
            </a:xfrm>
            <a:prstGeom prst="rect">
              <a:avLst/>
            </a:prstGeom>
          </p:spPr>
        </p:pic>
        <p:pic>
          <p:nvPicPr>
            <p:cNvPr id="86" name="Imagen 85">
              <a:extLst>
                <a:ext uri="{FF2B5EF4-FFF2-40B4-BE49-F238E27FC236}">
                  <a16:creationId xmlns:a16="http://schemas.microsoft.com/office/drawing/2014/main" id="{6D783DD7-277F-3232-0589-A91E54FD459B}"/>
                </a:ext>
              </a:extLst>
            </p:cNvPr>
            <p:cNvPicPr>
              <a:picLocks noChangeAspect="1"/>
            </p:cNvPicPr>
            <p:nvPr/>
          </p:nvPicPr>
          <p:blipFill>
            <a:blip r:embed="rId3"/>
            <a:srcRect l="76337" t="34935" r="12515" b="53460"/>
            <a:stretch/>
          </p:blipFill>
          <p:spPr>
            <a:xfrm>
              <a:off x="5621520" y="5752289"/>
              <a:ext cx="580525" cy="578567"/>
            </a:xfrm>
            <a:prstGeom prst="rect">
              <a:avLst/>
            </a:prstGeom>
          </p:spPr>
        </p:pic>
        <p:pic>
          <p:nvPicPr>
            <p:cNvPr id="87" name="Imagen 86">
              <a:extLst>
                <a:ext uri="{FF2B5EF4-FFF2-40B4-BE49-F238E27FC236}">
                  <a16:creationId xmlns:a16="http://schemas.microsoft.com/office/drawing/2014/main" id="{417B2D5E-E760-31D3-A088-490A16BE6F2F}"/>
                </a:ext>
              </a:extLst>
            </p:cNvPr>
            <p:cNvPicPr>
              <a:picLocks noChangeAspect="1"/>
            </p:cNvPicPr>
            <p:nvPr/>
          </p:nvPicPr>
          <p:blipFill>
            <a:blip r:embed="rId3"/>
            <a:srcRect l="12605" t="6975" r="76248" b="81420"/>
            <a:stretch/>
          </p:blipFill>
          <p:spPr>
            <a:xfrm>
              <a:off x="4507012" y="5752289"/>
              <a:ext cx="580525" cy="578567"/>
            </a:xfrm>
            <a:prstGeom prst="rect">
              <a:avLst/>
            </a:prstGeom>
          </p:spPr>
        </p:pic>
        <p:pic>
          <p:nvPicPr>
            <p:cNvPr id="88" name="Imagen 87">
              <a:extLst>
                <a:ext uri="{FF2B5EF4-FFF2-40B4-BE49-F238E27FC236}">
                  <a16:creationId xmlns:a16="http://schemas.microsoft.com/office/drawing/2014/main" id="{3F4DD408-1CB0-2D57-91E6-DEFC6E98FC6F}"/>
                </a:ext>
              </a:extLst>
            </p:cNvPr>
            <p:cNvPicPr>
              <a:picLocks noChangeAspect="1"/>
            </p:cNvPicPr>
            <p:nvPr/>
          </p:nvPicPr>
          <p:blipFill>
            <a:blip r:embed="rId3"/>
            <a:srcRect l="12605" t="6975" r="76248" b="81420"/>
            <a:stretch/>
          </p:blipFill>
          <p:spPr>
            <a:xfrm>
              <a:off x="9522297" y="5752289"/>
              <a:ext cx="580525" cy="578567"/>
            </a:xfrm>
            <a:prstGeom prst="rect">
              <a:avLst/>
            </a:prstGeom>
          </p:spPr>
        </p:pic>
        <p:pic>
          <p:nvPicPr>
            <p:cNvPr id="89" name="Imagen 88">
              <a:extLst>
                <a:ext uri="{FF2B5EF4-FFF2-40B4-BE49-F238E27FC236}">
                  <a16:creationId xmlns:a16="http://schemas.microsoft.com/office/drawing/2014/main" id="{55A99C37-B637-C161-45ED-D55EB8CEA7E1}"/>
                </a:ext>
              </a:extLst>
            </p:cNvPr>
            <p:cNvPicPr>
              <a:picLocks noChangeAspect="1"/>
            </p:cNvPicPr>
            <p:nvPr/>
          </p:nvPicPr>
          <p:blipFill>
            <a:blip r:embed="rId3"/>
            <a:srcRect l="55117" t="6975" r="33736" b="81420"/>
            <a:stretch/>
          </p:blipFill>
          <p:spPr>
            <a:xfrm>
              <a:off x="7293282" y="5752289"/>
              <a:ext cx="580525" cy="578567"/>
            </a:xfrm>
            <a:prstGeom prst="rect">
              <a:avLst/>
            </a:prstGeom>
          </p:spPr>
        </p:pic>
        <p:pic>
          <p:nvPicPr>
            <p:cNvPr id="90" name="Imagen 89">
              <a:extLst>
                <a:ext uri="{FF2B5EF4-FFF2-40B4-BE49-F238E27FC236}">
                  <a16:creationId xmlns:a16="http://schemas.microsoft.com/office/drawing/2014/main" id="{1F5AA6E6-2D2B-742D-4E1C-DB1EBA3BBA3E}"/>
                </a:ext>
              </a:extLst>
            </p:cNvPr>
            <p:cNvPicPr>
              <a:picLocks noChangeAspect="1"/>
            </p:cNvPicPr>
            <p:nvPr/>
          </p:nvPicPr>
          <p:blipFill>
            <a:blip r:embed="rId3"/>
            <a:srcRect l="23278" t="21261" r="65575" b="67134"/>
            <a:stretch/>
          </p:blipFill>
          <p:spPr>
            <a:xfrm>
              <a:off x="8407790" y="5752289"/>
              <a:ext cx="580525" cy="578567"/>
            </a:xfrm>
            <a:prstGeom prst="rect">
              <a:avLst/>
            </a:prstGeom>
          </p:spPr>
        </p:pic>
        <p:pic>
          <p:nvPicPr>
            <p:cNvPr id="91" name="Imagen 90">
              <a:extLst>
                <a:ext uri="{FF2B5EF4-FFF2-40B4-BE49-F238E27FC236}">
                  <a16:creationId xmlns:a16="http://schemas.microsoft.com/office/drawing/2014/main" id="{EC06C223-7DA9-2491-DE5E-942FFC6DEB61}"/>
                </a:ext>
              </a:extLst>
            </p:cNvPr>
            <p:cNvPicPr>
              <a:picLocks noChangeAspect="1"/>
            </p:cNvPicPr>
            <p:nvPr/>
          </p:nvPicPr>
          <p:blipFill>
            <a:blip r:embed="rId3"/>
            <a:srcRect l="44426" t="21260" r="44426" b="67135"/>
            <a:stretch/>
          </p:blipFill>
          <p:spPr>
            <a:xfrm>
              <a:off x="8965043" y="5752289"/>
              <a:ext cx="580525" cy="578567"/>
            </a:xfrm>
            <a:prstGeom prst="rect">
              <a:avLst/>
            </a:prstGeom>
          </p:spPr>
        </p:pic>
        <p:pic>
          <p:nvPicPr>
            <p:cNvPr id="92" name="Imagen 91">
              <a:extLst>
                <a:ext uri="{FF2B5EF4-FFF2-40B4-BE49-F238E27FC236}">
                  <a16:creationId xmlns:a16="http://schemas.microsoft.com/office/drawing/2014/main" id="{8E4C8D89-F032-4307-71DD-987BBEE0DBD1}"/>
                </a:ext>
              </a:extLst>
            </p:cNvPr>
            <p:cNvPicPr>
              <a:picLocks noChangeAspect="1"/>
            </p:cNvPicPr>
            <p:nvPr/>
          </p:nvPicPr>
          <p:blipFill>
            <a:blip r:embed="rId3"/>
            <a:srcRect l="55122" t="21082" r="33731" b="67313"/>
            <a:stretch/>
          </p:blipFill>
          <p:spPr>
            <a:xfrm>
              <a:off x="7850536" y="5752289"/>
              <a:ext cx="580525" cy="578567"/>
            </a:xfrm>
            <a:prstGeom prst="rect">
              <a:avLst/>
            </a:prstGeom>
          </p:spPr>
        </p:pic>
        <p:pic>
          <p:nvPicPr>
            <p:cNvPr id="93" name="Imagen 92">
              <a:extLst>
                <a:ext uri="{FF2B5EF4-FFF2-40B4-BE49-F238E27FC236}">
                  <a16:creationId xmlns:a16="http://schemas.microsoft.com/office/drawing/2014/main" id="{9BA47FEC-F91A-0A05-5F54-FD986F0231AE}"/>
                </a:ext>
              </a:extLst>
            </p:cNvPr>
            <p:cNvPicPr>
              <a:picLocks noChangeAspect="1"/>
            </p:cNvPicPr>
            <p:nvPr/>
          </p:nvPicPr>
          <p:blipFill>
            <a:blip r:embed="rId3"/>
            <a:srcRect l="23286" t="49108" r="65567" b="39287"/>
            <a:stretch/>
          </p:blipFill>
          <p:spPr>
            <a:xfrm>
              <a:off x="6736028" y="5752289"/>
              <a:ext cx="580525" cy="578567"/>
            </a:xfrm>
            <a:prstGeom prst="rect">
              <a:avLst/>
            </a:prstGeom>
          </p:spPr>
        </p:pic>
        <p:pic>
          <p:nvPicPr>
            <p:cNvPr id="94" name="Imagen 93">
              <a:extLst>
                <a:ext uri="{FF2B5EF4-FFF2-40B4-BE49-F238E27FC236}">
                  <a16:creationId xmlns:a16="http://schemas.microsoft.com/office/drawing/2014/main" id="{26EADBEE-E65A-0B1D-F1C4-FD5D21CB7F82}"/>
                </a:ext>
              </a:extLst>
            </p:cNvPr>
            <p:cNvPicPr>
              <a:picLocks noChangeAspect="1"/>
            </p:cNvPicPr>
            <p:nvPr/>
          </p:nvPicPr>
          <p:blipFill>
            <a:blip r:embed="rId3"/>
            <a:srcRect l="12605" t="6975" r="76248" b="81420"/>
            <a:stretch/>
          </p:blipFill>
          <p:spPr>
            <a:xfrm>
              <a:off x="6734667" y="5183115"/>
              <a:ext cx="580525" cy="578567"/>
            </a:xfrm>
            <a:prstGeom prst="rect">
              <a:avLst/>
            </a:prstGeom>
          </p:spPr>
        </p:pic>
        <p:pic>
          <p:nvPicPr>
            <p:cNvPr id="95" name="Imagen 94">
              <a:extLst>
                <a:ext uri="{FF2B5EF4-FFF2-40B4-BE49-F238E27FC236}">
                  <a16:creationId xmlns:a16="http://schemas.microsoft.com/office/drawing/2014/main" id="{8C82840B-6B5C-2AF1-3BA9-E801B4273BF4}"/>
                </a:ext>
              </a:extLst>
            </p:cNvPr>
            <p:cNvPicPr>
              <a:picLocks noChangeAspect="1"/>
            </p:cNvPicPr>
            <p:nvPr/>
          </p:nvPicPr>
          <p:blipFill>
            <a:blip r:embed="rId3"/>
            <a:srcRect l="55117" t="6975" r="33736" b="81420"/>
            <a:stretch/>
          </p:blipFill>
          <p:spPr>
            <a:xfrm>
              <a:off x="6177565" y="5183115"/>
              <a:ext cx="580525" cy="578567"/>
            </a:xfrm>
            <a:prstGeom prst="rect">
              <a:avLst/>
            </a:prstGeom>
          </p:spPr>
        </p:pic>
        <p:pic>
          <p:nvPicPr>
            <p:cNvPr id="96" name="Imagen 95">
              <a:extLst>
                <a:ext uri="{FF2B5EF4-FFF2-40B4-BE49-F238E27FC236}">
                  <a16:creationId xmlns:a16="http://schemas.microsoft.com/office/drawing/2014/main" id="{6808118A-E028-911C-5DDC-0B7A48121A04}"/>
                </a:ext>
              </a:extLst>
            </p:cNvPr>
            <p:cNvPicPr>
              <a:picLocks noChangeAspect="1"/>
            </p:cNvPicPr>
            <p:nvPr/>
          </p:nvPicPr>
          <p:blipFill>
            <a:blip r:embed="rId3"/>
            <a:srcRect l="23278" t="21261" r="65575" b="67134"/>
            <a:stretch/>
          </p:blipFill>
          <p:spPr>
            <a:xfrm>
              <a:off x="3949153" y="5183115"/>
              <a:ext cx="580525" cy="578567"/>
            </a:xfrm>
            <a:prstGeom prst="rect">
              <a:avLst/>
            </a:prstGeom>
          </p:spPr>
        </p:pic>
        <p:pic>
          <p:nvPicPr>
            <p:cNvPr id="97" name="Imagen 96">
              <a:extLst>
                <a:ext uri="{FF2B5EF4-FFF2-40B4-BE49-F238E27FC236}">
                  <a16:creationId xmlns:a16="http://schemas.microsoft.com/office/drawing/2014/main" id="{E464B7F0-111E-C22E-DA5F-24BCED31BDFF}"/>
                </a:ext>
              </a:extLst>
            </p:cNvPr>
            <p:cNvPicPr>
              <a:picLocks noChangeAspect="1"/>
            </p:cNvPicPr>
            <p:nvPr/>
          </p:nvPicPr>
          <p:blipFill>
            <a:blip r:embed="rId3"/>
            <a:srcRect l="33921" t="21142" r="54932" b="67253"/>
            <a:stretch/>
          </p:blipFill>
          <p:spPr>
            <a:xfrm>
              <a:off x="2277845" y="5183115"/>
              <a:ext cx="580525" cy="578567"/>
            </a:xfrm>
            <a:prstGeom prst="rect">
              <a:avLst/>
            </a:prstGeom>
          </p:spPr>
        </p:pic>
        <p:pic>
          <p:nvPicPr>
            <p:cNvPr id="98" name="Imagen 97">
              <a:extLst>
                <a:ext uri="{FF2B5EF4-FFF2-40B4-BE49-F238E27FC236}">
                  <a16:creationId xmlns:a16="http://schemas.microsoft.com/office/drawing/2014/main" id="{A0E65259-4600-F8BA-2B36-14A1275069A4}"/>
                </a:ext>
              </a:extLst>
            </p:cNvPr>
            <p:cNvPicPr>
              <a:picLocks noChangeAspect="1"/>
            </p:cNvPicPr>
            <p:nvPr/>
          </p:nvPicPr>
          <p:blipFill>
            <a:blip r:embed="rId3"/>
            <a:srcRect l="55122" t="21082" r="33731" b="67313"/>
            <a:stretch/>
          </p:blipFill>
          <p:spPr>
            <a:xfrm>
              <a:off x="3392051" y="5183115"/>
              <a:ext cx="580525" cy="578567"/>
            </a:xfrm>
            <a:prstGeom prst="rect">
              <a:avLst/>
            </a:prstGeom>
          </p:spPr>
        </p:pic>
        <p:pic>
          <p:nvPicPr>
            <p:cNvPr id="99" name="Imagen 98">
              <a:extLst>
                <a:ext uri="{FF2B5EF4-FFF2-40B4-BE49-F238E27FC236}">
                  <a16:creationId xmlns:a16="http://schemas.microsoft.com/office/drawing/2014/main" id="{EC94CBCF-21E7-BCF9-7E52-0BEB523C7CAC}"/>
                </a:ext>
              </a:extLst>
            </p:cNvPr>
            <p:cNvPicPr>
              <a:picLocks noChangeAspect="1"/>
            </p:cNvPicPr>
            <p:nvPr/>
          </p:nvPicPr>
          <p:blipFill>
            <a:blip r:embed="rId3"/>
            <a:srcRect l="12624" t="34906" r="76229" b="53489"/>
            <a:stretch/>
          </p:blipFill>
          <p:spPr>
            <a:xfrm>
              <a:off x="4506256" y="5183115"/>
              <a:ext cx="580525" cy="578567"/>
            </a:xfrm>
            <a:prstGeom prst="rect">
              <a:avLst/>
            </a:prstGeom>
          </p:spPr>
        </p:pic>
        <p:pic>
          <p:nvPicPr>
            <p:cNvPr id="100" name="Imagen 99">
              <a:extLst>
                <a:ext uri="{FF2B5EF4-FFF2-40B4-BE49-F238E27FC236}">
                  <a16:creationId xmlns:a16="http://schemas.microsoft.com/office/drawing/2014/main" id="{FCD49240-B20D-7F6C-4556-D1439319378C}"/>
                </a:ext>
              </a:extLst>
            </p:cNvPr>
            <p:cNvPicPr>
              <a:picLocks noChangeAspect="1"/>
            </p:cNvPicPr>
            <p:nvPr/>
          </p:nvPicPr>
          <p:blipFill>
            <a:blip r:embed="rId3"/>
            <a:srcRect l="44479" t="34951" r="44374" b="53444"/>
            <a:stretch/>
          </p:blipFill>
          <p:spPr>
            <a:xfrm>
              <a:off x="5620462" y="5183115"/>
              <a:ext cx="580525" cy="578567"/>
            </a:xfrm>
            <a:prstGeom prst="rect">
              <a:avLst/>
            </a:prstGeom>
          </p:spPr>
        </p:pic>
        <p:pic>
          <p:nvPicPr>
            <p:cNvPr id="101" name="Imagen 100">
              <a:extLst>
                <a:ext uri="{FF2B5EF4-FFF2-40B4-BE49-F238E27FC236}">
                  <a16:creationId xmlns:a16="http://schemas.microsoft.com/office/drawing/2014/main" id="{E4616453-606A-6602-76DD-5F914BB12070}"/>
                </a:ext>
              </a:extLst>
            </p:cNvPr>
            <p:cNvPicPr>
              <a:picLocks noChangeAspect="1"/>
            </p:cNvPicPr>
            <p:nvPr/>
          </p:nvPicPr>
          <p:blipFill>
            <a:blip r:embed="rId3"/>
            <a:srcRect l="76337" t="34935" r="12515" b="53460"/>
            <a:stretch/>
          </p:blipFill>
          <p:spPr>
            <a:xfrm>
              <a:off x="2834948" y="5183115"/>
              <a:ext cx="580525" cy="578567"/>
            </a:xfrm>
            <a:prstGeom prst="rect">
              <a:avLst/>
            </a:prstGeom>
          </p:spPr>
        </p:pic>
        <p:grpSp>
          <p:nvGrpSpPr>
            <p:cNvPr id="102" name="Grupo 101">
              <a:extLst>
                <a:ext uri="{FF2B5EF4-FFF2-40B4-BE49-F238E27FC236}">
                  <a16:creationId xmlns:a16="http://schemas.microsoft.com/office/drawing/2014/main" id="{556B9A50-8A8B-20CA-43F3-C6E6C0BEDE06}"/>
                </a:ext>
              </a:extLst>
            </p:cNvPr>
            <p:cNvGrpSpPr/>
            <p:nvPr/>
          </p:nvGrpSpPr>
          <p:grpSpPr>
            <a:xfrm>
              <a:off x="5063359" y="5183115"/>
              <a:ext cx="580525" cy="578567"/>
              <a:chOff x="5053733" y="4472706"/>
              <a:chExt cx="764498" cy="795862"/>
            </a:xfrm>
          </p:grpSpPr>
          <p:pic>
            <p:nvPicPr>
              <p:cNvPr id="103" name="Imagen 102">
                <a:extLst>
                  <a:ext uri="{FF2B5EF4-FFF2-40B4-BE49-F238E27FC236}">
                    <a16:creationId xmlns:a16="http://schemas.microsoft.com/office/drawing/2014/main" id="{087C69C7-8DC4-D7DA-0B8D-DE65B9E92F7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4" name="Imagen 103">
                <a:extLst>
                  <a:ext uri="{FF2B5EF4-FFF2-40B4-BE49-F238E27FC236}">
                    <a16:creationId xmlns:a16="http://schemas.microsoft.com/office/drawing/2014/main" id="{C882A591-87AC-BD98-F6EE-AF7FD7B3121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105" name="Imagen 104">
              <a:extLst>
                <a:ext uri="{FF2B5EF4-FFF2-40B4-BE49-F238E27FC236}">
                  <a16:creationId xmlns:a16="http://schemas.microsoft.com/office/drawing/2014/main" id="{A219F3E2-B3C9-515C-E06A-50034E48342A}"/>
                </a:ext>
              </a:extLst>
            </p:cNvPr>
            <p:cNvPicPr>
              <a:picLocks noChangeAspect="1"/>
            </p:cNvPicPr>
            <p:nvPr/>
          </p:nvPicPr>
          <p:blipFill>
            <a:blip r:embed="rId3"/>
            <a:srcRect l="55122" t="21082" r="33731" b="67313"/>
            <a:stretch/>
          </p:blipFill>
          <p:spPr>
            <a:xfrm>
              <a:off x="7291770" y="5183115"/>
              <a:ext cx="580525" cy="578567"/>
            </a:xfrm>
            <a:prstGeom prst="rect">
              <a:avLst/>
            </a:prstGeom>
          </p:spPr>
        </p:pic>
        <p:grpSp>
          <p:nvGrpSpPr>
            <p:cNvPr id="106" name="Grupo 105">
              <a:extLst>
                <a:ext uri="{FF2B5EF4-FFF2-40B4-BE49-F238E27FC236}">
                  <a16:creationId xmlns:a16="http://schemas.microsoft.com/office/drawing/2014/main" id="{F17C455C-8D55-CAF7-1D1C-2CB1028867D3}"/>
                </a:ext>
              </a:extLst>
            </p:cNvPr>
            <p:cNvGrpSpPr/>
            <p:nvPr/>
          </p:nvGrpSpPr>
          <p:grpSpPr>
            <a:xfrm>
              <a:off x="6178774" y="5752289"/>
              <a:ext cx="580525" cy="578567"/>
              <a:chOff x="5053733" y="4472706"/>
              <a:chExt cx="764498" cy="795862"/>
            </a:xfrm>
          </p:grpSpPr>
          <p:pic>
            <p:nvPicPr>
              <p:cNvPr id="107" name="Imagen 106">
                <a:extLst>
                  <a:ext uri="{FF2B5EF4-FFF2-40B4-BE49-F238E27FC236}">
                    <a16:creationId xmlns:a16="http://schemas.microsoft.com/office/drawing/2014/main" id="{6A5B0A9A-59BC-27AE-3067-B532B7EA328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8" name="Imagen 107">
                <a:extLst>
                  <a:ext uri="{FF2B5EF4-FFF2-40B4-BE49-F238E27FC236}">
                    <a16:creationId xmlns:a16="http://schemas.microsoft.com/office/drawing/2014/main" id="{B2A18AC4-EF32-6882-0CCD-320C2B0AA8C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109" name="Imagen 108">
              <a:extLst>
                <a:ext uri="{FF2B5EF4-FFF2-40B4-BE49-F238E27FC236}">
                  <a16:creationId xmlns:a16="http://schemas.microsoft.com/office/drawing/2014/main" id="{805DF639-5EB1-79FF-89C2-048227A914BF}"/>
                </a:ext>
              </a:extLst>
            </p:cNvPr>
            <p:cNvPicPr>
              <a:picLocks noChangeAspect="1"/>
            </p:cNvPicPr>
            <p:nvPr/>
          </p:nvPicPr>
          <p:blipFill>
            <a:blip r:embed="rId3"/>
            <a:srcRect l="12605" t="6975" r="76248" b="81420"/>
            <a:stretch/>
          </p:blipFill>
          <p:spPr>
            <a:xfrm>
              <a:off x="6737388" y="4047313"/>
              <a:ext cx="580525" cy="578567"/>
            </a:xfrm>
            <a:prstGeom prst="rect">
              <a:avLst/>
            </a:prstGeom>
          </p:spPr>
        </p:pic>
        <p:pic>
          <p:nvPicPr>
            <p:cNvPr id="110" name="Imagen 109">
              <a:extLst>
                <a:ext uri="{FF2B5EF4-FFF2-40B4-BE49-F238E27FC236}">
                  <a16:creationId xmlns:a16="http://schemas.microsoft.com/office/drawing/2014/main" id="{7C399173-A85F-30ED-EBA4-1E49E87D45B4}"/>
                </a:ext>
              </a:extLst>
            </p:cNvPr>
            <p:cNvPicPr>
              <a:picLocks noChangeAspect="1"/>
            </p:cNvPicPr>
            <p:nvPr/>
          </p:nvPicPr>
          <p:blipFill>
            <a:blip r:embed="rId3"/>
            <a:srcRect l="44516" t="6975" r="44337" b="81420"/>
            <a:stretch/>
          </p:blipFill>
          <p:spPr>
            <a:xfrm>
              <a:off x="2278147" y="4047313"/>
              <a:ext cx="580525" cy="578567"/>
            </a:xfrm>
            <a:prstGeom prst="rect">
              <a:avLst/>
            </a:prstGeom>
          </p:spPr>
        </p:pic>
        <p:pic>
          <p:nvPicPr>
            <p:cNvPr id="111" name="Imagen 110">
              <a:extLst>
                <a:ext uri="{FF2B5EF4-FFF2-40B4-BE49-F238E27FC236}">
                  <a16:creationId xmlns:a16="http://schemas.microsoft.com/office/drawing/2014/main" id="{B9D6B270-59C0-CAC4-EB49-8647890D133A}"/>
                </a:ext>
              </a:extLst>
            </p:cNvPr>
            <p:cNvPicPr>
              <a:picLocks noChangeAspect="1"/>
            </p:cNvPicPr>
            <p:nvPr/>
          </p:nvPicPr>
          <p:blipFill>
            <a:blip r:embed="rId3"/>
            <a:srcRect l="55117" t="6975" r="33736" b="81420"/>
            <a:stretch/>
          </p:blipFill>
          <p:spPr>
            <a:xfrm>
              <a:off x="3392957" y="4047313"/>
              <a:ext cx="580525" cy="578567"/>
            </a:xfrm>
            <a:prstGeom prst="rect">
              <a:avLst/>
            </a:prstGeom>
          </p:spPr>
        </p:pic>
        <p:pic>
          <p:nvPicPr>
            <p:cNvPr id="112" name="Imagen 111">
              <a:extLst>
                <a:ext uri="{FF2B5EF4-FFF2-40B4-BE49-F238E27FC236}">
                  <a16:creationId xmlns:a16="http://schemas.microsoft.com/office/drawing/2014/main" id="{FFB2437D-C367-2985-81B0-C7D2F90B0B08}"/>
                </a:ext>
              </a:extLst>
            </p:cNvPr>
            <p:cNvPicPr>
              <a:picLocks noChangeAspect="1"/>
            </p:cNvPicPr>
            <p:nvPr/>
          </p:nvPicPr>
          <p:blipFill>
            <a:blip r:embed="rId3"/>
            <a:srcRect l="76305" t="7039" r="12548" b="81356"/>
            <a:stretch/>
          </p:blipFill>
          <p:spPr>
            <a:xfrm>
              <a:off x="3950362" y="4047313"/>
              <a:ext cx="580525" cy="578567"/>
            </a:xfrm>
            <a:prstGeom prst="rect">
              <a:avLst/>
            </a:prstGeom>
          </p:spPr>
        </p:pic>
        <p:pic>
          <p:nvPicPr>
            <p:cNvPr id="113" name="Imagen 112">
              <a:extLst>
                <a:ext uri="{FF2B5EF4-FFF2-40B4-BE49-F238E27FC236}">
                  <a16:creationId xmlns:a16="http://schemas.microsoft.com/office/drawing/2014/main" id="{BFF3C4FB-FF51-673B-D4B0-48F26D14F805}"/>
                </a:ext>
              </a:extLst>
            </p:cNvPr>
            <p:cNvPicPr>
              <a:picLocks noChangeAspect="1"/>
            </p:cNvPicPr>
            <p:nvPr/>
          </p:nvPicPr>
          <p:blipFill>
            <a:blip r:embed="rId3"/>
            <a:srcRect l="23278" t="21261" r="65575" b="67134"/>
            <a:stretch/>
          </p:blipFill>
          <p:spPr>
            <a:xfrm>
              <a:off x="2835552" y="4047313"/>
              <a:ext cx="580525" cy="578567"/>
            </a:xfrm>
            <a:prstGeom prst="rect">
              <a:avLst/>
            </a:prstGeom>
          </p:spPr>
        </p:pic>
        <p:pic>
          <p:nvPicPr>
            <p:cNvPr id="114" name="Imagen 113">
              <a:extLst>
                <a:ext uri="{FF2B5EF4-FFF2-40B4-BE49-F238E27FC236}">
                  <a16:creationId xmlns:a16="http://schemas.microsoft.com/office/drawing/2014/main" id="{1CB11FBF-3C68-8F35-84DD-370E6C390321}"/>
                </a:ext>
              </a:extLst>
            </p:cNvPr>
            <p:cNvPicPr>
              <a:picLocks noChangeAspect="1"/>
            </p:cNvPicPr>
            <p:nvPr/>
          </p:nvPicPr>
          <p:blipFill>
            <a:blip r:embed="rId3"/>
            <a:srcRect l="12624" t="34906" r="76229" b="53489"/>
            <a:stretch/>
          </p:blipFill>
          <p:spPr>
            <a:xfrm>
              <a:off x="4507768" y="4047313"/>
              <a:ext cx="580525" cy="578567"/>
            </a:xfrm>
            <a:prstGeom prst="rect">
              <a:avLst/>
            </a:prstGeom>
          </p:spPr>
        </p:pic>
        <p:pic>
          <p:nvPicPr>
            <p:cNvPr id="115" name="Imagen 114">
              <a:extLst>
                <a:ext uri="{FF2B5EF4-FFF2-40B4-BE49-F238E27FC236}">
                  <a16:creationId xmlns:a16="http://schemas.microsoft.com/office/drawing/2014/main" id="{88BCDDA4-BD59-4DA0-9215-D7F150DF6513}"/>
                </a:ext>
              </a:extLst>
            </p:cNvPr>
            <p:cNvPicPr>
              <a:picLocks noChangeAspect="1"/>
            </p:cNvPicPr>
            <p:nvPr/>
          </p:nvPicPr>
          <p:blipFill>
            <a:blip r:embed="rId3"/>
            <a:srcRect l="55224" t="49095" r="33629" b="39300"/>
            <a:stretch/>
          </p:blipFill>
          <p:spPr>
            <a:xfrm>
              <a:off x="7294793" y="4047313"/>
              <a:ext cx="580525" cy="578567"/>
            </a:xfrm>
            <a:prstGeom prst="rect">
              <a:avLst/>
            </a:prstGeom>
          </p:spPr>
        </p:pic>
        <p:grpSp>
          <p:nvGrpSpPr>
            <p:cNvPr id="116" name="Grupo 115">
              <a:extLst>
                <a:ext uri="{FF2B5EF4-FFF2-40B4-BE49-F238E27FC236}">
                  <a16:creationId xmlns:a16="http://schemas.microsoft.com/office/drawing/2014/main" id="{EA505AEA-3D41-CF84-7FE3-495486029356}"/>
                </a:ext>
              </a:extLst>
            </p:cNvPr>
            <p:cNvGrpSpPr/>
            <p:nvPr/>
          </p:nvGrpSpPr>
          <p:grpSpPr>
            <a:xfrm>
              <a:off x="5065173" y="4047313"/>
              <a:ext cx="580525" cy="578567"/>
              <a:chOff x="5053733" y="4472706"/>
              <a:chExt cx="764498" cy="795862"/>
            </a:xfrm>
          </p:grpSpPr>
          <p:pic>
            <p:nvPicPr>
              <p:cNvPr id="117" name="Imagen 116">
                <a:extLst>
                  <a:ext uri="{FF2B5EF4-FFF2-40B4-BE49-F238E27FC236}">
                    <a16:creationId xmlns:a16="http://schemas.microsoft.com/office/drawing/2014/main" id="{3769EDFC-AF78-74DC-D505-615E466DDB1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8" name="Imagen 117">
                <a:extLst>
                  <a:ext uri="{FF2B5EF4-FFF2-40B4-BE49-F238E27FC236}">
                    <a16:creationId xmlns:a16="http://schemas.microsoft.com/office/drawing/2014/main" id="{0872BAD4-B5F5-7AA9-92CD-DB8FB3E447E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119" name="Imagen 118">
              <a:extLst>
                <a:ext uri="{FF2B5EF4-FFF2-40B4-BE49-F238E27FC236}">
                  <a16:creationId xmlns:a16="http://schemas.microsoft.com/office/drawing/2014/main" id="{C23DB573-5F04-57D0-FFF1-7DF5A57CDA1C}"/>
                </a:ext>
              </a:extLst>
            </p:cNvPr>
            <p:cNvPicPr>
              <a:picLocks noChangeAspect="1"/>
            </p:cNvPicPr>
            <p:nvPr/>
          </p:nvPicPr>
          <p:blipFill>
            <a:blip r:embed="rId3"/>
            <a:srcRect l="44516" t="6975" r="44337" b="81420"/>
            <a:stretch/>
          </p:blipFill>
          <p:spPr>
            <a:xfrm>
              <a:off x="5622578" y="4047313"/>
              <a:ext cx="580525" cy="578567"/>
            </a:xfrm>
            <a:prstGeom prst="rect">
              <a:avLst/>
            </a:prstGeom>
          </p:spPr>
        </p:pic>
        <p:pic>
          <p:nvPicPr>
            <p:cNvPr id="120" name="Imagen 119">
              <a:extLst>
                <a:ext uri="{FF2B5EF4-FFF2-40B4-BE49-F238E27FC236}">
                  <a16:creationId xmlns:a16="http://schemas.microsoft.com/office/drawing/2014/main" id="{981EFAFB-11B1-F1A7-02F8-2B7AF4560346}"/>
                </a:ext>
              </a:extLst>
            </p:cNvPr>
            <p:cNvPicPr>
              <a:picLocks noChangeAspect="1"/>
            </p:cNvPicPr>
            <p:nvPr/>
          </p:nvPicPr>
          <p:blipFill>
            <a:blip r:embed="rId3"/>
            <a:srcRect l="23278" t="21261" r="65575" b="67134"/>
            <a:stretch/>
          </p:blipFill>
          <p:spPr>
            <a:xfrm>
              <a:off x="6179983" y="4047313"/>
              <a:ext cx="580525" cy="578567"/>
            </a:xfrm>
            <a:prstGeom prst="rect">
              <a:avLst/>
            </a:prstGeom>
          </p:spPr>
        </p:pic>
        <p:pic>
          <p:nvPicPr>
            <p:cNvPr id="124" name="Imagen 123">
              <a:extLst>
                <a:ext uri="{FF2B5EF4-FFF2-40B4-BE49-F238E27FC236}">
                  <a16:creationId xmlns:a16="http://schemas.microsoft.com/office/drawing/2014/main" id="{5822A259-5378-6233-D880-8CE27D4FBA81}"/>
                </a:ext>
              </a:extLst>
            </p:cNvPr>
            <p:cNvPicPr>
              <a:picLocks noChangeAspect="1"/>
            </p:cNvPicPr>
            <p:nvPr/>
          </p:nvPicPr>
          <p:blipFill>
            <a:blip r:embed="rId3"/>
            <a:srcRect l="55122" t="21082" r="33731" b="67313"/>
            <a:stretch/>
          </p:blipFill>
          <p:spPr>
            <a:xfrm>
              <a:off x="10079551" y="5752289"/>
              <a:ext cx="580525" cy="578567"/>
            </a:xfrm>
            <a:prstGeom prst="rect">
              <a:avLst/>
            </a:prstGeom>
          </p:spPr>
        </p:pic>
        <p:pic>
          <p:nvPicPr>
            <p:cNvPr id="125" name="Imagen 124">
              <a:extLst>
                <a:ext uri="{FF2B5EF4-FFF2-40B4-BE49-F238E27FC236}">
                  <a16:creationId xmlns:a16="http://schemas.microsoft.com/office/drawing/2014/main" id="{A9E66044-8F9D-BA29-B6C6-469D0C8A08E3}"/>
                </a:ext>
              </a:extLst>
            </p:cNvPr>
            <p:cNvPicPr>
              <a:picLocks noChangeAspect="1"/>
            </p:cNvPicPr>
            <p:nvPr/>
          </p:nvPicPr>
          <p:blipFill>
            <a:blip r:embed="rId3"/>
            <a:srcRect l="12605" t="6975" r="76248" b="81420"/>
            <a:stretch/>
          </p:blipFill>
          <p:spPr>
            <a:xfrm>
              <a:off x="10636805" y="5752289"/>
              <a:ext cx="580525" cy="578567"/>
            </a:xfrm>
            <a:prstGeom prst="rect">
              <a:avLst/>
            </a:prstGeom>
          </p:spPr>
        </p:pic>
        <p:grpSp>
          <p:nvGrpSpPr>
            <p:cNvPr id="126" name="Grupo 125">
              <a:extLst>
                <a:ext uri="{FF2B5EF4-FFF2-40B4-BE49-F238E27FC236}">
                  <a16:creationId xmlns:a16="http://schemas.microsoft.com/office/drawing/2014/main" id="{66441139-F147-6599-20CE-BB0059FD6241}"/>
                </a:ext>
              </a:extLst>
            </p:cNvPr>
            <p:cNvGrpSpPr/>
            <p:nvPr/>
          </p:nvGrpSpPr>
          <p:grpSpPr>
            <a:xfrm>
              <a:off x="7848873" y="5183115"/>
              <a:ext cx="580525" cy="578567"/>
              <a:chOff x="5053733" y="4472706"/>
              <a:chExt cx="764498" cy="795862"/>
            </a:xfrm>
          </p:grpSpPr>
          <p:pic>
            <p:nvPicPr>
              <p:cNvPr id="127" name="Imagen 126">
                <a:extLst>
                  <a:ext uri="{FF2B5EF4-FFF2-40B4-BE49-F238E27FC236}">
                    <a16:creationId xmlns:a16="http://schemas.microsoft.com/office/drawing/2014/main" id="{DF22F8C1-4B04-A15D-9BC5-26EF6897D8F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28" name="Imagen 127">
                <a:extLst>
                  <a:ext uri="{FF2B5EF4-FFF2-40B4-BE49-F238E27FC236}">
                    <a16:creationId xmlns:a16="http://schemas.microsoft.com/office/drawing/2014/main" id="{F91A74FB-47D1-0AFE-128F-96B89B8E67DA}"/>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29" name="Grupo 128">
              <a:extLst>
                <a:ext uri="{FF2B5EF4-FFF2-40B4-BE49-F238E27FC236}">
                  <a16:creationId xmlns:a16="http://schemas.microsoft.com/office/drawing/2014/main" id="{62B3CC17-B833-6A4C-8B20-0EBB87AB443B}"/>
                </a:ext>
              </a:extLst>
            </p:cNvPr>
            <p:cNvGrpSpPr/>
            <p:nvPr/>
          </p:nvGrpSpPr>
          <p:grpSpPr>
            <a:xfrm>
              <a:off x="7852198" y="4047313"/>
              <a:ext cx="580525" cy="578567"/>
              <a:chOff x="5053733" y="4472706"/>
              <a:chExt cx="764498" cy="795862"/>
            </a:xfrm>
          </p:grpSpPr>
          <p:pic>
            <p:nvPicPr>
              <p:cNvPr id="130" name="Imagen 129">
                <a:extLst>
                  <a:ext uri="{FF2B5EF4-FFF2-40B4-BE49-F238E27FC236}">
                    <a16:creationId xmlns:a16="http://schemas.microsoft.com/office/drawing/2014/main" id="{A7B43D6B-A404-563A-1491-350C880B823F}"/>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31" name="Imagen 130">
                <a:extLst>
                  <a:ext uri="{FF2B5EF4-FFF2-40B4-BE49-F238E27FC236}">
                    <a16:creationId xmlns:a16="http://schemas.microsoft.com/office/drawing/2014/main" id="{BBDBAA73-184C-D3D7-A8B8-970CBB1EA47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32" name="Grupo 131">
              <a:extLst>
                <a:ext uri="{FF2B5EF4-FFF2-40B4-BE49-F238E27FC236}">
                  <a16:creationId xmlns:a16="http://schemas.microsoft.com/office/drawing/2014/main" id="{7EB1B6D4-5550-0B73-8534-E45EA8FFE0A5}"/>
                </a:ext>
              </a:extLst>
            </p:cNvPr>
            <p:cNvGrpSpPr/>
            <p:nvPr/>
          </p:nvGrpSpPr>
          <p:grpSpPr>
            <a:xfrm>
              <a:off x="8405976" y="5183115"/>
              <a:ext cx="580525" cy="578567"/>
              <a:chOff x="5053733" y="4472706"/>
              <a:chExt cx="764498" cy="795862"/>
            </a:xfrm>
          </p:grpSpPr>
          <p:pic>
            <p:nvPicPr>
              <p:cNvPr id="133" name="Imagen 132">
                <a:extLst>
                  <a:ext uri="{FF2B5EF4-FFF2-40B4-BE49-F238E27FC236}">
                    <a16:creationId xmlns:a16="http://schemas.microsoft.com/office/drawing/2014/main" id="{89114910-70C7-CD4F-727C-77C70DEC4466}"/>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34" name="Imagen 133">
                <a:extLst>
                  <a:ext uri="{FF2B5EF4-FFF2-40B4-BE49-F238E27FC236}">
                    <a16:creationId xmlns:a16="http://schemas.microsoft.com/office/drawing/2014/main" id="{EF616A58-5DCD-CDD4-5327-7AEA960A718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35" name="Grupo 134">
              <a:extLst>
                <a:ext uri="{FF2B5EF4-FFF2-40B4-BE49-F238E27FC236}">
                  <a16:creationId xmlns:a16="http://schemas.microsoft.com/office/drawing/2014/main" id="{93DCD1CF-F331-3F7A-2962-4A4C7524F5DC}"/>
                </a:ext>
              </a:extLst>
            </p:cNvPr>
            <p:cNvGrpSpPr/>
            <p:nvPr/>
          </p:nvGrpSpPr>
          <p:grpSpPr>
            <a:xfrm>
              <a:off x="8409603" y="4047313"/>
              <a:ext cx="580525" cy="578567"/>
              <a:chOff x="5053733" y="4472706"/>
              <a:chExt cx="764498" cy="795862"/>
            </a:xfrm>
          </p:grpSpPr>
          <p:pic>
            <p:nvPicPr>
              <p:cNvPr id="136" name="Imagen 135">
                <a:extLst>
                  <a:ext uri="{FF2B5EF4-FFF2-40B4-BE49-F238E27FC236}">
                    <a16:creationId xmlns:a16="http://schemas.microsoft.com/office/drawing/2014/main" id="{67752B39-3F21-CDE1-026D-67880F20135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37" name="Imagen 136">
                <a:extLst>
                  <a:ext uri="{FF2B5EF4-FFF2-40B4-BE49-F238E27FC236}">
                    <a16:creationId xmlns:a16="http://schemas.microsoft.com/office/drawing/2014/main" id="{30E6FB9B-23FD-1CA6-3C01-FD1CEB439F8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38" name="Grupo 137">
              <a:extLst>
                <a:ext uri="{FF2B5EF4-FFF2-40B4-BE49-F238E27FC236}">
                  <a16:creationId xmlns:a16="http://schemas.microsoft.com/office/drawing/2014/main" id="{C86FC138-3933-E3C9-EFF5-CC4E4172C6C8}"/>
                </a:ext>
              </a:extLst>
            </p:cNvPr>
            <p:cNvGrpSpPr/>
            <p:nvPr/>
          </p:nvGrpSpPr>
          <p:grpSpPr>
            <a:xfrm>
              <a:off x="8967008" y="4047313"/>
              <a:ext cx="580525" cy="578567"/>
              <a:chOff x="5053733" y="4472706"/>
              <a:chExt cx="764498" cy="795862"/>
            </a:xfrm>
          </p:grpSpPr>
          <p:pic>
            <p:nvPicPr>
              <p:cNvPr id="139" name="Imagen 138">
                <a:extLst>
                  <a:ext uri="{FF2B5EF4-FFF2-40B4-BE49-F238E27FC236}">
                    <a16:creationId xmlns:a16="http://schemas.microsoft.com/office/drawing/2014/main" id="{7FFF931D-CE63-45A5-BF93-74CAE3FAAF0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40" name="Imagen 139">
                <a:extLst>
                  <a:ext uri="{FF2B5EF4-FFF2-40B4-BE49-F238E27FC236}">
                    <a16:creationId xmlns:a16="http://schemas.microsoft.com/office/drawing/2014/main" id="{A1C45F1E-B0A8-784A-FD13-1058DB27AA63}"/>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41" name="Grupo 140">
              <a:extLst>
                <a:ext uri="{FF2B5EF4-FFF2-40B4-BE49-F238E27FC236}">
                  <a16:creationId xmlns:a16="http://schemas.microsoft.com/office/drawing/2014/main" id="{505BBA39-7C03-6335-D7A6-EF619561CA8E}"/>
                </a:ext>
              </a:extLst>
            </p:cNvPr>
            <p:cNvGrpSpPr/>
            <p:nvPr/>
          </p:nvGrpSpPr>
          <p:grpSpPr>
            <a:xfrm>
              <a:off x="8963079" y="5183115"/>
              <a:ext cx="580525" cy="578567"/>
              <a:chOff x="5053733" y="4472706"/>
              <a:chExt cx="764498" cy="795862"/>
            </a:xfrm>
          </p:grpSpPr>
          <p:pic>
            <p:nvPicPr>
              <p:cNvPr id="142" name="Imagen 141">
                <a:extLst>
                  <a:ext uri="{FF2B5EF4-FFF2-40B4-BE49-F238E27FC236}">
                    <a16:creationId xmlns:a16="http://schemas.microsoft.com/office/drawing/2014/main" id="{B45A8F32-82D8-6F10-0CD7-0DB3B9DEC894}"/>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43" name="Imagen 142">
                <a:extLst>
                  <a:ext uri="{FF2B5EF4-FFF2-40B4-BE49-F238E27FC236}">
                    <a16:creationId xmlns:a16="http://schemas.microsoft.com/office/drawing/2014/main" id="{725A8B51-DFD1-A8A9-2B9F-106F42B991B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44" name="Grupo 143">
              <a:extLst>
                <a:ext uri="{FF2B5EF4-FFF2-40B4-BE49-F238E27FC236}">
                  <a16:creationId xmlns:a16="http://schemas.microsoft.com/office/drawing/2014/main" id="{6643D7F0-41E9-B91F-BC0E-9BA145D08EA3}"/>
                </a:ext>
              </a:extLst>
            </p:cNvPr>
            <p:cNvGrpSpPr/>
            <p:nvPr/>
          </p:nvGrpSpPr>
          <p:grpSpPr>
            <a:xfrm>
              <a:off x="9520181" y="5183115"/>
              <a:ext cx="580525" cy="578567"/>
              <a:chOff x="5053733" y="4472706"/>
              <a:chExt cx="764498" cy="795862"/>
            </a:xfrm>
          </p:grpSpPr>
          <p:pic>
            <p:nvPicPr>
              <p:cNvPr id="145" name="Imagen 144">
                <a:extLst>
                  <a:ext uri="{FF2B5EF4-FFF2-40B4-BE49-F238E27FC236}">
                    <a16:creationId xmlns:a16="http://schemas.microsoft.com/office/drawing/2014/main" id="{2309F1A6-6F88-1939-F87A-BEB0D0AA57AD}"/>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46" name="Imagen 145">
                <a:extLst>
                  <a:ext uri="{FF2B5EF4-FFF2-40B4-BE49-F238E27FC236}">
                    <a16:creationId xmlns:a16="http://schemas.microsoft.com/office/drawing/2014/main" id="{7E46C180-F635-F3C4-E1A6-B4763837C32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47" name="Grupo 146">
              <a:extLst>
                <a:ext uri="{FF2B5EF4-FFF2-40B4-BE49-F238E27FC236}">
                  <a16:creationId xmlns:a16="http://schemas.microsoft.com/office/drawing/2014/main" id="{4CA7EBA4-5332-FC6C-558C-6C95A10D5AB1}"/>
                </a:ext>
              </a:extLst>
            </p:cNvPr>
            <p:cNvGrpSpPr/>
            <p:nvPr/>
          </p:nvGrpSpPr>
          <p:grpSpPr>
            <a:xfrm>
              <a:off x="11194053" y="5752289"/>
              <a:ext cx="580525" cy="578567"/>
              <a:chOff x="5053733" y="4472706"/>
              <a:chExt cx="764498" cy="795862"/>
            </a:xfrm>
          </p:grpSpPr>
          <p:pic>
            <p:nvPicPr>
              <p:cNvPr id="148" name="Imagen 147">
                <a:extLst>
                  <a:ext uri="{FF2B5EF4-FFF2-40B4-BE49-F238E27FC236}">
                    <a16:creationId xmlns:a16="http://schemas.microsoft.com/office/drawing/2014/main" id="{EDEF5EC5-42D0-1934-10AF-AC20E5B4B6D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49" name="Imagen 148">
                <a:extLst>
                  <a:ext uri="{FF2B5EF4-FFF2-40B4-BE49-F238E27FC236}">
                    <a16:creationId xmlns:a16="http://schemas.microsoft.com/office/drawing/2014/main" id="{536A58AD-C8F3-6DE5-2276-D17F0DC7613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53" name="Grupo 152">
              <a:extLst>
                <a:ext uri="{FF2B5EF4-FFF2-40B4-BE49-F238E27FC236}">
                  <a16:creationId xmlns:a16="http://schemas.microsoft.com/office/drawing/2014/main" id="{D2DDB823-EACA-B142-DD7F-646B99532843}"/>
                </a:ext>
              </a:extLst>
            </p:cNvPr>
            <p:cNvGrpSpPr/>
            <p:nvPr/>
          </p:nvGrpSpPr>
          <p:grpSpPr>
            <a:xfrm>
              <a:off x="9521491" y="4616654"/>
              <a:ext cx="580525" cy="578567"/>
              <a:chOff x="5053733" y="4472706"/>
              <a:chExt cx="764498" cy="795862"/>
            </a:xfrm>
          </p:grpSpPr>
          <p:pic>
            <p:nvPicPr>
              <p:cNvPr id="154" name="Imagen 153">
                <a:extLst>
                  <a:ext uri="{FF2B5EF4-FFF2-40B4-BE49-F238E27FC236}">
                    <a16:creationId xmlns:a16="http://schemas.microsoft.com/office/drawing/2014/main" id="{52B1B9A4-02F7-C5CA-5CD3-029EFF03991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55" name="Imagen 154">
                <a:extLst>
                  <a:ext uri="{FF2B5EF4-FFF2-40B4-BE49-F238E27FC236}">
                    <a16:creationId xmlns:a16="http://schemas.microsoft.com/office/drawing/2014/main" id="{DDBDD6CE-5DB6-5208-57B7-AC61F4370BD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56" name="Grupo 155">
              <a:extLst>
                <a:ext uri="{FF2B5EF4-FFF2-40B4-BE49-F238E27FC236}">
                  <a16:creationId xmlns:a16="http://schemas.microsoft.com/office/drawing/2014/main" id="{47B8D464-2EB7-906A-143A-21C39F72D22C}"/>
                </a:ext>
              </a:extLst>
            </p:cNvPr>
            <p:cNvGrpSpPr/>
            <p:nvPr/>
          </p:nvGrpSpPr>
          <p:grpSpPr>
            <a:xfrm>
              <a:off x="9524413" y="4047313"/>
              <a:ext cx="580525" cy="578567"/>
              <a:chOff x="5053733" y="4472706"/>
              <a:chExt cx="764498" cy="795862"/>
            </a:xfrm>
          </p:grpSpPr>
          <p:pic>
            <p:nvPicPr>
              <p:cNvPr id="157" name="Imagen 156">
                <a:extLst>
                  <a:ext uri="{FF2B5EF4-FFF2-40B4-BE49-F238E27FC236}">
                    <a16:creationId xmlns:a16="http://schemas.microsoft.com/office/drawing/2014/main" id="{924488F4-E1C0-75F2-3EED-B22C1911211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58" name="Imagen 157">
                <a:extLst>
                  <a:ext uri="{FF2B5EF4-FFF2-40B4-BE49-F238E27FC236}">
                    <a16:creationId xmlns:a16="http://schemas.microsoft.com/office/drawing/2014/main" id="{CF7DF98E-2BF1-C26A-F1A8-C32573FA95C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59" name="Grupo 158">
              <a:extLst>
                <a:ext uri="{FF2B5EF4-FFF2-40B4-BE49-F238E27FC236}">
                  <a16:creationId xmlns:a16="http://schemas.microsoft.com/office/drawing/2014/main" id="{D81514D1-A735-1752-C4C6-5F5832743B56}"/>
                </a:ext>
              </a:extLst>
            </p:cNvPr>
            <p:cNvGrpSpPr/>
            <p:nvPr/>
          </p:nvGrpSpPr>
          <p:grpSpPr>
            <a:xfrm>
              <a:off x="1720742" y="5752289"/>
              <a:ext cx="580525" cy="578567"/>
              <a:chOff x="5053733" y="4472706"/>
              <a:chExt cx="764498" cy="795862"/>
            </a:xfrm>
          </p:grpSpPr>
          <p:pic>
            <p:nvPicPr>
              <p:cNvPr id="160" name="Imagen 159">
                <a:extLst>
                  <a:ext uri="{FF2B5EF4-FFF2-40B4-BE49-F238E27FC236}">
                    <a16:creationId xmlns:a16="http://schemas.microsoft.com/office/drawing/2014/main" id="{5F5CB0E9-1FB6-E7BD-81E0-6EA65A36EE0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61" name="Imagen 160">
                <a:extLst>
                  <a:ext uri="{FF2B5EF4-FFF2-40B4-BE49-F238E27FC236}">
                    <a16:creationId xmlns:a16="http://schemas.microsoft.com/office/drawing/2014/main" id="{7578DB91-7BE9-0197-6B87-29BD1B1F094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62" name="Grupo 161">
              <a:extLst>
                <a:ext uri="{FF2B5EF4-FFF2-40B4-BE49-F238E27FC236}">
                  <a16:creationId xmlns:a16="http://schemas.microsoft.com/office/drawing/2014/main" id="{79F88E28-F966-7BFE-3266-C4F9DDCA5DCB}"/>
                </a:ext>
              </a:extLst>
            </p:cNvPr>
            <p:cNvGrpSpPr/>
            <p:nvPr/>
          </p:nvGrpSpPr>
          <p:grpSpPr>
            <a:xfrm>
              <a:off x="1720742" y="5183115"/>
              <a:ext cx="580525" cy="578567"/>
              <a:chOff x="5053733" y="4472706"/>
              <a:chExt cx="764498" cy="795862"/>
            </a:xfrm>
          </p:grpSpPr>
          <p:pic>
            <p:nvPicPr>
              <p:cNvPr id="163" name="Imagen 162">
                <a:extLst>
                  <a:ext uri="{FF2B5EF4-FFF2-40B4-BE49-F238E27FC236}">
                    <a16:creationId xmlns:a16="http://schemas.microsoft.com/office/drawing/2014/main" id="{CDC79002-EC27-1432-B07B-3297387A2FC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64" name="Imagen 163">
                <a:extLst>
                  <a:ext uri="{FF2B5EF4-FFF2-40B4-BE49-F238E27FC236}">
                    <a16:creationId xmlns:a16="http://schemas.microsoft.com/office/drawing/2014/main" id="{18C90D8E-A68F-464C-B51A-6C725A0D7F0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65" name="Grupo 164">
              <a:extLst>
                <a:ext uri="{FF2B5EF4-FFF2-40B4-BE49-F238E27FC236}">
                  <a16:creationId xmlns:a16="http://schemas.microsoft.com/office/drawing/2014/main" id="{1E671DD2-84C6-44E9-E50C-33676AF6976A}"/>
                </a:ext>
              </a:extLst>
            </p:cNvPr>
            <p:cNvGrpSpPr/>
            <p:nvPr/>
          </p:nvGrpSpPr>
          <p:grpSpPr>
            <a:xfrm>
              <a:off x="1720742" y="4616654"/>
              <a:ext cx="580525" cy="578567"/>
              <a:chOff x="5053733" y="4472706"/>
              <a:chExt cx="764498" cy="795862"/>
            </a:xfrm>
          </p:grpSpPr>
          <p:pic>
            <p:nvPicPr>
              <p:cNvPr id="166" name="Imagen 165">
                <a:extLst>
                  <a:ext uri="{FF2B5EF4-FFF2-40B4-BE49-F238E27FC236}">
                    <a16:creationId xmlns:a16="http://schemas.microsoft.com/office/drawing/2014/main" id="{6B85009B-730A-94C0-6EB4-8146318193C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67" name="Imagen 166">
                <a:extLst>
                  <a:ext uri="{FF2B5EF4-FFF2-40B4-BE49-F238E27FC236}">
                    <a16:creationId xmlns:a16="http://schemas.microsoft.com/office/drawing/2014/main" id="{D60BB7C0-B9EC-0669-62F5-A4960FC12D2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68" name="Grupo 167">
              <a:extLst>
                <a:ext uri="{FF2B5EF4-FFF2-40B4-BE49-F238E27FC236}">
                  <a16:creationId xmlns:a16="http://schemas.microsoft.com/office/drawing/2014/main" id="{3231EF59-8D1D-79AC-208E-BB5562C14A06}"/>
                </a:ext>
              </a:extLst>
            </p:cNvPr>
            <p:cNvGrpSpPr/>
            <p:nvPr/>
          </p:nvGrpSpPr>
          <p:grpSpPr>
            <a:xfrm>
              <a:off x="1720741" y="4047313"/>
              <a:ext cx="580525" cy="578567"/>
              <a:chOff x="5053732" y="4472706"/>
              <a:chExt cx="764498" cy="795862"/>
            </a:xfrm>
          </p:grpSpPr>
          <p:pic>
            <p:nvPicPr>
              <p:cNvPr id="169" name="Imagen 168">
                <a:extLst>
                  <a:ext uri="{FF2B5EF4-FFF2-40B4-BE49-F238E27FC236}">
                    <a16:creationId xmlns:a16="http://schemas.microsoft.com/office/drawing/2014/main" id="{D1071A1A-E4EC-B1CD-0C5F-73FB16409B24}"/>
                  </a:ext>
                </a:extLst>
              </p:cNvPr>
              <p:cNvPicPr>
                <a:picLocks noChangeAspect="1"/>
              </p:cNvPicPr>
              <p:nvPr/>
            </p:nvPicPr>
            <p:blipFill>
              <a:blip r:embed="rId3"/>
              <a:srcRect l="65685" t="49149" r="23168" b="39246"/>
              <a:stretch/>
            </p:blipFill>
            <p:spPr>
              <a:xfrm>
                <a:off x="5053732" y="4472706"/>
                <a:ext cx="764498" cy="795862"/>
              </a:xfrm>
              <a:prstGeom prst="rect">
                <a:avLst/>
              </a:prstGeom>
            </p:spPr>
          </p:pic>
          <p:pic>
            <p:nvPicPr>
              <p:cNvPr id="170" name="Imagen 169">
                <a:extLst>
                  <a:ext uri="{FF2B5EF4-FFF2-40B4-BE49-F238E27FC236}">
                    <a16:creationId xmlns:a16="http://schemas.microsoft.com/office/drawing/2014/main" id="{3370DFBD-7A64-6664-1E7D-81D32CCAE7E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71" name="Grupo 170">
              <a:extLst>
                <a:ext uri="{FF2B5EF4-FFF2-40B4-BE49-F238E27FC236}">
                  <a16:creationId xmlns:a16="http://schemas.microsoft.com/office/drawing/2014/main" id="{2FA23AF6-11D4-EFBD-50CB-79BF6CC6A1B2}"/>
                </a:ext>
              </a:extLst>
            </p:cNvPr>
            <p:cNvGrpSpPr/>
            <p:nvPr/>
          </p:nvGrpSpPr>
          <p:grpSpPr>
            <a:xfrm>
              <a:off x="10081819" y="4047313"/>
              <a:ext cx="580525" cy="578567"/>
              <a:chOff x="5053733" y="4472706"/>
              <a:chExt cx="764498" cy="795862"/>
            </a:xfrm>
          </p:grpSpPr>
          <p:pic>
            <p:nvPicPr>
              <p:cNvPr id="172" name="Imagen 171">
                <a:extLst>
                  <a:ext uri="{FF2B5EF4-FFF2-40B4-BE49-F238E27FC236}">
                    <a16:creationId xmlns:a16="http://schemas.microsoft.com/office/drawing/2014/main" id="{163F250C-53C9-F661-851E-0AB65C6B424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73" name="Imagen 172">
                <a:extLst>
                  <a:ext uri="{FF2B5EF4-FFF2-40B4-BE49-F238E27FC236}">
                    <a16:creationId xmlns:a16="http://schemas.microsoft.com/office/drawing/2014/main" id="{35FA17C7-365C-E772-1135-F672C05376D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74" name="Grupo 173">
              <a:extLst>
                <a:ext uri="{FF2B5EF4-FFF2-40B4-BE49-F238E27FC236}">
                  <a16:creationId xmlns:a16="http://schemas.microsoft.com/office/drawing/2014/main" id="{29F09A63-C8D6-498E-6CB0-7FF7C87AEC4F}"/>
                </a:ext>
              </a:extLst>
            </p:cNvPr>
            <p:cNvGrpSpPr/>
            <p:nvPr/>
          </p:nvGrpSpPr>
          <p:grpSpPr>
            <a:xfrm>
              <a:off x="10639224" y="4047313"/>
              <a:ext cx="580525" cy="578567"/>
              <a:chOff x="5053733" y="4472706"/>
              <a:chExt cx="764498" cy="795862"/>
            </a:xfrm>
          </p:grpSpPr>
          <p:pic>
            <p:nvPicPr>
              <p:cNvPr id="175" name="Imagen 174">
                <a:extLst>
                  <a:ext uri="{FF2B5EF4-FFF2-40B4-BE49-F238E27FC236}">
                    <a16:creationId xmlns:a16="http://schemas.microsoft.com/office/drawing/2014/main" id="{AF2185A7-38BC-00CD-B3F2-5E5022860E9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76" name="Imagen 175">
                <a:extLst>
                  <a:ext uri="{FF2B5EF4-FFF2-40B4-BE49-F238E27FC236}">
                    <a16:creationId xmlns:a16="http://schemas.microsoft.com/office/drawing/2014/main" id="{D8803391-1F94-5D69-B3F0-0BC1F3F4AEE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77" name="Grupo 176">
              <a:extLst>
                <a:ext uri="{FF2B5EF4-FFF2-40B4-BE49-F238E27FC236}">
                  <a16:creationId xmlns:a16="http://schemas.microsoft.com/office/drawing/2014/main" id="{078BB6E3-4A32-CDB6-EFB1-11378D5F9078}"/>
                </a:ext>
              </a:extLst>
            </p:cNvPr>
            <p:cNvGrpSpPr/>
            <p:nvPr/>
          </p:nvGrpSpPr>
          <p:grpSpPr>
            <a:xfrm>
              <a:off x="11196631" y="4047313"/>
              <a:ext cx="580525" cy="578567"/>
              <a:chOff x="5053733" y="4472706"/>
              <a:chExt cx="764498" cy="795862"/>
            </a:xfrm>
          </p:grpSpPr>
          <p:pic>
            <p:nvPicPr>
              <p:cNvPr id="178" name="Imagen 177">
                <a:extLst>
                  <a:ext uri="{FF2B5EF4-FFF2-40B4-BE49-F238E27FC236}">
                    <a16:creationId xmlns:a16="http://schemas.microsoft.com/office/drawing/2014/main" id="{F18BC48C-5E6D-24F3-91B2-524DD921618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79" name="Imagen 178">
                <a:extLst>
                  <a:ext uri="{FF2B5EF4-FFF2-40B4-BE49-F238E27FC236}">
                    <a16:creationId xmlns:a16="http://schemas.microsoft.com/office/drawing/2014/main" id="{D494926F-47D8-614C-11B3-4CC55B83AF1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80" name="Grupo 179">
              <a:extLst>
                <a:ext uri="{FF2B5EF4-FFF2-40B4-BE49-F238E27FC236}">
                  <a16:creationId xmlns:a16="http://schemas.microsoft.com/office/drawing/2014/main" id="{3EF3027F-77BA-D695-026F-BEE9F28C42AE}"/>
                </a:ext>
              </a:extLst>
            </p:cNvPr>
            <p:cNvGrpSpPr/>
            <p:nvPr/>
          </p:nvGrpSpPr>
          <p:grpSpPr>
            <a:xfrm>
              <a:off x="10078688" y="4616654"/>
              <a:ext cx="580525" cy="578567"/>
              <a:chOff x="5053733" y="4472706"/>
              <a:chExt cx="764498" cy="795862"/>
            </a:xfrm>
          </p:grpSpPr>
          <p:pic>
            <p:nvPicPr>
              <p:cNvPr id="181" name="Imagen 180">
                <a:extLst>
                  <a:ext uri="{FF2B5EF4-FFF2-40B4-BE49-F238E27FC236}">
                    <a16:creationId xmlns:a16="http://schemas.microsoft.com/office/drawing/2014/main" id="{C979FA59-3D25-BD08-1CD9-274B680E6A4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82" name="Imagen 181">
                <a:extLst>
                  <a:ext uri="{FF2B5EF4-FFF2-40B4-BE49-F238E27FC236}">
                    <a16:creationId xmlns:a16="http://schemas.microsoft.com/office/drawing/2014/main" id="{83D288F3-41D1-8A42-3FD4-4641C66665B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83" name="Grupo 182">
              <a:extLst>
                <a:ext uri="{FF2B5EF4-FFF2-40B4-BE49-F238E27FC236}">
                  <a16:creationId xmlns:a16="http://schemas.microsoft.com/office/drawing/2014/main" id="{87A62E30-DE6F-D09A-256A-E5D48BDCC902}"/>
                </a:ext>
              </a:extLst>
            </p:cNvPr>
            <p:cNvGrpSpPr/>
            <p:nvPr/>
          </p:nvGrpSpPr>
          <p:grpSpPr>
            <a:xfrm>
              <a:off x="10635884" y="4616654"/>
              <a:ext cx="580525" cy="578567"/>
              <a:chOff x="5053733" y="4472706"/>
              <a:chExt cx="764498" cy="795862"/>
            </a:xfrm>
          </p:grpSpPr>
          <p:pic>
            <p:nvPicPr>
              <p:cNvPr id="184" name="Imagen 183">
                <a:extLst>
                  <a:ext uri="{FF2B5EF4-FFF2-40B4-BE49-F238E27FC236}">
                    <a16:creationId xmlns:a16="http://schemas.microsoft.com/office/drawing/2014/main" id="{546B5B7C-68A1-FFFD-EB97-1CF54FC0A63F}"/>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85" name="Imagen 184">
                <a:extLst>
                  <a:ext uri="{FF2B5EF4-FFF2-40B4-BE49-F238E27FC236}">
                    <a16:creationId xmlns:a16="http://schemas.microsoft.com/office/drawing/2014/main" id="{F6BA3498-E6FE-4A3A-9043-91947940273E}"/>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86" name="Grupo 185">
              <a:extLst>
                <a:ext uri="{FF2B5EF4-FFF2-40B4-BE49-F238E27FC236}">
                  <a16:creationId xmlns:a16="http://schemas.microsoft.com/office/drawing/2014/main" id="{B386F70F-8577-E861-4EA3-D89CC3FB18F7}"/>
                </a:ext>
              </a:extLst>
            </p:cNvPr>
            <p:cNvGrpSpPr/>
            <p:nvPr/>
          </p:nvGrpSpPr>
          <p:grpSpPr>
            <a:xfrm>
              <a:off x="11193087" y="4616654"/>
              <a:ext cx="580525" cy="578567"/>
              <a:chOff x="5053733" y="4472706"/>
              <a:chExt cx="764498" cy="795862"/>
            </a:xfrm>
          </p:grpSpPr>
          <p:pic>
            <p:nvPicPr>
              <p:cNvPr id="187" name="Imagen 186">
                <a:extLst>
                  <a:ext uri="{FF2B5EF4-FFF2-40B4-BE49-F238E27FC236}">
                    <a16:creationId xmlns:a16="http://schemas.microsoft.com/office/drawing/2014/main" id="{38C0CD7A-11DE-71B4-980F-EA22C516881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88" name="Imagen 187">
                <a:extLst>
                  <a:ext uri="{FF2B5EF4-FFF2-40B4-BE49-F238E27FC236}">
                    <a16:creationId xmlns:a16="http://schemas.microsoft.com/office/drawing/2014/main" id="{CEE0A680-9053-2CA6-4413-5C023F57FAD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89" name="Grupo 188">
              <a:extLst>
                <a:ext uri="{FF2B5EF4-FFF2-40B4-BE49-F238E27FC236}">
                  <a16:creationId xmlns:a16="http://schemas.microsoft.com/office/drawing/2014/main" id="{3D56EEE1-4241-DCDD-2489-947DDBD719C0}"/>
                </a:ext>
              </a:extLst>
            </p:cNvPr>
            <p:cNvGrpSpPr/>
            <p:nvPr/>
          </p:nvGrpSpPr>
          <p:grpSpPr>
            <a:xfrm>
              <a:off x="10077284" y="5183115"/>
              <a:ext cx="580525" cy="578567"/>
              <a:chOff x="5053733" y="4472706"/>
              <a:chExt cx="764498" cy="795862"/>
            </a:xfrm>
          </p:grpSpPr>
          <p:pic>
            <p:nvPicPr>
              <p:cNvPr id="190" name="Imagen 189">
                <a:extLst>
                  <a:ext uri="{FF2B5EF4-FFF2-40B4-BE49-F238E27FC236}">
                    <a16:creationId xmlns:a16="http://schemas.microsoft.com/office/drawing/2014/main" id="{6E2BB31D-725B-DC89-C025-59B3DF01716B}"/>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91" name="Imagen 190">
                <a:extLst>
                  <a:ext uri="{FF2B5EF4-FFF2-40B4-BE49-F238E27FC236}">
                    <a16:creationId xmlns:a16="http://schemas.microsoft.com/office/drawing/2014/main" id="{CD561901-0432-AD94-D573-F7D68CC693A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92" name="Grupo 191">
              <a:extLst>
                <a:ext uri="{FF2B5EF4-FFF2-40B4-BE49-F238E27FC236}">
                  <a16:creationId xmlns:a16="http://schemas.microsoft.com/office/drawing/2014/main" id="{FC53878F-9A2A-2523-008C-8664DAF489C1}"/>
                </a:ext>
              </a:extLst>
            </p:cNvPr>
            <p:cNvGrpSpPr/>
            <p:nvPr/>
          </p:nvGrpSpPr>
          <p:grpSpPr>
            <a:xfrm>
              <a:off x="10634387" y="5183115"/>
              <a:ext cx="580525" cy="578567"/>
              <a:chOff x="5053733" y="4472706"/>
              <a:chExt cx="764498" cy="795862"/>
            </a:xfrm>
          </p:grpSpPr>
          <p:pic>
            <p:nvPicPr>
              <p:cNvPr id="193" name="Imagen 192">
                <a:extLst>
                  <a:ext uri="{FF2B5EF4-FFF2-40B4-BE49-F238E27FC236}">
                    <a16:creationId xmlns:a16="http://schemas.microsoft.com/office/drawing/2014/main" id="{D3A46131-47A3-B837-5E05-EEC5112265C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94" name="Imagen 193">
                <a:extLst>
                  <a:ext uri="{FF2B5EF4-FFF2-40B4-BE49-F238E27FC236}">
                    <a16:creationId xmlns:a16="http://schemas.microsoft.com/office/drawing/2014/main" id="{3FAEE76D-25C1-5151-C300-83AD554C7F7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95" name="Grupo 194">
              <a:extLst>
                <a:ext uri="{FF2B5EF4-FFF2-40B4-BE49-F238E27FC236}">
                  <a16:creationId xmlns:a16="http://schemas.microsoft.com/office/drawing/2014/main" id="{90229B1F-C3C6-951D-963D-F09E926E3BC0}"/>
                </a:ext>
              </a:extLst>
            </p:cNvPr>
            <p:cNvGrpSpPr/>
            <p:nvPr/>
          </p:nvGrpSpPr>
          <p:grpSpPr>
            <a:xfrm>
              <a:off x="11191492" y="5183115"/>
              <a:ext cx="580525" cy="578567"/>
              <a:chOff x="5053733" y="4472706"/>
              <a:chExt cx="764498" cy="795862"/>
            </a:xfrm>
          </p:grpSpPr>
          <p:pic>
            <p:nvPicPr>
              <p:cNvPr id="196" name="Imagen 195">
                <a:extLst>
                  <a:ext uri="{FF2B5EF4-FFF2-40B4-BE49-F238E27FC236}">
                    <a16:creationId xmlns:a16="http://schemas.microsoft.com/office/drawing/2014/main" id="{AA21B379-88E8-31C2-5F4B-F959F7D5CD74}"/>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97" name="Imagen 196">
                <a:extLst>
                  <a:ext uri="{FF2B5EF4-FFF2-40B4-BE49-F238E27FC236}">
                    <a16:creationId xmlns:a16="http://schemas.microsoft.com/office/drawing/2014/main" id="{F8CFFC16-92D6-7EF5-C773-2BC5A12D86EA}"/>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98" name="Grupo 197">
              <a:extLst>
                <a:ext uri="{FF2B5EF4-FFF2-40B4-BE49-F238E27FC236}">
                  <a16:creationId xmlns:a16="http://schemas.microsoft.com/office/drawing/2014/main" id="{DC167387-AED4-3ECB-E06D-E351AD8655CC}"/>
                </a:ext>
              </a:extLst>
            </p:cNvPr>
            <p:cNvGrpSpPr/>
            <p:nvPr/>
          </p:nvGrpSpPr>
          <p:grpSpPr>
            <a:xfrm>
              <a:off x="7849902" y="6325482"/>
              <a:ext cx="715518" cy="578567"/>
              <a:chOff x="5053733" y="4472706"/>
              <a:chExt cx="764498" cy="795862"/>
            </a:xfrm>
          </p:grpSpPr>
          <p:pic>
            <p:nvPicPr>
              <p:cNvPr id="199" name="Imagen 198">
                <a:extLst>
                  <a:ext uri="{FF2B5EF4-FFF2-40B4-BE49-F238E27FC236}">
                    <a16:creationId xmlns:a16="http://schemas.microsoft.com/office/drawing/2014/main" id="{1D4E4891-CAF6-676C-91E1-A634909F9D0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00" name="Imagen 199">
                <a:extLst>
                  <a:ext uri="{FF2B5EF4-FFF2-40B4-BE49-F238E27FC236}">
                    <a16:creationId xmlns:a16="http://schemas.microsoft.com/office/drawing/2014/main" id="{03111A16-8CA8-C8E9-9977-E420315C8538}"/>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01" name="Grupo 200">
              <a:extLst>
                <a:ext uri="{FF2B5EF4-FFF2-40B4-BE49-F238E27FC236}">
                  <a16:creationId xmlns:a16="http://schemas.microsoft.com/office/drawing/2014/main" id="{2CBAA018-A318-23CD-670D-316504F3C0E1}"/>
                </a:ext>
              </a:extLst>
            </p:cNvPr>
            <p:cNvGrpSpPr/>
            <p:nvPr/>
          </p:nvGrpSpPr>
          <p:grpSpPr>
            <a:xfrm>
              <a:off x="8407099" y="6325482"/>
              <a:ext cx="715518" cy="578567"/>
              <a:chOff x="5053733" y="4472706"/>
              <a:chExt cx="764498" cy="795862"/>
            </a:xfrm>
          </p:grpSpPr>
          <p:pic>
            <p:nvPicPr>
              <p:cNvPr id="202" name="Imagen 201">
                <a:extLst>
                  <a:ext uri="{FF2B5EF4-FFF2-40B4-BE49-F238E27FC236}">
                    <a16:creationId xmlns:a16="http://schemas.microsoft.com/office/drawing/2014/main" id="{98DD8533-3458-204B-42F9-665094C8238F}"/>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03" name="Imagen 202">
                <a:extLst>
                  <a:ext uri="{FF2B5EF4-FFF2-40B4-BE49-F238E27FC236}">
                    <a16:creationId xmlns:a16="http://schemas.microsoft.com/office/drawing/2014/main" id="{D90C2AF3-8AD7-77DC-32F7-5B4BEAC9BBC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04" name="Grupo 203">
              <a:extLst>
                <a:ext uri="{FF2B5EF4-FFF2-40B4-BE49-F238E27FC236}">
                  <a16:creationId xmlns:a16="http://schemas.microsoft.com/office/drawing/2014/main" id="{D7FD2DCB-598D-02D4-2005-C4AD3DE576EE}"/>
                </a:ext>
              </a:extLst>
            </p:cNvPr>
            <p:cNvGrpSpPr/>
            <p:nvPr/>
          </p:nvGrpSpPr>
          <p:grpSpPr>
            <a:xfrm>
              <a:off x="8966666" y="6325482"/>
              <a:ext cx="715518" cy="578567"/>
              <a:chOff x="5053733" y="4472706"/>
              <a:chExt cx="764498" cy="795862"/>
            </a:xfrm>
          </p:grpSpPr>
          <p:pic>
            <p:nvPicPr>
              <p:cNvPr id="205" name="Imagen 204">
                <a:extLst>
                  <a:ext uri="{FF2B5EF4-FFF2-40B4-BE49-F238E27FC236}">
                    <a16:creationId xmlns:a16="http://schemas.microsoft.com/office/drawing/2014/main" id="{747001FF-A6A2-CB8B-3C9C-85E87A82AC3D}"/>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06" name="Imagen 205">
                <a:extLst>
                  <a:ext uri="{FF2B5EF4-FFF2-40B4-BE49-F238E27FC236}">
                    <a16:creationId xmlns:a16="http://schemas.microsoft.com/office/drawing/2014/main" id="{FF519EF3-9DB9-AD70-DFF1-978786D1167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07" name="Grupo 206">
              <a:extLst>
                <a:ext uri="{FF2B5EF4-FFF2-40B4-BE49-F238E27FC236}">
                  <a16:creationId xmlns:a16="http://schemas.microsoft.com/office/drawing/2014/main" id="{E8ADFA9D-D69C-A894-7D9C-859917C7F301}"/>
                </a:ext>
              </a:extLst>
            </p:cNvPr>
            <p:cNvGrpSpPr/>
            <p:nvPr/>
          </p:nvGrpSpPr>
          <p:grpSpPr>
            <a:xfrm>
              <a:off x="9522297" y="6325482"/>
              <a:ext cx="715518" cy="578567"/>
              <a:chOff x="5053733" y="4472706"/>
              <a:chExt cx="764498" cy="795862"/>
            </a:xfrm>
          </p:grpSpPr>
          <p:pic>
            <p:nvPicPr>
              <p:cNvPr id="208" name="Imagen 207">
                <a:extLst>
                  <a:ext uri="{FF2B5EF4-FFF2-40B4-BE49-F238E27FC236}">
                    <a16:creationId xmlns:a16="http://schemas.microsoft.com/office/drawing/2014/main" id="{67CF8685-0F7E-5911-5BAB-E4B2FA72CB2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09" name="Imagen 208">
                <a:extLst>
                  <a:ext uri="{FF2B5EF4-FFF2-40B4-BE49-F238E27FC236}">
                    <a16:creationId xmlns:a16="http://schemas.microsoft.com/office/drawing/2014/main" id="{EF708C52-51CA-140A-D755-BB1C927CCEA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10" name="Grupo 209">
              <a:extLst>
                <a:ext uri="{FF2B5EF4-FFF2-40B4-BE49-F238E27FC236}">
                  <a16:creationId xmlns:a16="http://schemas.microsoft.com/office/drawing/2014/main" id="{36F441DA-C279-3C26-CB4C-07E2BC184568}"/>
                </a:ext>
              </a:extLst>
            </p:cNvPr>
            <p:cNvGrpSpPr/>
            <p:nvPr/>
          </p:nvGrpSpPr>
          <p:grpSpPr>
            <a:xfrm>
              <a:off x="10066399" y="6325482"/>
              <a:ext cx="715518" cy="578567"/>
              <a:chOff x="5053733" y="4472706"/>
              <a:chExt cx="764498" cy="795862"/>
            </a:xfrm>
          </p:grpSpPr>
          <p:pic>
            <p:nvPicPr>
              <p:cNvPr id="211" name="Imagen 210">
                <a:extLst>
                  <a:ext uri="{FF2B5EF4-FFF2-40B4-BE49-F238E27FC236}">
                    <a16:creationId xmlns:a16="http://schemas.microsoft.com/office/drawing/2014/main" id="{8CBEFCB6-0016-CB0E-C7C4-6A78F16776F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12" name="Imagen 211">
                <a:extLst>
                  <a:ext uri="{FF2B5EF4-FFF2-40B4-BE49-F238E27FC236}">
                    <a16:creationId xmlns:a16="http://schemas.microsoft.com/office/drawing/2014/main" id="{14CDC9E8-0DA5-8F09-E97E-B49AE231F9F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13" name="Grupo 212">
              <a:extLst>
                <a:ext uri="{FF2B5EF4-FFF2-40B4-BE49-F238E27FC236}">
                  <a16:creationId xmlns:a16="http://schemas.microsoft.com/office/drawing/2014/main" id="{2B6BC9AE-D641-B4F8-FA45-9D366B9C8539}"/>
                </a:ext>
              </a:extLst>
            </p:cNvPr>
            <p:cNvGrpSpPr/>
            <p:nvPr/>
          </p:nvGrpSpPr>
          <p:grpSpPr>
            <a:xfrm>
              <a:off x="10636805" y="6325482"/>
              <a:ext cx="715518" cy="578567"/>
              <a:chOff x="5053733" y="4472706"/>
              <a:chExt cx="764498" cy="795862"/>
            </a:xfrm>
          </p:grpSpPr>
          <p:pic>
            <p:nvPicPr>
              <p:cNvPr id="214" name="Imagen 213">
                <a:extLst>
                  <a:ext uri="{FF2B5EF4-FFF2-40B4-BE49-F238E27FC236}">
                    <a16:creationId xmlns:a16="http://schemas.microsoft.com/office/drawing/2014/main" id="{02FB1C89-C3D6-DBC6-F730-59B5201CF7D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15" name="Imagen 214">
                <a:extLst>
                  <a:ext uri="{FF2B5EF4-FFF2-40B4-BE49-F238E27FC236}">
                    <a16:creationId xmlns:a16="http://schemas.microsoft.com/office/drawing/2014/main" id="{1CD0017E-D8A4-B535-E1D6-ABBF63EB7323}"/>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16" name="Grupo 215">
              <a:extLst>
                <a:ext uri="{FF2B5EF4-FFF2-40B4-BE49-F238E27FC236}">
                  <a16:creationId xmlns:a16="http://schemas.microsoft.com/office/drawing/2014/main" id="{45AB113B-A360-1923-0E31-84561D080561}"/>
                </a:ext>
              </a:extLst>
            </p:cNvPr>
            <p:cNvGrpSpPr/>
            <p:nvPr/>
          </p:nvGrpSpPr>
          <p:grpSpPr>
            <a:xfrm>
              <a:off x="11194059" y="6325482"/>
              <a:ext cx="580525" cy="578567"/>
              <a:chOff x="5053733" y="4472706"/>
              <a:chExt cx="764498" cy="795862"/>
            </a:xfrm>
          </p:grpSpPr>
          <p:pic>
            <p:nvPicPr>
              <p:cNvPr id="217" name="Imagen 216">
                <a:extLst>
                  <a:ext uri="{FF2B5EF4-FFF2-40B4-BE49-F238E27FC236}">
                    <a16:creationId xmlns:a16="http://schemas.microsoft.com/office/drawing/2014/main" id="{4929364E-0AF2-6FB2-4D05-175CC528DAC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18" name="Imagen 217">
                <a:extLst>
                  <a:ext uri="{FF2B5EF4-FFF2-40B4-BE49-F238E27FC236}">
                    <a16:creationId xmlns:a16="http://schemas.microsoft.com/office/drawing/2014/main" id="{2B9847C1-B0B4-B15F-31C8-F36EB61FEB2A}"/>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19" name="Grupo 218">
              <a:extLst>
                <a:ext uri="{FF2B5EF4-FFF2-40B4-BE49-F238E27FC236}">
                  <a16:creationId xmlns:a16="http://schemas.microsoft.com/office/drawing/2014/main" id="{787A1CD2-AA49-6210-FF78-6FD3581C2F08}"/>
                </a:ext>
              </a:extLst>
            </p:cNvPr>
            <p:cNvGrpSpPr/>
            <p:nvPr/>
          </p:nvGrpSpPr>
          <p:grpSpPr>
            <a:xfrm>
              <a:off x="2823615" y="6325482"/>
              <a:ext cx="580525" cy="578567"/>
              <a:chOff x="5053733" y="4472706"/>
              <a:chExt cx="764498" cy="795862"/>
            </a:xfrm>
          </p:grpSpPr>
          <p:pic>
            <p:nvPicPr>
              <p:cNvPr id="220" name="Imagen 219">
                <a:extLst>
                  <a:ext uri="{FF2B5EF4-FFF2-40B4-BE49-F238E27FC236}">
                    <a16:creationId xmlns:a16="http://schemas.microsoft.com/office/drawing/2014/main" id="{1842AD20-0341-A860-8481-FB2709A85F2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21" name="Imagen 220">
                <a:extLst>
                  <a:ext uri="{FF2B5EF4-FFF2-40B4-BE49-F238E27FC236}">
                    <a16:creationId xmlns:a16="http://schemas.microsoft.com/office/drawing/2014/main" id="{82DE4750-FEE5-261C-CBD4-F9F2B274BA9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22" name="Grupo 221">
              <a:extLst>
                <a:ext uri="{FF2B5EF4-FFF2-40B4-BE49-F238E27FC236}">
                  <a16:creationId xmlns:a16="http://schemas.microsoft.com/office/drawing/2014/main" id="{5474B8CE-4C75-042C-91CE-74E6B7BF46F0}"/>
                </a:ext>
              </a:extLst>
            </p:cNvPr>
            <p:cNvGrpSpPr/>
            <p:nvPr/>
          </p:nvGrpSpPr>
          <p:grpSpPr>
            <a:xfrm>
              <a:off x="4482834" y="6325482"/>
              <a:ext cx="580525" cy="578567"/>
              <a:chOff x="5053733" y="4472706"/>
              <a:chExt cx="764498" cy="795862"/>
            </a:xfrm>
          </p:grpSpPr>
          <p:pic>
            <p:nvPicPr>
              <p:cNvPr id="223" name="Imagen 222">
                <a:extLst>
                  <a:ext uri="{FF2B5EF4-FFF2-40B4-BE49-F238E27FC236}">
                    <a16:creationId xmlns:a16="http://schemas.microsoft.com/office/drawing/2014/main" id="{C1A5DC53-4D7C-98C0-360E-0B066A214DE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24" name="Imagen 223">
                <a:extLst>
                  <a:ext uri="{FF2B5EF4-FFF2-40B4-BE49-F238E27FC236}">
                    <a16:creationId xmlns:a16="http://schemas.microsoft.com/office/drawing/2014/main" id="{B89F38A2-7A74-E786-45D6-A9254185EF4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25" name="Grupo 224">
              <a:extLst>
                <a:ext uri="{FF2B5EF4-FFF2-40B4-BE49-F238E27FC236}">
                  <a16:creationId xmlns:a16="http://schemas.microsoft.com/office/drawing/2014/main" id="{7BF16A14-C133-164C-2B73-89B49A27376F}"/>
                </a:ext>
              </a:extLst>
            </p:cNvPr>
            <p:cNvGrpSpPr/>
            <p:nvPr/>
          </p:nvGrpSpPr>
          <p:grpSpPr>
            <a:xfrm>
              <a:off x="5039936" y="6325482"/>
              <a:ext cx="580525" cy="578567"/>
              <a:chOff x="5053733" y="4472706"/>
              <a:chExt cx="764498" cy="795862"/>
            </a:xfrm>
          </p:grpSpPr>
          <p:pic>
            <p:nvPicPr>
              <p:cNvPr id="226" name="Imagen 225">
                <a:extLst>
                  <a:ext uri="{FF2B5EF4-FFF2-40B4-BE49-F238E27FC236}">
                    <a16:creationId xmlns:a16="http://schemas.microsoft.com/office/drawing/2014/main" id="{0B157312-3D54-0E32-DC85-9B9B3595CA5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27" name="Imagen 226">
                <a:extLst>
                  <a:ext uri="{FF2B5EF4-FFF2-40B4-BE49-F238E27FC236}">
                    <a16:creationId xmlns:a16="http://schemas.microsoft.com/office/drawing/2014/main" id="{95F8A042-59A9-65AF-954B-3016F33CC5A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28" name="Grupo 227">
              <a:extLst>
                <a:ext uri="{FF2B5EF4-FFF2-40B4-BE49-F238E27FC236}">
                  <a16:creationId xmlns:a16="http://schemas.microsoft.com/office/drawing/2014/main" id="{9A3D8B41-23DE-9ABA-CE4A-30CD6C86FB26}"/>
                </a:ext>
              </a:extLst>
            </p:cNvPr>
            <p:cNvGrpSpPr/>
            <p:nvPr/>
          </p:nvGrpSpPr>
          <p:grpSpPr>
            <a:xfrm>
              <a:off x="5597039" y="6325482"/>
              <a:ext cx="580525" cy="578567"/>
              <a:chOff x="5053733" y="4472706"/>
              <a:chExt cx="764498" cy="795862"/>
            </a:xfrm>
          </p:grpSpPr>
          <p:pic>
            <p:nvPicPr>
              <p:cNvPr id="229" name="Imagen 228">
                <a:extLst>
                  <a:ext uri="{FF2B5EF4-FFF2-40B4-BE49-F238E27FC236}">
                    <a16:creationId xmlns:a16="http://schemas.microsoft.com/office/drawing/2014/main" id="{2999D818-1873-7227-010C-BA561C291AC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30" name="Imagen 229">
                <a:extLst>
                  <a:ext uri="{FF2B5EF4-FFF2-40B4-BE49-F238E27FC236}">
                    <a16:creationId xmlns:a16="http://schemas.microsoft.com/office/drawing/2014/main" id="{F50B0D82-4334-6CB0-FCBD-A0DB797EFE0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31" name="Grupo 230">
              <a:extLst>
                <a:ext uri="{FF2B5EF4-FFF2-40B4-BE49-F238E27FC236}">
                  <a16:creationId xmlns:a16="http://schemas.microsoft.com/office/drawing/2014/main" id="{F78C4265-269D-095D-481C-E83C4943B242}"/>
                </a:ext>
              </a:extLst>
            </p:cNvPr>
            <p:cNvGrpSpPr/>
            <p:nvPr/>
          </p:nvGrpSpPr>
          <p:grpSpPr>
            <a:xfrm>
              <a:off x="6154142" y="6325482"/>
              <a:ext cx="580525" cy="578567"/>
              <a:chOff x="5053733" y="4472706"/>
              <a:chExt cx="764498" cy="795862"/>
            </a:xfrm>
          </p:grpSpPr>
          <p:pic>
            <p:nvPicPr>
              <p:cNvPr id="232" name="Imagen 231">
                <a:extLst>
                  <a:ext uri="{FF2B5EF4-FFF2-40B4-BE49-F238E27FC236}">
                    <a16:creationId xmlns:a16="http://schemas.microsoft.com/office/drawing/2014/main" id="{BB9AFFF1-56C1-A3E6-50B6-A78D5558D0C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33" name="Imagen 232">
                <a:extLst>
                  <a:ext uri="{FF2B5EF4-FFF2-40B4-BE49-F238E27FC236}">
                    <a16:creationId xmlns:a16="http://schemas.microsoft.com/office/drawing/2014/main" id="{4BE6344F-8EED-1928-78DD-3DBA108AB7CA}"/>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34" name="Grupo 233">
              <a:extLst>
                <a:ext uri="{FF2B5EF4-FFF2-40B4-BE49-F238E27FC236}">
                  <a16:creationId xmlns:a16="http://schemas.microsoft.com/office/drawing/2014/main" id="{F5CC5941-9AA4-2110-6279-0FF1BE021630}"/>
                </a:ext>
              </a:extLst>
            </p:cNvPr>
            <p:cNvGrpSpPr/>
            <p:nvPr/>
          </p:nvGrpSpPr>
          <p:grpSpPr>
            <a:xfrm>
              <a:off x="6711245" y="6325482"/>
              <a:ext cx="580525" cy="578567"/>
              <a:chOff x="5053733" y="4472706"/>
              <a:chExt cx="764498" cy="795862"/>
            </a:xfrm>
          </p:grpSpPr>
          <p:pic>
            <p:nvPicPr>
              <p:cNvPr id="235" name="Imagen 234">
                <a:extLst>
                  <a:ext uri="{FF2B5EF4-FFF2-40B4-BE49-F238E27FC236}">
                    <a16:creationId xmlns:a16="http://schemas.microsoft.com/office/drawing/2014/main" id="{2CA81E52-831D-6DAC-A7F8-35DEA36A338B}"/>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36" name="Imagen 235">
                <a:extLst>
                  <a:ext uri="{FF2B5EF4-FFF2-40B4-BE49-F238E27FC236}">
                    <a16:creationId xmlns:a16="http://schemas.microsoft.com/office/drawing/2014/main" id="{3032CEF7-366B-3CCF-91EE-5C75E449D33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37" name="Grupo 236">
              <a:extLst>
                <a:ext uri="{FF2B5EF4-FFF2-40B4-BE49-F238E27FC236}">
                  <a16:creationId xmlns:a16="http://schemas.microsoft.com/office/drawing/2014/main" id="{03BF3C70-E35A-9CB2-B3E2-60542B079AC5}"/>
                </a:ext>
              </a:extLst>
            </p:cNvPr>
            <p:cNvGrpSpPr/>
            <p:nvPr/>
          </p:nvGrpSpPr>
          <p:grpSpPr>
            <a:xfrm>
              <a:off x="7268349" y="6325482"/>
              <a:ext cx="580525" cy="578567"/>
              <a:chOff x="5053733" y="4472706"/>
              <a:chExt cx="764498" cy="795862"/>
            </a:xfrm>
          </p:grpSpPr>
          <p:pic>
            <p:nvPicPr>
              <p:cNvPr id="238" name="Imagen 237">
                <a:extLst>
                  <a:ext uri="{FF2B5EF4-FFF2-40B4-BE49-F238E27FC236}">
                    <a16:creationId xmlns:a16="http://schemas.microsoft.com/office/drawing/2014/main" id="{8B9A71D4-04B9-6923-2EA4-3676C66278F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39" name="Imagen 238">
                <a:extLst>
                  <a:ext uri="{FF2B5EF4-FFF2-40B4-BE49-F238E27FC236}">
                    <a16:creationId xmlns:a16="http://schemas.microsoft.com/office/drawing/2014/main" id="{93BF0F04-9E42-B272-8A71-9B827462763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61" name="Grupo 260">
              <a:extLst>
                <a:ext uri="{FF2B5EF4-FFF2-40B4-BE49-F238E27FC236}">
                  <a16:creationId xmlns:a16="http://schemas.microsoft.com/office/drawing/2014/main" id="{78411ADB-2620-F313-F29B-39AB2DD27911}"/>
                </a:ext>
              </a:extLst>
            </p:cNvPr>
            <p:cNvGrpSpPr/>
            <p:nvPr/>
          </p:nvGrpSpPr>
          <p:grpSpPr>
            <a:xfrm>
              <a:off x="2277845" y="6325482"/>
              <a:ext cx="580525" cy="578567"/>
              <a:chOff x="5053733" y="4472706"/>
              <a:chExt cx="764498" cy="795862"/>
            </a:xfrm>
          </p:grpSpPr>
          <p:pic>
            <p:nvPicPr>
              <p:cNvPr id="262" name="Imagen 261">
                <a:extLst>
                  <a:ext uri="{FF2B5EF4-FFF2-40B4-BE49-F238E27FC236}">
                    <a16:creationId xmlns:a16="http://schemas.microsoft.com/office/drawing/2014/main" id="{D57EF391-9FE9-1DFA-C073-0ADD5A60AF4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63" name="Imagen 262">
                <a:extLst>
                  <a:ext uri="{FF2B5EF4-FFF2-40B4-BE49-F238E27FC236}">
                    <a16:creationId xmlns:a16="http://schemas.microsoft.com/office/drawing/2014/main" id="{D6599FD2-E9CF-F023-7719-68023216C76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294" name="Grupo 293">
              <a:extLst>
                <a:ext uri="{FF2B5EF4-FFF2-40B4-BE49-F238E27FC236}">
                  <a16:creationId xmlns:a16="http://schemas.microsoft.com/office/drawing/2014/main" id="{7B09FAC5-013B-E553-6264-56FD766B2307}"/>
                </a:ext>
              </a:extLst>
            </p:cNvPr>
            <p:cNvGrpSpPr/>
            <p:nvPr/>
          </p:nvGrpSpPr>
          <p:grpSpPr>
            <a:xfrm>
              <a:off x="1720171" y="6325482"/>
              <a:ext cx="580525" cy="578567"/>
              <a:chOff x="5053733" y="4472706"/>
              <a:chExt cx="764498" cy="795862"/>
            </a:xfrm>
          </p:grpSpPr>
          <p:pic>
            <p:nvPicPr>
              <p:cNvPr id="295" name="Imagen 294">
                <a:extLst>
                  <a:ext uri="{FF2B5EF4-FFF2-40B4-BE49-F238E27FC236}">
                    <a16:creationId xmlns:a16="http://schemas.microsoft.com/office/drawing/2014/main" id="{9BB2F16D-7981-B7D5-BF80-E308F56A87E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96" name="Imagen 295">
                <a:extLst>
                  <a:ext uri="{FF2B5EF4-FFF2-40B4-BE49-F238E27FC236}">
                    <a16:creationId xmlns:a16="http://schemas.microsoft.com/office/drawing/2014/main" id="{E89D8415-0671-EE3D-0856-A647A11351D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03" name="Grupo 302">
              <a:extLst>
                <a:ext uri="{FF2B5EF4-FFF2-40B4-BE49-F238E27FC236}">
                  <a16:creationId xmlns:a16="http://schemas.microsoft.com/office/drawing/2014/main" id="{C41792E4-0C0E-A08E-6D95-C618CC65156B}"/>
                </a:ext>
              </a:extLst>
            </p:cNvPr>
            <p:cNvGrpSpPr/>
            <p:nvPr/>
          </p:nvGrpSpPr>
          <p:grpSpPr>
            <a:xfrm>
              <a:off x="3408212" y="6325482"/>
              <a:ext cx="580525" cy="578567"/>
              <a:chOff x="5053733" y="4472706"/>
              <a:chExt cx="764498" cy="795862"/>
            </a:xfrm>
          </p:grpSpPr>
          <p:pic>
            <p:nvPicPr>
              <p:cNvPr id="304" name="Imagen 303">
                <a:extLst>
                  <a:ext uri="{FF2B5EF4-FFF2-40B4-BE49-F238E27FC236}">
                    <a16:creationId xmlns:a16="http://schemas.microsoft.com/office/drawing/2014/main" id="{B7BCE973-2A55-600D-65AD-22C6C1D0E95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05" name="Imagen 304">
                <a:extLst>
                  <a:ext uri="{FF2B5EF4-FFF2-40B4-BE49-F238E27FC236}">
                    <a16:creationId xmlns:a16="http://schemas.microsoft.com/office/drawing/2014/main" id="{F67381AA-B760-B1FA-0359-D6BDFAC966A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06" name="Grupo 305">
              <a:extLst>
                <a:ext uri="{FF2B5EF4-FFF2-40B4-BE49-F238E27FC236}">
                  <a16:creationId xmlns:a16="http://schemas.microsoft.com/office/drawing/2014/main" id="{7B08EE67-76F7-8BD8-1490-B1F56AD6503C}"/>
                </a:ext>
              </a:extLst>
            </p:cNvPr>
            <p:cNvGrpSpPr/>
            <p:nvPr/>
          </p:nvGrpSpPr>
          <p:grpSpPr>
            <a:xfrm>
              <a:off x="3914851" y="6325482"/>
              <a:ext cx="580525" cy="578567"/>
              <a:chOff x="5053733" y="4472706"/>
              <a:chExt cx="764498" cy="795862"/>
            </a:xfrm>
          </p:grpSpPr>
          <p:pic>
            <p:nvPicPr>
              <p:cNvPr id="307" name="Imagen 306">
                <a:extLst>
                  <a:ext uri="{FF2B5EF4-FFF2-40B4-BE49-F238E27FC236}">
                    <a16:creationId xmlns:a16="http://schemas.microsoft.com/office/drawing/2014/main" id="{0E50230E-FBA3-666A-4521-89FA8704EDF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08" name="Imagen 307">
                <a:extLst>
                  <a:ext uri="{FF2B5EF4-FFF2-40B4-BE49-F238E27FC236}">
                    <a16:creationId xmlns:a16="http://schemas.microsoft.com/office/drawing/2014/main" id="{CC40F2FD-3BDA-3934-B8B2-CC1621521493}"/>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63" name="Grupo 362">
              <a:extLst>
                <a:ext uri="{FF2B5EF4-FFF2-40B4-BE49-F238E27FC236}">
                  <a16:creationId xmlns:a16="http://schemas.microsoft.com/office/drawing/2014/main" id="{B7C2C3D8-1F83-7904-3F0B-4D9798206DE5}"/>
                </a:ext>
              </a:extLst>
            </p:cNvPr>
            <p:cNvGrpSpPr/>
            <p:nvPr/>
          </p:nvGrpSpPr>
          <p:grpSpPr>
            <a:xfrm>
              <a:off x="7849902" y="3470186"/>
              <a:ext cx="715518" cy="578567"/>
              <a:chOff x="5053733" y="4472706"/>
              <a:chExt cx="764498" cy="795862"/>
            </a:xfrm>
          </p:grpSpPr>
          <p:pic>
            <p:nvPicPr>
              <p:cNvPr id="364" name="Imagen 363">
                <a:extLst>
                  <a:ext uri="{FF2B5EF4-FFF2-40B4-BE49-F238E27FC236}">
                    <a16:creationId xmlns:a16="http://schemas.microsoft.com/office/drawing/2014/main" id="{F3FFB265-B9E5-DE76-D2EE-6BE1A08E8DF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65" name="Imagen 364">
                <a:extLst>
                  <a:ext uri="{FF2B5EF4-FFF2-40B4-BE49-F238E27FC236}">
                    <a16:creationId xmlns:a16="http://schemas.microsoft.com/office/drawing/2014/main" id="{E3F3329A-B112-224A-0E48-C4E4E16D477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66" name="Grupo 365">
              <a:extLst>
                <a:ext uri="{FF2B5EF4-FFF2-40B4-BE49-F238E27FC236}">
                  <a16:creationId xmlns:a16="http://schemas.microsoft.com/office/drawing/2014/main" id="{21E4197A-9B6D-B408-684D-7B6F0E51E121}"/>
                </a:ext>
              </a:extLst>
            </p:cNvPr>
            <p:cNvGrpSpPr/>
            <p:nvPr/>
          </p:nvGrpSpPr>
          <p:grpSpPr>
            <a:xfrm>
              <a:off x="8407099" y="3470186"/>
              <a:ext cx="715518" cy="578567"/>
              <a:chOff x="5053733" y="4472706"/>
              <a:chExt cx="764498" cy="795862"/>
            </a:xfrm>
          </p:grpSpPr>
          <p:pic>
            <p:nvPicPr>
              <p:cNvPr id="367" name="Imagen 366">
                <a:extLst>
                  <a:ext uri="{FF2B5EF4-FFF2-40B4-BE49-F238E27FC236}">
                    <a16:creationId xmlns:a16="http://schemas.microsoft.com/office/drawing/2014/main" id="{EF6FAC34-61FA-493F-F2BF-C588C5679946}"/>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68" name="Imagen 367">
                <a:extLst>
                  <a:ext uri="{FF2B5EF4-FFF2-40B4-BE49-F238E27FC236}">
                    <a16:creationId xmlns:a16="http://schemas.microsoft.com/office/drawing/2014/main" id="{7309AB9C-A616-5634-268A-DBDE5E80743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69" name="Grupo 368">
              <a:extLst>
                <a:ext uri="{FF2B5EF4-FFF2-40B4-BE49-F238E27FC236}">
                  <a16:creationId xmlns:a16="http://schemas.microsoft.com/office/drawing/2014/main" id="{80B7130B-09BD-2247-9BE9-4A4014563D28}"/>
                </a:ext>
              </a:extLst>
            </p:cNvPr>
            <p:cNvGrpSpPr/>
            <p:nvPr/>
          </p:nvGrpSpPr>
          <p:grpSpPr>
            <a:xfrm>
              <a:off x="8966666" y="3470186"/>
              <a:ext cx="715518" cy="578567"/>
              <a:chOff x="5053733" y="4472706"/>
              <a:chExt cx="764498" cy="795862"/>
            </a:xfrm>
          </p:grpSpPr>
          <p:pic>
            <p:nvPicPr>
              <p:cNvPr id="370" name="Imagen 369">
                <a:extLst>
                  <a:ext uri="{FF2B5EF4-FFF2-40B4-BE49-F238E27FC236}">
                    <a16:creationId xmlns:a16="http://schemas.microsoft.com/office/drawing/2014/main" id="{E955A810-F884-3A96-1ADF-E4BDDBE7281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71" name="Imagen 370">
                <a:extLst>
                  <a:ext uri="{FF2B5EF4-FFF2-40B4-BE49-F238E27FC236}">
                    <a16:creationId xmlns:a16="http://schemas.microsoft.com/office/drawing/2014/main" id="{0407EDD9-555A-AF49-637B-788B9581F71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72" name="Grupo 371">
              <a:extLst>
                <a:ext uri="{FF2B5EF4-FFF2-40B4-BE49-F238E27FC236}">
                  <a16:creationId xmlns:a16="http://schemas.microsoft.com/office/drawing/2014/main" id="{4E84875F-84BA-A933-9843-95CC6A440E84}"/>
                </a:ext>
              </a:extLst>
            </p:cNvPr>
            <p:cNvGrpSpPr/>
            <p:nvPr/>
          </p:nvGrpSpPr>
          <p:grpSpPr>
            <a:xfrm>
              <a:off x="9522297" y="3470186"/>
              <a:ext cx="715518" cy="578567"/>
              <a:chOff x="5053733" y="4472706"/>
              <a:chExt cx="764498" cy="795862"/>
            </a:xfrm>
          </p:grpSpPr>
          <p:pic>
            <p:nvPicPr>
              <p:cNvPr id="373" name="Imagen 372">
                <a:extLst>
                  <a:ext uri="{FF2B5EF4-FFF2-40B4-BE49-F238E27FC236}">
                    <a16:creationId xmlns:a16="http://schemas.microsoft.com/office/drawing/2014/main" id="{35155854-6F3A-B635-C8FA-04C04B4913A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74" name="Imagen 373">
                <a:extLst>
                  <a:ext uri="{FF2B5EF4-FFF2-40B4-BE49-F238E27FC236}">
                    <a16:creationId xmlns:a16="http://schemas.microsoft.com/office/drawing/2014/main" id="{256915D6-AD11-3B65-EA95-6A74EA51AC7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75" name="Grupo 374">
              <a:extLst>
                <a:ext uri="{FF2B5EF4-FFF2-40B4-BE49-F238E27FC236}">
                  <a16:creationId xmlns:a16="http://schemas.microsoft.com/office/drawing/2014/main" id="{42CA4181-5E0A-342E-56B5-F678FFEE6343}"/>
                </a:ext>
              </a:extLst>
            </p:cNvPr>
            <p:cNvGrpSpPr/>
            <p:nvPr/>
          </p:nvGrpSpPr>
          <p:grpSpPr>
            <a:xfrm>
              <a:off x="10066399" y="3470186"/>
              <a:ext cx="715518" cy="578567"/>
              <a:chOff x="5053733" y="4472706"/>
              <a:chExt cx="764498" cy="795862"/>
            </a:xfrm>
          </p:grpSpPr>
          <p:pic>
            <p:nvPicPr>
              <p:cNvPr id="376" name="Imagen 375">
                <a:extLst>
                  <a:ext uri="{FF2B5EF4-FFF2-40B4-BE49-F238E27FC236}">
                    <a16:creationId xmlns:a16="http://schemas.microsoft.com/office/drawing/2014/main" id="{DC7E52B3-6DB3-A8A8-458D-A70B8738DF3F}"/>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77" name="Imagen 376">
                <a:extLst>
                  <a:ext uri="{FF2B5EF4-FFF2-40B4-BE49-F238E27FC236}">
                    <a16:creationId xmlns:a16="http://schemas.microsoft.com/office/drawing/2014/main" id="{06CBCE20-FBF9-D2B8-E65D-7726004FB84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78" name="Grupo 377">
              <a:extLst>
                <a:ext uri="{FF2B5EF4-FFF2-40B4-BE49-F238E27FC236}">
                  <a16:creationId xmlns:a16="http://schemas.microsoft.com/office/drawing/2014/main" id="{EAFBEECF-D456-DD64-9855-804C87E6E232}"/>
                </a:ext>
              </a:extLst>
            </p:cNvPr>
            <p:cNvGrpSpPr/>
            <p:nvPr/>
          </p:nvGrpSpPr>
          <p:grpSpPr>
            <a:xfrm>
              <a:off x="10636805" y="3470186"/>
              <a:ext cx="715518" cy="578567"/>
              <a:chOff x="5053733" y="4472706"/>
              <a:chExt cx="764498" cy="795862"/>
            </a:xfrm>
          </p:grpSpPr>
          <p:pic>
            <p:nvPicPr>
              <p:cNvPr id="379" name="Imagen 378">
                <a:extLst>
                  <a:ext uri="{FF2B5EF4-FFF2-40B4-BE49-F238E27FC236}">
                    <a16:creationId xmlns:a16="http://schemas.microsoft.com/office/drawing/2014/main" id="{7A84A35F-4B23-3570-2DF0-F471E0202F66}"/>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80" name="Imagen 379">
                <a:extLst>
                  <a:ext uri="{FF2B5EF4-FFF2-40B4-BE49-F238E27FC236}">
                    <a16:creationId xmlns:a16="http://schemas.microsoft.com/office/drawing/2014/main" id="{186F091B-646D-2548-0A90-D4214544D8C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81" name="Grupo 380">
              <a:extLst>
                <a:ext uri="{FF2B5EF4-FFF2-40B4-BE49-F238E27FC236}">
                  <a16:creationId xmlns:a16="http://schemas.microsoft.com/office/drawing/2014/main" id="{D2E86021-2C41-FB79-08F1-FCBF5206E9F2}"/>
                </a:ext>
              </a:extLst>
            </p:cNvPr>
            <p:cNvGrpSpPr/>
            <p:nvPr/>
          </p:nvGrpSpPr>
          <p:grpSpPr>
            <a:xfrm>
              <a:off x="11194059" y="3470186"/>
              <a:ext cx="580525" cy="578567"/>
              <a:chOff x="5053733" y="4472706"/>
              <a:chExt cx="764498" cy="795862"/>
            </a:xfrm>
          </p:grpSpPr>
          <p:pic>
            <p:nvPicPr>
              <p:cNvPr id="382" name="Imagen 381">
                <a:extLst>
                  <a:ext uri="{FF2B5EF4-FFF2-40B4-BE49-F238E27FC236}">
                    <a16:creationId xmlns:a16="http://schemas.microsoft.com/office/drawing/2014/main" id="{233DE629-3B49-D323-DDCA-58373330E72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83" name="Imagen 382">
                <a:extLst>
                  <a:ext uri="{FF2B5EF4-FFF2-40B4-BE49-F238E27FC236}">
                    <a16:creationId xmlns:a16="http://schemas.microsoft.com/office/drawing/2014/main" id="{E997B004-4943-A36D-D6CC-10B9BCB5BEB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84" name="Grupo 383">
              <a:extLst>
                <a:ext uri="{FF2B5EF4-FFF2-40B4-BE49-F238E27FC236}">
                  <a16:creationId xmlns:a16="http://schemas.microsoft.com/office/drawing/2014/main" id="{B56D3C29-8FF6-0060-027F-05E7FA8CEF4B}"/>
                </a:ext>
              </a:extLst>
            </p:cNvPr>
            <p:cNvGrpSpPr/>
            <p:nvPr/>
          </p:nvGrpSpPr>
          <p:grpSpPr>
            <a:xfrm>
              <a:off x="2823615" y="3470186"/>
              <a:ext cx="580525" cy="578567"/>
              <a:chOff x="5053733" y="4472706"/>
              <a:chExt cx="764498" cy="795862"/>
            </a:xfrm>
          </p:grpSpPr>
          <p:pic>
            <p:nvPicPr>
              <p:cNvPr id="385" name="Imagen 384">
                <a:extLst>
                  <a:ext uri="{FF2B5EF4-FFF2-40B4-BE49-F238E27FC236}">
                    <a16:creationId xmlns:a16="http://schemas.microsoft.com/office/drawing/2014/main" id="{5BEE308C-71D1-BBBA-4DCC-A5CDC2733D8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86" name="Imagen 385">
                <a:extLst>
                  <a:ext uri="{FF2B5EF4-FFF2-40B4-BE49-F238E27FC236}">
                    <a16:creationId xmlns:a16="http://schemas.microsoft.com/office/drawing/2014/main" id="{CFA00FF1-D78C-A9BD-5354-2B429F8D5C7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87" name="Grupo 386">
              <a:extLst>
                <a:ext uri="{FF2B5EF4-FFF2-40B4-BE49-F238E27FC236}">
                  <a16:creationId xmlns:a16="http://schemas.microsoft.com/office/drawing/2014/main" id="{536191EA-916F-EDCE-3C1F-94ECA30EFAD3}"/>
                </a:ext>
              </a:extLst>
            </p:cNvPr>
            <p:cNvGrpSpPr/>
            <p:nvPr/>
          </p:nvGrpSpPr>
          <p:grpSpPr>
            <a:xfrm>
              <a:off x="4482834" y="3470186"/>
              <a:ext cx="580525" cy="578567"/>
              <a:chOff x="5053733" y="4472706"/>
              <a:chExt cx="764498" cy="795862"/>
            </a:xfrm>
          </p:grpSpPr>
          <p:pic>
            <p:nvPicPr>
              <p:cNvPr id="388" name="Imagen 387">
                <a:extLst>
                  <a:ext uri="{FF2B5EF4-FFF2-40B4-BE49-F238E27FC236}">
                    <a16:creationId xmlns:a16="http://schemas.microsoft.com/office/drawing/2014/main" id="{14D48378-B623-0E7B-4FE7-4AF13D57D4A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89" name="Imagen 388">
                <a:extLst>
                  <a:ext uri="{FF2B5EF4-FFF2-40B4-BE49-F238E27FC236}">
                    <a16:creationId xmlns:a16="http://schemas.microsoft.com/office/drawing/2014/main" id="{164F5C9C-01EA-F62D-1954-A8FEF87DA63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90" name="Grupo 389">
              <a:extLst>
                <a:ext uri="{FF2B5EF4-FFF2-40B4-BE49-F238E27FC236}">
                  <a16:creationId xmlns:a16="http://schemas.microsoft.com/office/drawing/2014/main" id="{909028DD-C988-38AA-1530-1E8C0584FD37}"/>
                </a:ext>
              </a:extLst>
            </p:cNvPr>
            <p:cNvGrpSpPr/>
            <p:nvPr/>
          </p:nvGrpSpPr>
          <p:grpSpPr>
            <a:xfrm>
              <a:off x="5039936" y="3470186"/>
              <a:ext cx="580525" cy="578567"/>
              <a:chOff x="5053733" y="4472706"/>
              <a:chExt cx="764498" cy="795862"/>
            </a:xfrm>
          </p:grpSpPr>
          <p:pic>
            <p:nvPicPr>
              <p:cNvPr id="391" name="Imagen 390">
                <a:extLst>
                  <a:ext uri="{FF2B5EF4-FFF2-40B4-BE49-F238E27FC236}">
                    <a16:creationId xmlns:a16="http://schemas.microsoft.com/office/drawing/2014/main" id="{FE229CC3-21F8-B4C0-CC6E-9FC8ABE2082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92" name="Imagen 391">
                <a:extLst>
                  <a:ext uri="{FF2B5EF4-FFF2-40B4-BE49-F238E27FC236}">
                    <a16:creationId xmlns:a16="http://schemas.microsoft.com/office/drawing/2014/main" id="{7B510AD5-39E5-8F6C-D218-A6F3DEDABD0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93" name="Grupo 392">
              <a:extLst>
                <a:ext uri="{FF2B5EF4-FFF2-40B4-BE49-F238E27FC236}">
                  <a16:creationId xmlns:a16="http://schemas.microsoft.com/office/drawing/2014/main" id="{005F1DA0-EDF8-000F-5F25-53293A75541F}"/>
                </a:ext>
              </a:extLst>
            </p:cNvPr>
            <p:cNvGrpSpPr/>
            <p:nvPr/>
          </p:nvGrpSpPr>
          <p:grpSpPr>
            <a:xfrm>
              <a:off x="5597039" y="3470186"/>
              <a:ext cx="580525" cy="578567"/>
              <a:chOff x="5053733" y="4472706"/>
              <a:chExt cx="764498" cy="795862"/>
            </a:xfrm>
          </p:grpSpPr>
          <p:pic>
            <p:nvPicPr>
              <p:cNvPr id="394" name="Imagen 393">
                <a:extLst>
                  <a:ext uri="{FF2B5EF4-FFF2-40B4-BE49-F238E27FC236}">
                    <a16:creationId xmlns:a16="http://schemas.microsoft.com/office/drawing/2014/main" id="{E595227D-AF6B-82BB-8974-14CC43055F0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95" name="Imagen 394">
                <a:extLst>
                  <a:ext uri="{FF2B5EF4-FFF2-40B4-BE49-F238E27FC236}">
                    <a16:creationId xmlns:a16="http://schemas.microsoft.com/office/drawing/2014/main" id="{9A405987-0072-F41C-64A2-58A5DAF15968}"/>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96" name="Grupo 395">
              <a:extLst>
                <a:ext uri="{FF2B5EF4-FFF2-40B4-BE49-F238E27FC236}">
                  <a16:creationId xmlns:a16="http://schemas.microsoft.com/office/drawing/2014/main" id="{3D162F0D-8165-36D3-CBA2-D991913D78AF}"/>
                </a:ext>
              </a:extLst>
            </p:cNvPr>
            <p:cNvGrpSpPr/>
            <p:nvPr/>
          </p:nvGrpSpPr>
          <p:grpSpPr>
            <a:xfrm>
              <a:off x="6154142" y="3470186"/>
              <a:ext cx="580525" cy="578567"/>
              <a:chOff x="5053733" y="4472706"/>
              <a:chExt cx="764498" cy="795862"/>
            </a:xfrm>
          </p:grpSpPr>
          <p:pic>
            <p:nvPicPr>
              <p:cNvPr id="397" name="Imagen 396">
                <a:extLst>
                  <a:ext uri="{FF2B5EF4-FFF2-40B4-BE49-F238E27FC236}">
                    <a16:creationId xmlns:a16="http://schemas.microsoft.com/office/drawing/2014/main" id="{0A51DC31-9711-DB3D-56AD-F87181DED77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98" name="Imagen 397">
                <a:extLst>
                  <a:ext uri="{FF2B5EF4-FFF2-40B4-BE49-F238E27FC236}">
                    <a16:creationId xmlns:a16="http://schemas.microsoft.com/office/drawing/2014/main" id="{180F6DBC-7494-8E3F-6C9C-1EEAC85DAFFE}"/>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399" name="Grupo 398">
              <a:extLst>
                <a:ext uri="{FF2B5EF4-FFF2-40B4-BE49-F238E27FC236}">
                  <a16:creationId xmlns:a16="http://schemas.microsoft.com/office/drawing/2014/main" id="{269482A6-4E5B-08AE-F791-6CF3EA70FC08}"/>
                </a:ext>
              </a:extLst>
            </p:cNvPr>
            <p:cNvGrpSpPr/>
            <p:nvPr/>
          </p:nvGrpSpPr>
          <p:grpSpPr>
            <a:xfrm>
              <a:off x="6711245" y="3470186"/>
              <a:ext cx="580525" cy="578567"/>
              <a:chOff x="5053733" y="4472706"/>
              <a:chExt cx="764498" cy="795862"/>
            </a:xfrm>
          </p:grpSpPr>
          <p:pic>
            <p:nvPicPr>
              <p:cNvPr id="400" name="Imagen 399">
                <a:extLst>
                  <a:ext uri="{FF2B5EF4-FFF2-40B4-BE49-F238E27FC236}">
                    <a16:creationId xmlns:a16="http://schemas.microsoft.com/office/drawing/2014/main" id="{29747A41-4CC9-1C29-2460-41BBC1DA865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401" name="Imagen 400">
                <a:extLst>
                  <a:ext uri="{FF2B5EF4-FFF2-40B4-BE49-F238E27FC236}">
                    <a16:creationId xmlns:a16="http://schemas.microsoft.com/office/drawing/2014/main" id="{6ADB7EF5-A0CE-98CB-D581-026637ADC36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402" name="Grupo 401">
              <a:extLst>
                <a:ext uri="{FF2B5EF4-FFF2-40B4-BE49-F238E27FC236}">
                  <a16:creationId xmlns:a16="http://schemas.microsoft.com/office/drawing/2014/main" id="{9CD605BE-630D-64D7-1EDA-2724F6B6F26A}"/>
                </a:ext>
              </a:extLst>
            </p:cNvPr>
            <p:cNvGrpSpPr/>
            <p:nvPr/>
          </p:nvGrpSpPr>
          <p:grpSpPr>
            <a:xfrm>
              <a:off x="7268349" y="3470186"/>
              <a:ext cx="580525" cy="578567"/>
              <a:chOff x="5053733" y="4472706"/>
              <a:chExt cx="764498" cy="795862"/>
            </a:xfrm>
          </p:grpSpPr>
          <p:pic>
            <p:nvPicPr>
              <p:cNvPr id="403" name="Imagen 402">
                <a:extLst>
                  <a:ext uri="{FF2B5EF4-FFF2-40B4-BE49-F238E27FC236}">
                    <a16:creationId xmlns:a16="http://schemas.microsoft.com/office/drawing/2014/main" id="{AA158525-EAF8-CF22-1BB8-39CB884FC5F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404" name="Imagen 403">
                <a:extLst>
                  <a:ext uri="{FF2B5EF4-FFF2-40B4-BE49-F238E27FC236}">
                    <a16:creationId xmlns:a16="http://schemas.microsoft.com/office/drawing/2014/main" id="{8FE34A56-F865-434D-80D7-4DB8E9570E1E}"/>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405" name="Grupo 404">
              <a:extLst>
                <a:ext uri="{FF2B5EF4-FFF2-40B4-BE49-F238E27FC236}">
                  <a16:creationId xmlns:a16="http://schemas.microsoft.com/office/drawing/2014/main" id="{91D41239-CE16-90E2-8D0E-0CB066BDC7BC}"/>
                </a:ext>
              </a:extLst>
            </p:cNvPr>
            <p:cNvGrpSpPr/>
            <p:nvPr/>
          </p:nvGrpSpPr>
          <p:grpSpPr>
            <a:xfrm>
              <a:off x="2277845" y="3470186"/>
              <a:ext cx="580525" cy="578567"/>
              <a:chOff x="5053733" y="4472706"/>
              <a:chExt cx="764498" cy="795862"/>
            </a:xfrm>
          </p:grpSpPr>
          <p:pic>
            <p:nvPicPr>
              <p:cNvPr id="406" name="Imagen 405">
                <a:extLst>
                  <a:ext uri="{FF2B5EF4-FFF2-40B4-BE49-F238E27FC236}">
                    <a16:creationId xmlns:a16="http://schemas.microsoft.com/office/drawing/2014/main" id="{4AAE6C2C-A901-904C-F78E-7B8FAF8F9C7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407" name="Imagen 406">
                <a:extLst>
                  <a:ext uri="{FF2B5EF4-FFF2-40B4-BE49-F238E27FC236}">
                    <a16:creationId xmlns:a16="http://schemas.microsoft.com/office/drawing/2014/main" id="{4558562C-5AD0-6F4A-F0BB-BA88252D338E}"/>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408" name="Grupo 407">
              <a:extLst>
                <a:ext uri="{FF2B5EF4-FFF2-40B4-BE49-F238E27FC236}">
                  <a16:creationId xmlns:a16="http://schemas.microsoft.com/office/drawing/2014/main" id="{DAF17FE7-9FC6-3745-2FB1-2E233D6AE97D}"/>
                </a:ext>
              </a:extLst>
            </p:cNvPr>
            <p:cNvGrpSpPr/>
            <p:nvPr/>
          </p:nvGrpSpPr>
          <p:grpSpPr>
            <a:xfrm>
              <a:off x="1720171" y="3470186"/>
              <a:ext cx="580525" cy="578567"/>
              <a:chOff x="5053733" y="4472706"/>
              <a:chExt cx="764498" cy="795862"/>
            </a:xfrm>
          </p:grpSpPr>
          <p:pic>
            <p:nvPicPr>
              <p:cNvPr id="409" name="Imagen 408">
                <a:extLst>
                  <a:ext uri="{FF2B5EF4-FFF2-40B4-BE49-F238E27FC236}">
                    <a16:creationId xmlns:a16="http://schemas.microsoft.com/office/drawing/2014/main" id="{ABD9062B-BB64-29FA-EB75-32C513A11AC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410" name="Imagen 409">
                <a:extLst>
                  <a:ext uri="{FF2B5EF4-FFF2-40B4-BE49-F238E27FC236}">
                    <a16:creationId xmlns:a16="http://schemas.microsoft.com/office/drawing/2014/main" id="{746D69DC-20E0-A5C3-A19A-66E91AA0A78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411" name="Grupo 410">
              <a:extLst>
                <a:ext uri="{FF2B5EF4-FFF2-40B4-BE49-F238E27FC236}">
                  <a16:creationId xmlns:a16="http://schemas.microsoft.com/office/drawing/2014/main" id="{108E427F-BEB9-A23C-9EEB-51F6223BE9CE}"/>
                </a:ext>
              </a:extLst>
            </p:cNvPr>
            <p:cNvGrpSpPr/>
            <p:nvPr/>
          </p:nvGrpSpPr>
          <p:grpSpPr>
            <a:xfrm>
              <a:off x="3408212" y="3470186"/>
              <a:ext cx="580525" cy="578567"/>
              <a:chOff x="5053733" y="4472706"/>
              <a:chExt cx="764498" cy="795862"/>
            </a:xfrm>
          </p:grpSpPr>
          <p:pic>
            <p:nvPicPr>
              <p:cNvPr id="412" name="Imagen 411">
                <a:extLst>
                  <a:ext uri="{FF2B5EF4-FFF2-40B4-BE49-F238E27FC236}">
                    <a16:creationId xmlns:a16="http://schemas.microsoft.com/office/drawing/2014/main" id="{34DE5A81-567E-C06F-8FC7-666DE8F3661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413" name="Imagen 412">
                <a:extLst>
                  <a:ext uri="{FF2B5EF4-FFF2-40B4-BE49-F238E27FC236}">
                    <a16:creationId xmlns:a16="http://schemas.microsoft.com/office/drawing/2014/main" id="{88AE6D25-C6E5-8050-7F5B-C7383FD1974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414" name="Grupo 413">
              <a:extLst>
                <a:ext uri="{FF2B5EF4-FFF2-40B4-BE49-F238E27FC236}">
                  <a16:creationId xmlns:a16="http://schemas.microsoft.com/office/drawing/2014/main" id="{1AB2CA3C-4F4E-58BB-BBD3-5F545965C605}"/>
                </a:ext>
              </a:extLst>
            </p:cNvPr>
            <p:cNvGrpSpPr/>
            <p:nvPr/>
          </p:nvGrpSpPr>
          <p:grpSpPr>
            <a:xfrm>
              <a:off x="3914851" y="3470186"/>
              <a:ext cx="580525" cy="578567"/>
              <a:chOff x="5053733" y="4472706"/>
              <a:chExt cx="764498" cy="795862"/>
            </a:xfrm>
          </p:grpSpPr>
          <p:pic>
            <p:nvPicPr>
              <p:cNvPr id="415" name="Imagen 414">
                <a:extLst>
                  <a:ext uri="{FF2B5EF4-FFF2-40B4-BE49-F238E27FC236}">
                    <a16:creationId xmlns:a16="http://schemas.microsoft.com/office/drawing/2014/main" id="{3865E3FE-D23E-C2F0-FF07-FFFC0322FAE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416" name="Imagen 415">
                <a:extLst>
                  <a:ext uri="{FF2B5EF4-FFF2-40B4-BE49-F238E27FC236}">
                    <a16:creationId xmlns:a16="http://schemas.microsoft.com/office/drawing/2014/main" id="{FA9D69C4-CBDF-3E27-C098-0E1658512FB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spTree>
    <p:extLst>
      <p:ext uri="{BB962C8B-B14F-4D97-AF65-F5344CB8AC3E}">
        <p14:creationId xmlns:p14="http://schemas.microsoft.com/office/powerpoint/2010/main" val="225484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BEC91-7EC9-3FDC-BA86-0EDD4D695881}"/>
            </a:ext>
          </a:extLst>
        </p:cNvPr>
        <p:cNvGrpSpPr/>
        <p:nvPr/>
      </p:nvGrpSpPr>
      <p:grpSpPr>
        <a:xfrm>
          <a:off x="0" y="0"/>
          <a:ext cx="0" cy="0"/>
          <a:chOff x="0" y="0"/>
          <a:chExt cx="0" cy="0"/>
        </a:xfrm>
      </p:grpSpPr>
      <p:grpSp>
        <p:nvGrpSpPr>
          <p:cNvPr id="22540" name="Grupo 22539">
            <a:extLst>
              <a:ext uri="{FF2B5EF4-FFF2-40B4-BE49-F238E27FC236}">
                <a16:creationId xmlns:a16="http://schemas.microsoft.com/office/drawing/2014/main" id="{A108A0C2-75C5-DC57-1841-60443B2D38BE}"/>
              </a:ext>
            </a:extLst>
          </p:cNvPr>
          <p:cNvGrpSpPr/>
          <p:nvPr/>
        </p:nvGrpSpPr>
        <p:grpSpPr>
          <a:xfrm>
            <a:off x="2163929" y="1241483"/>
            <a:ext cx="8018457" cy="3626183"/>
            <a:chOff x="859129" y="4700300"/>
            <a:chExt cx="8396500" cy="1368775"/>
          </a:xfrm>
        </p:grpSpPr>
        <p:pic>
          <p:nvPicPr>
            <p:cNvPr id="22541" name="Imagen 22540">
              <a:extLst>
                <a:ext uri="{FF2B5EF4-FFF2-40B4-BE49-F238E27FC236}">
                  <a16:creationId xmlns:a16="http://schemas.microsoft.com/office/drawing/2014/main" id="{C2E7BFF6-0EBC-4D04-D2B9-2B1936D9A392}"/>
                </a:ext>
              </a:extLst>
            </p:cNvPr>
            <p:cNvPicPr>
              <a:picLocks noChangeAspect="1"/>
            </p:cNvPicPr>
            <p:nvPr/>
          </p:nvPicPr>
          <p:blipFill>
            <a:blip r:embed="rId5"/>
            <a:srcRect l="88852"/>
            <a:stretch/>
          </p:blipFill>
          <p:spPr>
            <a:xfrm>
              <a:off x="859129" y="4700300"/>
              <a:ext cx="8396500" cy="1368775"/>
            </a:xfrm>
            <a:prstGeom prst="rect">
              <a:avLst/>
            </a:prstGeom>
          </p:spPr>
        </p:pic>
        <p:pic>
          <p:nvPicPr>
            <p:cNvPr id="22542" name="Imagen 22541">
              <a:extLst>
                <a:ext uri="{FF2B5EF4-FFF2-40B4-BE49-F238E27FC236}">
                  <a16:creationId xmlns:a16="http://schemas.microsoft.com/office/drawing/2014/main" id="{39AF3C2C-0F72-0926-D225-A476D6DF6095}"/>
                </a:ext>
              </a:extLst>
            </p:cNvPr>
            <p:cNvPicPr>
              <a:picLocks noChangeAspect="1"/>
            </p:cNvPicPr>
            <p:nvPr/>
          </p:nvPicPr>
          <p:blipFill>
            <a:blip r:embed="rId5"/>
            <a:srcRect l="23278" t="21261" r="65575" b="67134"/>
            <a:stretch/>
          </p:blipFill>
          <p:spPr>
            <a:xfrm>
              <a:off x="4440183" y="4727864"/>
              <a:ext cx="645272" cy="671745"/>
            </a:xfrm>
            <a:prstGeom prst="rect">
              <a:avLst/>
            </a:prstGeom>
          </p:spPr>
        </p:pic>
        <p:pic>
          <p:nvPicPr>
            <p:cNvPr id="22543" name="Imagen 22542">
              <a:extLst>
                <a:ext uri="{FF2B5EF4-FFF2-40B4-BE49-F238E27FC236}">
                  <a16:creationId xmlns:a16="http://schemas.microsoft.com/office/drawing/2014/main" id="{E9151578-498C-0440-0316-248167A9B1FF}"/>
                </a:ext>
              </a:extLst>
            </p:cNvPr>
            <p:cNvPicPr>
              <a:picLocks noChangeAspect="1"/>
            </p:cNvPicPr>
            <p:nvPr/>
          </p:nvPicPr>
          <p:blipFill>
            <a:blip r:embed="rId5"/>
            <a:srcRect l="44479" t="34951" r="44374" b="53444"/>
            <a:stretch/>
          </p:blipFill>
          <p:spPr>
            <a:xfrm>
              <a:off x="2057227" y="4727864"/>
              <a:ext cx="645272" cy="671745"/>
            </a:xfrm>
            <a:prstGeom prst="rect">
              <a:avLst/>
            </a:prstGeom>
          </p:spPr>
        </p:pic>
        <p:pic>
          <p:nvPicPr>
            <p:cNvPr id="22544" name="Imagen 22543">
              <a:extLst>
                <a:ext uri="{FF2B5EF4-FFF2-40B4-BE49-F238E27FC236}">
                  <a16:creationId xmlns:a16="http://schemas.microsoft.com/office/drawing/2014/main" id="{DB800D9A-0D52-6F77-1E07-86A910A98AA4}"/>
                </a:ext>
              </a:extLst>
            </p:cNvPr>
            <p:cNvPicPr>
              <a:picLocks noChangeAspect="1"/>
            </p:cNvPicPr>
            <p:nvPr/>
          </p:nvPicPr>
          <p:blipFill>
            <a:blip r:embed="rId5"/>
            <a:srcRect l="65685" t="34869" r="23168" b="53526"/>
            <a:stretch/>
          </p:blipFill>
          <p:spPr>
            <a:xfrm>
              <a:off x="6227400" y="4727864"/>
              <a:ext cx="645272" cy="671745"/>
            </a:xfrm>
            <a:prstGeom prst="rect">
              <a:avLst/>
            </a:prstGeom>
          </p:spPr>
        </p:pic>
        <p:pic>
          <p:nvPicPr>
            <p:cNvPr id="22545" name="Imagen 22544">
              <a:extLst>
                <a:ext uri="{FF2B5EF4-FFF2-40B4-BE49-F238E27FC236}">
                  <a16:creationId xmlns:a16="http://schemas.microsoft.com/office/drawing/2014/main" id="{7E4EC9F7-7CFE-E4D8-FA1A-59640C485E1E}"/>
                </a:ext>
              </a:extLst>
            </p:cNvPr>
            <p:cNvPicPr>
              <a:picLocks noChangeAspect="1"/>
            </p:cNvPicPr>
            <p:nvPr/>
          </p:nvPicPr>
          <p:blipFill>
            <a:blip r:embed="rId5"/>
            <a:srcRect l="12506" t="49167" r="76346" b="39228"/>
            <a:stretch/>
          </p:blipFill>
          <p:spPr>
            <a:xfrm>
              <a:off x="1461488" y="4727864"/>
              <a:ext cx="645272" cy="671745"/>
            </a:xfrm>
            <a:prstGeom prst="rect">
              <a:avLst/>
            </a:prstGeom>
          </p:spPr>
        </p:pic>
        <p:pic>
          <p:nvPicPr>
            <p:cNvPr id="22546" name="Imagen 22545">
              <a:extLst>
                <a:ext uri="{FF2B5EF4-FFF2-40B4-BE49-F238E27FC236}">
                  <a16:creationId xmlns:a16="http://schemas.microsoft.com/office/drawing/2014/main" id="{2E52AE99-421E-C2B8-D049-4D7EAEAADF9F}"/>
                </a:ext>
              </a:extLst>
            </p:cNvPr>
            <p:cNvPicPr>
              <a:picLocks noChangeAspect="1"/>
            </p:cNvPicPr>
            <p:nvPr/>
          </p:nvPicPr>
          <p:blipFill>
            <a:blip r:embed="rId5"/>
            <a:srcRect l="44426" t="49100" r="44426" b="39295"/>
            <a:stretch/>
          </p:blipFill>
          <p:spPr>
            <a:xfrm>
              <a:off x="865749" y="4727864"/>
              <a:ext cx="645272" cy="671745"/>
            </a:xfrm>
            <a:prstGeom prst="rect">
              <a:avLst/>
            </a:prstGeom>
          </p:spPr>
        </p:pic>
        <p:grpSp>
          <p:nvGrpSpPr>
            <p:cNvPr id="22547" name="Grupo 22546">
              <a:extLst>
                <a:ext uri="{FF2B5EF4-FFF2-40B4-BE49-F238E27FC236}">
                  <a16:creationId xmlns:a16="http://schemas.microsoft.com/office/drawing/2014/main" id="{8295A989-DB7F-B2FD-F756-60E76877AD86}"/>
                </a:ext>
              </a:extLst>
            </p:cNvPr>
            <p:cNvGrpSpPr/>
            <p:nvPr/>
          </p:nvGrpSpPr>
          <p:grpSpPr>
            <a:xfrm>
              <a:off x="2652966" y="4727864"/>
              <a:ext cx="645272" cy="671745"/>
              <a:chOff x="5053733" y="4472706"/>
              <a:chExt cx="764498" cy="795862"/>
            </a:xfrm>
          </p:grpSpPr>
          <p:pic>
            <p:nvPicPr>
              <p:cNvPr id="22580" name="Imagen 22579">
                <a:extLst>
                  <a:ext uri="{FF2B5EF4-FFF2-40B4-BE49-F238E27FC236}">
                    <a16:creationId xmlns:a16="http://schemas.microsoft.com/office/drawing/2014/main" id="{6E30357B-5034-FE5C-183F-B105E0A0081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581" name="Imagen 22580">
                <a:extLst>
                  <a:ext uri="{FF2B5EF4-FFF2-40B4-BE49-F238E27FC236}">
                    <a16:creationId xmlns:a16="http://schemas.microsoft.com/office/drawing/2014/main" id="{A3393C6B-8E7E-75B3-D9A7-DE184618BC1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22548" name="Imagen 22547">
              <a:extLst>
                <a:ext uri="{FF2B5EF4-FFF2-40B4-BE49-F238E27FC236}">
                  <a16:creationId xmlns:a16="http://schemas.microsoft.com/office/drawing/2014/main" id="{9DF6E6C2-341B-3184-12BC-1D424B3DE9AE}"/>
                </a:ext>
              </a:extLst>
            </p:cNvPr>
            <p:cNvPicPr>
              <a:picLocks noChangeAspect="1"/>
            </p:cNvPicPr>
            <p:nvPr/>
          </p:nvPicPr>
          <p:blipFill>
            <a:blip r:embed="rId5"/>
            <a:srcRect l="12605" t="6975" r="76248" b="81420"/>
            <a:stretch/>
          </p:blipFill>
          <p:spPr>
            <a:xfrm>
              <a:off x="2647873" y="5397330"/>
              <a:ext cx="645272" cy="671745"/>
            </a:xfrm>
            <a:prstGeom prst="rect">
              <a:avLst/>
            </a:prstGeom>
          </p:spPr>
        </p:pic>
        <p:pic>
          <p:nvPicPr>
            <p:cNvPr id="22549" name="Imagen 22548">
              <a:extLst>
                <a:ext uri="{FF2B5EF4-FFF2-40B4-BE49-F238E27FC236}">
                  <a16:creationId xmlns:a16="http://schemas.microsoft.com/office/drawing/2014/main" id="{2ACAC936-3363-86C7-E650-8F9CC84DD85C}"/>
                </a:ext>
              </a:extLst>
            </p:cNvPr>
            <p:cNvPicPr>
              <a:picLocks noChangeAspect="1"/>
            </p:cNvPicPr>
            <p:nvPr/>
          </p:nvPicPr>
          <p:blipFill>
            <a:blip r:embed="rId5"/>
            <a:srcRect l="44516" t="6975" r="44337" b="81420"/>
            <a:stretch/>
          </p:blipFill>
          <p:spPr>
            <a:xfrm>
              <a:off x="859129" y="5397330"/>
              <a:ext cx="645272" cy="671745"/>
            </a:xfrm>
            <a:prstGeom prst="rect">
              <a:avLst/>
            </a:prstGeom>
          </p:spPr>
        </p:pic>
        <p:pic>
          <p:nvPicPr>
            <p:cNvPr id="22550" name="Imagen 22549">
              <a:extLst>
                <a:ext uri="{FF2B5EF4-FFF2-40B4-BE49-F238E27FC236}">
                  <a16:creationId xmlns:a16="http://schemas.microsoft.com/office/drawing/2014/main" id="{E897DF5A-9012-F5BD-9EB6-34D082BC96EC}"/>
                </a:ext>
              </a:extLst>
            </p:cNvPr>
            <p:cNvPicPr>
              <a:picLocks noChangeAspect="1"/>
            </p:cNvPicPr>
            <p:nvPr/>
          </p:nvPicPr>
          <p:blipFill>
            <a:blip r:embed="rId5"/>
            <a:srcRect l="55117" t="6975" r="33736" b="81420"/>
            <a:stretch/>
          </p:blipFill>
          <p:spPr>
            <a:xfrm>
              <a:off x="1455377" y="5397330"/>
              <a:ext cx="645272" cy="671745"/>
            </a:xfrm>
            <a:prstGeom prst="rect">
              <a:avLst/>
            </a:prstGeom>
          </p:spPr>
        </p:pic>
        <p:pic>
          <p:nvPicPr>
            <p:cNvPr id="22551" name="Imagen 22550">
              <a:extLst>
                <a:ext uri="{FF2B5EF4-FFF2-40B4-BE49-F238E27FC236}">
                  <a16:creationId xmlns:a16="http://schemas.microsoft.com/office/drawing/2014/main" id="{2784A396-AD2A-F699-0E75-F261E93F9C9E}"/>
                </a:ext>
              </a:extLst>
            </p:cNvPr>
            <p:cNvPicPr>
              <a:picLocks noChangeAspect="1"/>
            </p:cNvPicPr>
            <p:nvPr/>
          </p:nvPicPr>
          <p:blipFill>
            <a:blip r:embed="rId5"/>
            <a:srcRect l="65717" t="6975" r="23136" b="81420"/>
            <a:stretch/>
          </p:blipFill>
          <p:spPr>
            <a:xfrm>
              <a:off x="3248705" y="4727864"/>
              <a:ext cx="645272" cy="671745"/>
            </a:xfrm>
            <a:prstGeom prst="rect">
              <a:avLst/>
            </a:prstGeom>
          </p:spPr>
        </p:pic>
        <p:pic>
          <p:nvPicPr>
            <p:cNvPr id="22552" name="Imagen 22551">
              <a:extLst>
                <a:ext uri="{FF2B5EF4-FFF2-40B4-BE49-F238E27FC236}">
                  <a16:creationId xmlns:a16="http://schemas.microsoft.com/office/drawing/2014/main" id="{1F13BC1A-8B2C-9957-0C77-6349E2D58FE9}"/>
                </a:ext>
              </a:extLst>
            </p:cNvPr>
            <p:cNvPicPr>
              <a:picLocks noChangeAspect="1"/>
            </p:cNvPicPr>
            <p:nvPr/>
          </p:nvPicPr>
          <p:blipFill>
            <a:blip r:embed="rId5"/>
            <a:srcRect l="76305" t="7039" r="12548" b="81356"/>
            <a:stretch/>
          </p:blipFill>
          <p:spPr>
            <a:xfrm>
              <a:off x="5035922" y="4727864"/>
              <a:ext cx="645272" cy="671745"/>
            </a:xfrm>
            <a:prstGeom prst="rect">
              <a:avLst/>
            </a:prstGeom>
          </p:spPr>
        </p:pic>
        <p:pic>
          <p:nvPicPr>
            <p:cNvPr id="22553" name="Imagen 22552">
              <a:extLst>
                <a:ext uri="{FF2B5EF4-FFF2-40B4-BE49-F238E27FC236}">
                  <a16:creationId xmlns:a16="http://schemas.microsoft.com/office/drawing/2014/main" id="{0EA96687-6915-5955-43BB-AE2A0B2F8BB9}"/>
                </a:ext>
              </a:extLst>
            </p:cNvPr>
            <p:cNvPicPr>
              <a:picLocks noChangeAspect="1"/>
            </p:cNvPicPr>
            <p:nvPr/>
          </p:nvPicPr>
          <p:blipFill>
            <a:blip r:embed="rId5"/>
            <a:srcRect l="12601" t="21080" r="76252" b="67315"/>
            <a:stretch/>
          </p:blipFill>
          <p:spPr>
            <a:xfrm>
              <a:off x="5631661" y="4727864"/>
              <a:ext cx="645272" cy="671745"/>
            </a:xfrm>
            <a:prstGeom prst="rect">
              <a:avLst/>
            </a:prstGeom>
          </p:spPr>
        </p:pic>
        <p:pic>
          <p:nvPicPr>
            <p:cNvPr id="22554" name="Imagen 22553">
              <a:extLst>
                <a:ext uri="{FF2B5EF4-FFF2-40B4-BE49-F238E27FC236}">
                  <a16:creationId xmlns:a16="http://schemas.microsoft.com/office/drawing/2014/main" id="{DA59E213-AF18-B414-E944-C7CF4C062F4B}"/>
                </a:ext>
              </a:extLst>
            </p:cNvPr>
            <p:cNvPicPr>
              <a:picLocks noChangeAspect="1"/>
            </p:cNvPicPr>
            <p:nvPr/>
          </p:nvPicPr>
          <p:blipFill>
            <a:blip r:embed="rId5"/>
            <a:srcRect l="55122" t="21082" r="33731" b="67313"/>
            <a:stretch/>
          </p:blipFill>
          <p:spPr>
            <a:xfrm>
              <a:off x="3844444" y="4727864"/>
              <a:ext cx="645272" cy="671745"/>
            </a:xfrm>
            <a:prstGeom prst="rect">
              <a:avLst/>
            </a:prstGeom>
          </p:spPr>
        </p:pic>
        <p:pic>
          <p:nvPicPr>
            <p:cNvPr id="22555" name="Imagen 22554">
              <a:extLst>
                <a:ext uri="{FF2B5EF4-FFF2-40B4-BE49-F238E27FC236}">
                  <a16:creationId xmlns:a16="http://schemas.microsoft.com/office/drawing/2014/main" id="{747932B9-8170-CF36-92ED-7DCD57387205}"/>
                </a:ext>
              </a:extLst>
            </p:cNvPr>
            <p:cNvPicPr>
              <a:picLocks noChangeAspect="1"/>
            </p:cNvPicPr>
            <p:nvPr/>
          </p:nvPicPr>
          <p:blipFill>
            <a:blip r:embed="rId5"/>
            <a:srcRect l="44426" t="49100" r="44426" b="39295"/>
            <a:stretch/>
          </p:blipFill>
          <p:spPr>
            <a:xfrm>
              <a:off x="3244121" y="5397330"/>
              <a:ext cx="645272" cy="671745"/>
            </a:xfrm>
            <a:prstGeom prst="rect">
              <a:avLst/>
            </a:prstGeom>
          </p:spPr>
        </p:pic>
        <p:grpSp>
          <p:nvGrpSpPr>
            <p:cNvPr id="22556" name="Grupo 22555">
              <a:extLst>
                <a:ext uri="{FF2B5EF4-FFF2-40B4-BE49-F238E27FC236}">
                  <a16:creationId xmlns:a16="http://schemas.microsoft.com/office/drawing/2014/main" id="{BEB3C984-1D3C-1C9A-DA80-38126E6E2AE0}"/>
                </a:ext>
              </a:extLst>
            </p:cNvPr>
            <p:cNvGrpSpPr/>
            <p:nvPr/>
          </p:nvGrpSpPr>
          <p:grpSpPr>
            <a:xfrm>
              <a:off x="8014617" y="4727864"/>
              <a:ext cx="645272" cy="671745"/>
              <a:chOff x="5053733" y="4472706"/>
              <a:chExt cx="764498" cy="795862"/>
            </a:xfrm>
          </p:grpSpPr>
          <p:pic>
            <p:nvPicPr>
              <p:cNvPr id="22578" name="Imagen 22577">
                <a:extLst>
                  <a:ext uri="{FF2B5EF4-FFF2-40B4-BE49-F238E27FC236}">
                    <a16:creationId xmlns:a16="http://schemas.microsoft.com/office/drawing/2014/main" id="{E9C6A3B0-87A4-D658-CB97-DFFA399B249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579" name="Imagen 22578">
                <a:extLst>
                  <a:ext uri="{FF2B5EF4-FFF2-40B4-BE49-F238E27FC236}">
                    <a16:creationId xmlns:a16="http://schemas.microsoft.com/office/drawing/2014/main" id="{077DE430-C8CC-723A-6976-DD709577E43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22557" name="Imagen 22556">
              <a:extLst>
                <a:ext uri="{FF2B5EF4-FFF2-40B4-BE49-F238E27FC236}">
                  <a16:creationId xmlns:a16="http://schemas.microsoft.com/office/drawing/2014/main" id="{95D65413-F6B9-ACE4-2D8E-63F50EB3F88C}"/>
                </a:ext>
              </a:extLst>
            </p:cNvPr>
            <p:cNvPicPr>
              <a:picLocks noChangeAspect="1"/>
            </p:cNvPicPr>
            <p:nvPr/>
          </p:nvPicPr>
          <p:blipFill>
            <a:blip r:embed="rId5"/>
            <a:srcRect l="55122" t="21082" r="33731" b="67313"/>
            <a:stretch/>
          </p:blipFill>
          <p:spPr>
            <a:xfrm>
              <a:off x="2051625" y="5397330"/>
              <a:ext cx="645272" cy="671745"/>
            </a:xfrm>
            <a:prstGeom prst="rect">
              <a:avLst/>
            </a:prstGeom>
          </p:spPr>
        </p:pic>
        <p:pic>
          <p:nvPicPr>
            <p:cNvPr id="22558" name="Imagen 22557">
              <a:extLst>
                <a:ext uri="{FF2B5EF4-FFF2-40B4-BE49-F238E27FC236}">
                  <a16:creationId xmlns:a16="http://schemas.microsoft.com/office/drawing/2014/main" id="{CEFE56DF-8AA3-3813-AC62-FBDCAE1DDBB1}"/>
                </a:ext>
              </a:extLst>
            </p:cNvPr>
            <p:cNvPicPr>
              <a:picLocks noChangeAspect="1"/>
            </p:cNvPicPr>
            <p:nvPr/>
          </p:nvPicPr>
          <p:blipFill>
            <a:blip r:embed="rId5"/>
            <a:srcRect l="12605" t="6975" r="76248" b="81420"/>
            <a:stretch/>
          </p:blipFill>
          <p:spPr>
            <a:xfrm>
              <a:off x="4436617" y="5397330"/>
              <a:ext cx="645272" cy="671745"/>
            </a:xfrm>
            <a:prstGeom prst="rect">
              <a:avLst/>
            </a:prstGeom>
          </p:spPr>
        </p:pic>
        <p:pic>
          <p:nvPicPr>
            <p:cNvPr id="22559" name="Imagen 22558">
              <a:extLst>
                <a:ext uri="{FF2B5EF4-FFF2-40B4-BE49-F238E27FC236}">
                  <a16:creationId xmlns:a16="http://schemas.microsoft.com/office/drawing/2014/main" id="{376F62F6-8640-8463-0513-09837F833645}"/>
                </a:ext>
              </a:extLst>
            </p:cNvPr>
            <p:cNvPicPr>
              <a:picLocks noChangeAspect="1"/>
            </p:cNvPicPr>
            <p:nvPr/>
          </p:nvPicPr>
          <p:blipFill>
            <a:blip r:embed="rId5"/>
            <a:srcRect l="12605" t="6975" r="76248" b="81420"/>
            <a:stretch/>
          </p:blipFill>
          <p:spPr>
            <a:xfrm>
              <a:off x="5629113" y="5397330"/>
              <a:ext cx="645272" cy="671745"/>
            </a:xfrm>
            <a:prstGeom prst="rect">
              <a:avLst/>
            </a:prstGeom>
          </p:spPr>
        </p:pic>
        <p:pic>
          <p:nvPicPr>
            <p:cNvPr id="22560" name="Imagen 22559">
              <a:extLst>
                <a:ext uri="{FF2B5EF4-FFF2-40B4-BE49-F238E27FC236}">
                  <a16:creationId xmlns:a16="http://schemas.microsoft.com/office/drawing/2014/main" id="{6FF50F44-6CA7-CFA5-8471-D0FF5FF444DB}"/>
                </a:ext>
              </a:extLst>
            </p:cNvPr>
            <p:cNvPicPr>
              <a:picLocks noChangeAspect="1"/>
            </p:cNvPicPr>
            <p:nvPr/>
          </p:nvPicPr>
          <p:blipFill>
            <a:blip r:embed="rId5"/>
            <a:srcRect l="55122" t="21082" r="33731" b="67313"/>
            <a:stretch/>
          </p:blipFill>
          <p:spPr>
            <a:xfrm>
              <a:off x="6225361" y="5397330"/>
              <a:ext cx="645272" cy="671745"/>
            </a:xfrm>
            <a:prstGeom prst="rect">
              <a:avLst/>
            </a:prstGeom>
          </p:spPr>
        </p:pic>
        <p:pic>
          <p:nvPicPr>
            <p:cNvPr id="22561" name="Imagen 22560">
              <a:extLst>
                <a:ext uri="{FF2B5EF4-FFF2-40B4-BE49-F238E27FC236}">
                  <a16:creationId xmlns:a16="http://schemas.microsoft.com/office/drawing/2014/main" id="{62E22330-6F66-8EE6-2967-3A19E4DB6A9A}"/>
                </a:ext>
              </a:extLst>
            </p:cNvPr>
            <p:cNvPicPr>
              <a:picLocks noChangeAspect="1"/>
            </p:cNvPicPr>
            <p:nvPr/>
          </p:nvPicPr>
          <p:blipFill>
            <a:blip r:embed="rId5"/>
            <a:srcRect l="23278" t="21261" r="65575" b="67134"/>
            <a:stretch/>
          </p:blipFill>
          <p:spPr>
            <a:xfrm>
              <a:off x="8014105" y="5397330"/>
              <a:ext cx="645272" cy="671745"/>
            </a:xfrm>
            <a:prstGeom prst="rect">
              <a:avLst/>
            </a:prstGeom>
          </p:spPr>
        </p:pic>
        <p:pic>
          <p:nvPicPr>
            <p:cNvPr id="22562" name="Imagen 22561">
              <a:extLst>
                <a:ext uri="{FF2B5EF4-FFF2-40B4-BE49-F238E27FC236}">
                  <a16:creationId xmlns:a16="http://schemas.microsoft.com/office/drawing/2014/main" id="{358EEA72-43C1-211F-5FA5-C14FEEDE593D}"/>
                </a:ext>
              </a:extLst>
            </p:cNvPr>
            <p:cNvPicPr>
              <a:picLocks noChangeAspect="1"/>
            </p:cNvPicPr>
            <p:nvPr/>
          </p:nvPicPr>
          <p:blipFill>
            <a:blip r:embed="rId5"/>
            <a:srcRect l="44426" t="49100" r="44426" b="39295"/>
            <a:stretch/>
          </p:blipFill>
          <p:spPr>
            <a:xfrm>
              <a:off x="6821609" y="5397330"/>
              <a:ext cx="645272" cy="671745"/>
            </a:xfrm>
            <a:prstGeom prst="rect">
              <a:avLst/>
            </a:prstGeom>
          </p:spPr>
        </p:pic>
        <p:grpSp>
          <p:nvGrpSpPr>
            <p:cNvPr id="22563" name="Grupo 22562">
              <a:extLst>
                <a:ext uri="{FF2B5EF4-FFF2-40B4-BE49-F238E27FC236}">
                  <a16:creationId xmlns:a16="http://schemas.microsoft.com/office/drawing/2014/main" id="{BD1FFB7E-C304-3EEF-B926-A5281AB3CB99}"/>
                </a:ext>
              </a:extLst>
            </p:cNvPr>
            <p:cNvGrpSpPr/>
            <p:nvPr/>
          </p:nvGrpSpPr>
          <p:grpSpPr>
            <a:xfrm>
              <a:off x="3840369" y="5397330"/>
              <a:ext cx="645272" cy="671745"/>
              <a:chOff x="5053733" y="4472706"/>
              <a:chExt cx="764498" cy="795862"/>
            </a:xfrm>
          </p:grpSpPr>
          <p:pic>
            <p:nvPicPr>
              <p:cNvPr id="22576" name="Imagen 22575">
                <a:extLst>
                  <a:ext uri="{FF2B5EF4-FFF2-40B4-BE49-F238E27FC236}">
                    <a16:creationId xmlns:a16="http://schemas.microsoft.com/office/drawing/2014/main" id="{DD433C91-2E4B-2342-767B-CA9AF3E8D99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577" name="Imagen 22576">
                <a:extLst>
                  <a:ext uri="{FF2B5EF4-FFF2-40B4-BE49-F238E27FC236}">
                    <a16:creationId xmlns:a16="http://schemas.microsoft.com/office/drawing/2014/main" id="{705AAAAB-E9F2-D312-5F99-CF9A7D0BF99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22564" name="Imagen 22563">
              <a:extLst>
                <a:ext uri="{FF2B5EF4-FFF2-40B4-BE49-F238E27FC236}">
                  <a16:creationId xmlns:a16="http://schemas.microsoft.com/office/drawing/2014/main" id="{58D9286F-2673-681B-28ED-246A018331AE}"/>
                </a:ext>
              </a:extLst>
            </p:cNvPr>
            <p:cNvPicPr>
              <a:picLocks noChangeAspect="1"/>
            </p:cNvPicPr>
            <p:nvPr/>
          </p:nvPicPr>
          <p:blipFill>
            <a:blip r:embed="rId5"/>
            <a:srcRect l="76281" t="21082" r="12572" b="67313"/>
            <a:stretch/>
          </p:blipFill>
          <p:spPr>
            <a:xfrm>
              <a:off x="5032865" y="5397330"/>
              <a:ext cx="645272" cy="671745"/>
            </a:xfrm>
            <a:prstGeom prst="rect">
              <a:avLst/>
            </a:prstGeom>
          </p:spPr>
        </p:pic>
        <p:pic>
          <p:nvPicPr>
            <p:cNvPr id="22565" name="Imagen 22564">
              <a:extLst>
                <a:ext uri="{FF2B5EF4-FFF2-40B4-BE49-F238E27FC236}">
                  <a16:creationId xmlns:a16="http://schemas.microsoft.com/office/drawing/2014/main" id="{4650E101-624F-DD12-CADD-ED91A6665E8E}"/>
                </a:ext>
              </a:extLst>
            </p:cNvPr>
            <p:cNvPicPr>
              <a:picLocks noChangeAspect="1"/>
            </p:cNvPicPr>
            <p:nvPr/>
          </p:nvPicPr>
          <p:blipFill>
            <a:blip r:embed="rId5"/>
            <a:srcRect l="55103" t="34951" r="33750" b="53444"/>
            <a:stretch/>
          </p:blipFill>
          <p:spPr>
            <a:xfrm>
              <a:off x="7417857" y="5397330"/>
              <a:ext cx="645272" cy="671745"/>
            </a:xfrm>
            <a:prstGeom prst="rect">
              <a:avLst/>
            </a:prstGeom>
          </p:spPr>
        </p:pic>
        <p:pic>
          <p:nvPicPr>
            <p:cNvPr id="22566" name="Imagen 22565">
              <a:extLst>
                <a:ext uri="{FF2B5EF4-FFF2-40B4-BE49-F238E27FC236}">
                  <a16:creationId xmlns:a16="http://schemas.microsoft.com/office/drawing/2014/main" id="{9F9F7450-3D9D-81BA-4920-8ECF17D37027}"/>
                </a:ext>
              </a:extLst>
            </p:cNvPr>
            <p:cNvPicPr>
              <a:picLocks noChangeAspect="1"/>
            </p:cNvPicPr>
            <p:nvPr/>
          </p:nvPicPr>
          <p:blipFill>
            <a:blip r:embed="rId5"/>
            <a:srcRect l="55103" t="34951" r="33750" b="53444"/>
            <a:stretch/>
          </p:blipFill>
          <p:spPr>
            <a:xfrm>
              <a:off x="8610357" y="5397330"/>
              <a:ext cx="645272" cy="671745"/>
            </a:xfrm>
            <a:prstGeom prst="rect">
              <a:avLst/>
            </a:prstGeom>
          </p:spPr>
        </p:pic>
        <p:grpSp>
          <p:nvGrpSpPr>
            <p:cNvPr id="22567" name="Grupo 22566">
              <a:extLst>
                <a:ext uri="{FF2B5EF4-FFF2-40B4-BE49-F238E27FC236}">
                  <a16:creationId xmlns:a16="http://schemas.microsoft.com/office/drawing/2014/main" id="{852E2C86-9AC7-7B3C-68F7-73D8959E7BFD}"/>
                </a:ext>
              </a:extLst>
            </p:cNvPr>
            <p:cNvGrpSpPr/>
            <p:nvPr/>
          </p:nvGrpSpPr>
          <p:grpSpPr>
            <a:xfrm>
              <a:off x="8610357" y="4727864"/>
              <a:ext cx="645272" cy="671745"/>
              <a:chOff x="5053733" y="4472706"/>
              <a:chExt cx="764498" cy="795862"/>
            </a:xfrm>
          </p:grpSpPr>
          <p:pic>
            <p:nvPicPr>
              <p:cNvPr id="22574" name="Imagen 22573">
                <a:extLst>
                  <a:ext uri="{FF2B5EF4-FFF2-40B4-BE49-F238E27FC236}">
                    <a16:creationId xmlns:a16="http://schemas.microsoft.com/office/drawing/2014/main" id="{D2C27C98-FDB3-C6F0-E9EC-DDAB2476918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575" name="Imagen 22574">
                <a:extLst>
                  <a:ext uri="{FF2B5EF4-FFF2-40B4-BE49-F238E27FC236}">
                    <a16:creationId xmlns:a16="http://schemas.microsoft.com/office/drawing/2014/main" id="{2B5E3C87-491E-058A-0D9A-91DAE91FE46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2568" name="Grupo 22567">
              <a:extLst>
                <a:ext uri="{FF2B5EF4-FFF2-40B4-BE49-F238E27FC236}">
                  <a16:creationId xmlns:a16="http://schemas.microsoft.com/office/drawing/2014/main" id="{73C984F2-82A0-D513-C09F-5FF62B754D40}"/>
                </a:ext>
              </a:extLst>
            </p:cNvPr>
            <p:cNvGrpSpPr/>
            <p:nvPr/>
          </p:nvGrpSpPr>
          <p:grpSpPr>
            <a:xfrm>
              <a:off x="6823139" y="4727864"/>
              <a:ext cx="645272" cy="671745"/>
              <a:chOff x="5053733" y="4472706"/>
              <a:chExt cx="764498" cy="795862"/>
            </a:xfrm>
          </p:grpSpPr>
          <p:pic>
            <p:nvPicPr>
              <p:cNvPr id="22572" name="Imagen 22571">
                <a:extLst>
                  <a:ext uri="{FF2B5EF4-FFF2-40B4-BE49-F238E27FC236}">
                    <a16:creationId xmlns:a16="http://schemas.microsoft.com/office/drawing/2014/main" id="{5798DCE9-3E75-7370-2D84-CBABE057334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573" name="Imagen 22572">
                <a:extLst>
                  <a:ext uri="{FF2B5EF4-FFF2-40B4-BE49-F238E27FC236}">
                    <a16:creationId xmlns:a16="http://schemas.microsoft.com/office/drawing/2014/main" id="{EEB2CCE6-A3B9-1DEB-4627-94E3C90AC16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2569" name="Grupo 22568">
              <a:extLst>
                <a:ext uri="{FF2B5EF4-FFF2-40B4-BE49-F238E27FC236}">
                  <a16:creationId xmlns:a16="http://schemas.microsoft.com/office/drawing/2014/main" id="{45AE530A-02F6-CFA1-5CEC-A4314FAD4CDF}"/>
                </a:ext>
              </a:extLst>
            </p:cNvPr>
            <p:cNvGrpSpPr/>
            <p:nvPr/>
          </p:nvGrpSpPr>
          <p:grpSpPr>
            <a:xfrm>
              <a:off x="7418878" y="4727864"/>
              <a:ext cx="645272" cy="671745"/>
              <a:chOff x="5053733" y="4472706"/>
              <a:chExt cx="764498" cy="795862"/>
            </a:xfrm>
          </p:grpSpPr>
          <p:pic>
            <p:nvPicPr>
              <p:cNvPr id="22570" name="Imagen 22569">
                <a:extLst>
                  <a:ext uri="{FF2B5EF4-FFF2-40B4-BE49-F238E27FC236}">
                    <a16:creationId xmlns:a16="http://schemas.microsoft.com/office/drawing/2014/main" id="{B26B3EFB-A890-E94C-D0EA-B8CCF87E32A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571" name="Imagen 22570">
                <a:extLst>
                  <a:ext uri="{FF2B5EF4-FFF2-40B4-BE49-F238E27FC236}">
                    <a16:creationId xmlns:a16="http://schemas.microsoft.com/office/drawing/2014/main" id="{F466769C-FD2F-EA5C-9CED-99D508C2F0D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pic>
        <p:nvPicPr>
          <p:cNvPr id="22536" name="991-142613842_small.mp4">
            <a:hlinkClick r:id="" action="ppaction://media"/>
            <a:extLst>
              <a:ext uri="{FF2B5EF4-FFF2-40B4-BE49-F238E27FC236}">
                <a16:creationId xmlns:a16="http://schemas.microsoft.com/office/drawing/2014/main" id="{AE73F8BC-522A-6FD3-77A6-C423C599B3A5}"/>
              </a:ext>
            </a:extLst>
          </p:cNvPr>
          <p:cNvPicPr>
            <a:picLocks noChangeAspect="1"/>
          </p:cNvPicPr>
          <p:nvPr>
            <a:videoFile r:link="rId2"/>
            <p:extLst>
              <p:ext uri="{DAA4B4D4-6D71-4841-9C94-3DE7FCFB9230}">
                <p14:media xmlns:p14="http://schemas.microsoft.com/office/powerpoint/2010/main" r:embed="rId1"/>
              </p:ext>
            </p:extLst>
          </p:nvPr>
        </p:nvPicPr>
        <p:blipFill>
          <a:blip r:embed="rId6">
            <a:lum bright="-2000" contrast="10000"/>
          </a:blip>
          <a:srcRect l="18963" t="18803" r="-180" b="248"/>
          <a:stretch/>
        </p:blipFill>
        <p:spPr>
          <a:xfrm>
            <a:off x="0" y="-8867"/>
            <a:ext cx="12248258" cy="6866867"/>
          </a:xfrm>
          <a:prstGeom prst="rect">
            <a:avLst/>
          </a:prstGeom>
        </p:spPr>
      </p:pic>
      <p:pic>
        <p:nvPicPr>
          <p:cNvPr id="47" name="Imagen 46">
            <a:extLst>
              <a:ext uri="{FF2B5EF4-FFF2-40B4-BE49-F238E27FC236}">
                <a16:creationId xmlns:a16="http://schemas.microsoft.com/office/drawing/2014/main" id="{CBB1B932-FD2F-10F9-EB89-58B196B0AF63}"/>
              </a:ext>
            </a:extLst>
          </p:cNvPr>
          <p:cNvPicPr>
            <a:picLocks noChangeAspect="1"/>
          </p:cNvPicPr>
          <p:nvPr/>
        </p:nvPicPr>
        <p:blipFill>
          <a:blip r:embed="rId5"/>
          <a:srcRect l="55379" t="77100" r="33474" b="11295"/>
          <a:stretch/>
        </p:blipFill>
        <p:spPr>
          <a:xfrm>
            <a:off x="-17716705" y="615623"/>
            <a:ext cx="266750" cy="342900"/>
          </a:xfrm>
          <a:prstGeom prst="rect">
            <a:avLst/>
          </a:prstGeom>
        </p:spPr>
      </p:pic>
      <p:pic>
        <p:nvPicPr>
          <p:cNvPr id="306" name="Imagen 305">
            <a:extLst>
              <a:ext uri="{FF2B5EF4-FFF2-40B4-BE49-F238E27FC236}">
                <a16:creationId xmlns:a16="http://schemas.microsoft.com/office/drawing/2014/main" id="{59390E44-B38B-D45F-77C1-DC9124FF54B4}"/>
              </a:ext>
            </a:extLst>
          </p:cNvPr>
          <p:cNvPicPr>
            <a:picLocks noChangeAspect="1"/>
          </p:cNvPicPr>
          <p:nvPr/>
        </p:nvPicPr>
        <p:blipFill>
          <a:blip r:embed="rId5"/>
          <a:srcRect l="76337" t="34935" r="12515" b="53460"/>
          <a:stretch/>
        </p:blipFill>
        <p:spPr>
          <a:xfrm>
            <a:off x="4902066" y="11905422"/>
            <a:ext cx="266750" cy="342900"/>
          </a:xfrm>
          <a:prstGeom prst="rect">
            <a:avLst/>
          </a:prstGeom>
        </p:spPr>
      </p:pic>
      <p:sp>
        <p:nvSpPr>
          <p:cNvPr id="22528" name="Rectángulo 22527">
            <a:extLst>
              <a:ext uri="{FF2B5EF4-FFF2-40B4-BE49-F238E27FC236}">
                <a16:creationId xmlns:a16="http://schemas.microsoft.com/office/drawing/2014/main" id="{0E4FF138-A1FC-FDC3-6E01-5BDA825F6626}"/>
              </a:ext>
            </a:extLst>
          </p:cNvPr>
          <p:cNvSpPr/>
          <p:nvPr/>
        </p:nvSpPr>
        <p:spPr>
          <a:xfrm>
            <a:off x="3189768" y="4867666"/>
            <a:ext cx="266750" cy="1990334"/>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pic>
        <p:nvPicPr>
          <p:cNvPr id="343" name="Imagen 342">
            <a:extLst>
              <a:ext uri="{FF2B5EF4-FFF2-40B4-BE49-F238E27FC236}">
                <a16:creationId xmlns:a16="http://schemas.microsoft.com/office/drawing/2014/main" id="{C13C24D6-71E3-77EC-401E-10CCFB035158}"/>
              </a:ext>
            </a:extLst>
          </p:cNvPr>
          <p:cNvPicPr>
            <a:picLocks noChangeAspect="1"/>
          </p:cNvPicPr>
          <p:nvPr/>
        </p:nvPicPr>
        <p:blipFill>
          <a:blip r:embed="rId5"/>
          <a:srcRect l="55122" t="21082" r="33731" b="67313"/>
          <a:stretch/>
        </p:blipFill>
        <p:spPr>
          <a:xfrm>
            <a:off x="10415863" y="10392087"/>
            <a:ext cx="266750" cy="342900"/>
          </a:xfrm>
          <a:prstGeom prst="rect">
            <a:avLst/>
          </a:prstGeom>
        </p:spPr>
      </p:pic>
      <p:pic>
        <p:nvPicPr>
          <p:cNvPr id="345" name="Imagen 344">
            <a:extLst>
              <a:ext uri="{FF2B5EF4-FFF2-40B4-BE49-F238E27FC236}">
                <a16:creationId xmlns:a16="http://schemas.microsoft.com/office/drawing/2014/main" id="{004EC69D-8A76-41F1-D565-29F6A9C72B9D}"/>
              </a:ext>
            </a:extLst>
          </p:cNvPr>
          <p:cNvPicPr>
            <a:picLocks noChangeAspect="1"/>
          </p:cNvPicPr>
          <p:nvPr/>
        </p:nvPicPr>
        <p:blipFill>
          <a:blip r:embed="rId5"/>
          <a:srcRect l="12624" t="34906" r="76229" b="53489"/>
          <a:stretch/>
        </p:blipFill>
        <p:spPr>
          <a:xfrm>
            <a:off x="8032429" y="11241530"/>
            <a:ext cx="266750" cy="342900"/>
          </a:xfrm>
          <a:prstGeom prst="rect">
            <a:avLst/>
          </a:prstGeom>
        </p:spPr>
      </p:pic>
      <p:pic>
        <p:nvPicPr>
          <p:cNvPr id="359" name="Imagen 358">
            <a:extLst>
              <a:ext uri="{FF2B5EF4-FFF2-40B4-BE49-F238E27FC236}">
                <a16:creationId xmlns:a16="http://schemas.microsoft.com/office/drawing/2014/main" id="{59EF1C4B-FB3E-BAD7-511B-44A41721EF09}"/>
              </a:ext>
            </a:extLst>
          </p:cNvPr>
          <p:cNvPicPr>
            <a:picLocks noChangeAspect="1"/>
          </p:cNvPicPr>
          <p:nvPr/>
        </p:nvPicPr>
        <p:blipFill>
          <a:blip r:embed="rId5"/>
          <a:srcRect l="12624" t="34906" r="76229" b="53489"/>
          <a:stretch/>
        </p:blipFill>
        <p:spPr>
          <a:xfrm>
            <a:off x="6672259" y="11538710"/>
            <a:ext cx="266750" cy="342900"/>
          </a:xfrm>
          <a:prstGeom prst="rect">
            <a:avLst/>
          </a:prstGeom>
        </p:spPr>
      </p:pic>
      <p:sp>
        <p:nvSpPr>
          <p:cNvPr id="22529" name="Rectángulo 22528">
            <a:extLst>
              <a:ext uri="{FF2B5EF4-FFF2-40B4-BE49-F238E27FC236}">
                <a16:creationId xmlns:a16="http://schemas.microsoft.com/office/drawing/2014/main" id="{7EA24B24-5D93-6CE0-2D0F-FD5402F8F0DD}"/>
              </a:ext>
            </a:extLst>
          </p:cNvPr>
          <p:cNvSpPr/>
          <p:nvPr/>
        </p:nvSpPr>
        <p:spPr>
          <a:xfrm>
            <a:off x="6805634" y="4944140"/>
            <a:ext cx="266750" cy="191386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grpSp>
        <p:nvGrpSpPr>
          <p:cNvPr id="515" name="Grupo 514">
            <a:extLst>
              <a:ext uri="{FF2B5EF4-FFF2-40B4-BE49-F238E27FC236}">
                <a16:creationId xmlns:a16="http://schemas.microsoft.com/office/drawing/2014/main" id="{7A01FA5C-2D1D-E966-AF60-6DEC4836C6DD}"/>
              </a:ext>
            </a:extLst>
          </p:cNvPr>
          <p:cNvGrpSpPr/>
          <p:nvPr/>
        </p:nvGrpSpPr>
        <p:grpSpPr>
          <a:xfrm>
            <a:off x="1275333" y="1366433"/>
            <a:ext cx="8027436" cy="4104167"/>
            <a:chOff x="95693" y="202520"/>
            <a:chExt cx="11461898" cy="6236106"/>
          </a:xfrm>
        </p:grpSpPr>
        <p:sp>
          <p:nvSpPr>
            <p:cNvPr id="1588" name="Rectángulo 1587">
              <a:extLst>
                <a:ext uri="{FF2B5EF4-FFF2-40B4-BE49-F238E27FC236}">
                  <a16:creationId xmlns:a16="http://schemas.microsoft.com/office/drawing/2014/main" id="{8697ECE4-0823-DEF0-0E41-D791B3DA473F}"/>
                </a:ext>
              </a:extLst>
            </p:cNvPr>
            <p:cNvSpPr/>
            <p:nvPr/>
          </p:nvSpPr>
          <p:spPr>
            <a:xfrm>
              <a:off x="95693" y="223284"/>
              <a:ext cx="11461898" cy="6215342"/>
            </a:xfrm>
            <a:prstGeom prst="rect">
              <a:avLst/>
            </a:prstGeom>
            <a:solidFill>
              <a:schemeClr val="tx1"/>
            </a:solid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39" name="Imagen 38">
              <a:extLst>
                <a:ext uri="{FF2B5EF4-FFF2-40B4-BE49-F238E27FC236}">
                  <a16:creationId xmlns:a16="http://schemas.microsoft.com/office/drawing/2014/main" id="{72EF3500-1BB8-E261-F90A-E7F33825FAE1}"/>
                </a:ext>
              </a:extLst>
            </p:cNvPr>
            <p:cNvPicPr>
              <a:picLocks noChangeAspect="1"/>
            </p:cNvPicPr>
            <p:nvPr/>
          </p:nvPicPr>
          <p:blipFill>
            <a:blip r:embed="rId5"/>
            <a:srcRect l="33923" t="63168" r="54930" b="25227"/>
            <a:stretch/>
          </p:blipFill>
          <p:spPr>
            <a:xfrm>
              <a:off x="170817" y="3873611"/>
              <a:ext cx="266750" cy="342900"/>
            </a:xfrm>
            <a:prstGeom prst="rect">
              <a:avLst/>
            </a:prstGeom>
          </p:spPr>
        </p:pic>
        <p:pic>
          <p:nvPicPr>
            <p:cNvPr id="43" name="Imagen 42">
              <a:extLst>
                <a:ext uri="{FF2B5EF4-FFF2-40B4-BE49-F238E27FC236}">
                  <a16:creationId xmlns:a16="http://schemas.microsoft.com/office/drawing/2014/main" id="{0C5C9A72-3AB6-EC28-8F5F-5852D3765580}"/>
                </a:ext>
              </a:extLst>
            </p:cNvPr>
            <p:cNvPicPr>
              <a:picLocks noChangeAspect="1"/>
            </p:cNvPicPr>
            <p:nvPr/>
          </p:nvPicPr>
          <p:blipFill>
            <a:blip r:embed="rId5"/>
            <a:srcRect l="76360" t="63168" r="12493" b="25227"/>
            <a:stretch/>
          </p:blipFill>
          <p:spPr>
            <a:xfrm>
              <a:off x="1304601" y="3502366"/>
              <a:ext cx="266750" cy="342900"/>
            </a:xfrm>
            <a:prstGeom prst="rect">
              <a:avLst/>
            </a:prstGeom>
          </p:spPr>
        </p:pic>
        <p:pic>
          <p:nvPicPr>
            <p:cNvPr id="44" name="Imagen 43">
              <a:extLst>
                <a:ext uri="{FF2B5EF4-FFF2-40B4-BE49-F238E27FC236}">
                  <a16:creationId xmlns:a16="http://schemas.microsoft.com/office/drawing/2014/main" id="{012CC2E5-78D6-96EC-063A-C37E3A595203}"/>
                </a:ext>
              </a:extLst>
            </p:cNvPr>
            <p:cNvPicPr>
              <a:picLocks noChangeAspect="1"/>
            </p:cNvPicPr>
            <p:nvPr/>
          </p:nvPicPr>
          <p:blipFill>
            <a:blip r:embed="rId5"/>
            <a:srcRect l="23178" t="77100" r="65675" b="11295"/>
            <a:stretch/>
          </p:blipFill>
          <p:spPr>
            <a:xfrm>
              <a:off x="1305033" y="1656161"/>
              <a:ext cx="266750" cy="342900"/>
            </a:xfrm>
            <a:prstGeom prst="rect">
              <a:avLst/>
            </a:prstGeom>
          </p:spPr>
        </p:pic>
        <p:pic>
          <p:nvPicPr>
            <p:cNvPr id="83" name="Imagen 82">
              <a:extLst>
                <a:ext uri="{FF2B5EF4-FFF2-40B4-BE49-F238E27FC236}">
                  <a16:creationId xmlns:a16="http://schemas.microsoft.com/office/drawing/2014/main" id="{93068A9E-34E2-0DED-C9D8-A0319B1F43B3}"/>
                </a:ext>
              </a:extLst>
            </p:cNvPr>
            <p:cNvPicPr>
              <a:picLocks noChangeAspect="1"/>
            </p:cNvPicPr>
            <p:nvPr/>
          </p:nvPicPr>
          <p:blipFill>
            <a:blip r:embed="rId5"/>
            <a:srcRect l="33923" t="63168" r="54930" b="25227"/>
            <a:stretch/>
          </p:blipFill>
          <p:spPr>
            <a:xfrm>
              <a:off x="6406629" y="2384545"/>
              <a:ext cx="266750" cy="342900"/>
            </a:xfrm>
            <a:prstGeom prst="rect">
              <a:avLst/>
            </a:prstGeom>
          </p:spPr>
        </p:pic>
        <p:pic>
          <p:nvPicPr>
            <p:cNvPr id="84" name="Imagen 83">
              <a:extLst>
                <a:ext uri="{FF2B5EF4-FFF2-40B4-BE49-F238E27FC236}">
                  <a16:creationId xmlns:a16="http://schemas.microsoft.com/office/drawing/2014/main" id="{51A21E54-3A62-96DD-F702-0157638AB331}"/>
                </a:ext>
              </a:extLst>
            </p:cNvPr>
            <p:cNvPicPr>
              <a:picLocks noChangeAspect="1"/>
            </p:cNvPicPr>
            <p:nvPr/>
          </p:nvPicPr>
          <p:blipFill>
            <a:blip r:embed="rId5"/>
            <a:srcRect l="44426" t="63168" r="44426" b="25227"/>
            <a:stretch/>
          </p:blipFill>
          <p:spPr>
            <a:xfrm>
              <a:off x="1021155" y="4611739"/>
              <a:ext cx="266750" cy="342900"/>
            </a:xfrm>
            <a:prstGeom prst="rect">
              <a:avLst/>
            </a:prstGeom>
          </p:spPr>
        </p:pic>
        <p:pic>
          <p:nvPicPr>
            <p:cNvPr id="85" name="Imagen 84">
              <a:extLst>
                <a:ext uri="{FF2B5EF4-FFF2-40B4-BE49-F238E27FC236}">
                  <a16:creationId xmlns:a16="http://schemas.microsoft.com/office/drawing/2014/main" id="{0E6CD8D6-35BA-7928-3272-A9F00BF6C16E}"/>
                </a:ext>
              </a:extLst>
            </p:cNvPr>
            <p:cNvPicPr>
              <a:picLocks noChangeAspect="1"/>
            </p:cNvPicPr>
            <p:nvPr/>
          </p:nvPicPr>
          <p:blipFill>
            <a:blip r:embed="rId5"/>
            <a:srcRect l="55142" t="63168" r="33711" b="25227"/>
            <a:stretch/>
          </p:blipFill>
          <p:spPr>
            <a:xfrm>
              <a:off x="1021155" y="4970263"/>
              <a:ext cx="266750" cy="342900"/>
            </a:xfrm>
            <a:prstGeom prst="rect">
              <a:avLst/>
            </a:prstGeom>
          </p:spPr>
        </p:pic>
        <p:pic>
          <p:nvPicPr>
            <p:cNvPr id="86" name="Imagen 85">
              <a:extLst>
                <a:ext uri="{FF2B5EF4-FFF2-40B4-BE49-F238E27FC236}">
                  <a16:creationId xmlns:a16="http://schemas.microsoft.com/office/drawing/2014/main" id="{BEBAD641-18AA-60EE-2AF6-4D6035484BAC}"/>
                </a:ext>
              </a:extLst>
            </p:cNvPr>
            <p:cNvPicPr>
              <a:picLocks noChangeAspect="1"/>
            </p:cNvPicPr>
            <p:nvPr/>
          </p:nvPicPr>
          <p:blipFill>
            <a:blip r:embed="rId5"/>
            <a:srcRect l="65725" t="63168" r="23128" b="25227"/>
            <a:stretch/>
          </p:blipFill>
          <p:spPr>
            <a:xfrm>
              <a:off x="1021155" y="3502366"/>
              <a:ext cx="266750" cy="342900"/>
            </a:xfrm>
            <a:prstGeom prst="rect">
              <a:avLst/>
            </a:prstGeom>
          </p:spPr>
        </p:pic>
        <p:pic>
          <p:nvPicPr>
            <p:cNvPr id="90" name="Imagen 89">
              <a:extLst>
                <a:ext uri="{FF2B5EF4-FFF2-40B4-BE49-F238E27FC236}">
                  <a16:creationId xmlns:a16="http://schemas.microsoft.com/office/drawing/2014/main" id="{E00EAA3F-8883-DAC8-A5B0-B6B074D667EA}"/>
                </a:ext>
              </a:extLst>
            </p:cNvPr>
            <p:cNvPicPr>
              <a:picLocks noChangeAspect="1"/>
            </p:cNvPicPr>
            <p:nvPr/>
          </p:nvPicPr>
          <p:blipFill>
            <a:blip r:embed="rId5"/>
            <a:srcRect l="44778" t="77100" r="44075" b="11295"/>
            <a:stretch/>
          </p:blipFill>
          <p:spPr>
            <a:xfrm>
              <a:off x="454371" y="1656161"/>
              <a:ext cx="266750" cy="342900"/>
            </a:xfrm>
            <a:prstGeom prst="rect">
              <a:avLst/>
            </a:prstGeom>
          </p:spPr>
        </p:pic>
        <p:pic>
          <p:nvPicPr>
            <p:cNvPr id="91" name="Imagen 90">
              <a:extLst>
                <a:ext uri="{FF2B5EF4-FFF2-40B4-BE49-F238E27FC236}">
                  <a16:creationId xmlns:a16="http://schemas.microsoft.com/office/drawing/2014/main" id="{7E53C253-62E6-C515-0026-98C9BAA2BEEB}"/>
                </a:ext>
              </a:extLst>
            </p:cNvPr>
            <p:cNvPicPr>
              <a:picLocks noChangeAspect="1"/>
            </p:cNvPicPr>
            <p:nvPr/>
          </p:nvPicPr>
          <p:blipFill>
            <a:blip r:embed="rId5"/>
            <a:srcRect l="55379" t="77100" r="33474" b="11295"/>
            <a:stretch/>
          </p:blipFill>
          <p:spPr>
            <a:xfrm>
              <a:off x="454263" y="2384545"/>
              <a:ext cx="266750" cy="342900"/>
            </a:xfrm>
            <a:prstGeom prst="rect">
              <a:avLst/>
            </a:prstGeom>
          </p:spPr>
        </p:pic>
        <p:pic>
          <p:nvPicPr>
            <p:cNvPr id="92" name="Imagen 91">
              <a:extLst>
                <a:ext uri="{FF2B5EF4-FFF2-40B4-BE49-F238E27FC236}">
                  <a16:creationId xmlns:a16="http://schemas.microsoft.com/office/drawing/2014/main" id="{596DFF86-F4E2-E8EB-4B9E-7A8F0CEB6752}"/>
                </a:ext>
              </a:extLst>
            </p:cNvPr>
            <p:cNvPicPr>
              <a:picLocks noChangeAspect="1"/>
            </p:cNvPicPr>
            <p:nvPr/>
          </p:nvPicPr>
          <p:blipFill>
            <a:blip r:embed="rId5"/>
            <a:srcRect l="66027" t="77100" r="22826" b="11295"/>
            <a:stretch/>
          </p:blipFill>
          <p:spPr>
            <a:xfrm>
              <a:off x="454263" y="3873611"/>
              <a:ext cx="266750" cy="342900"/>
            </a:xfrm>
            <a:prstGeom prst="rect">
              <a:avLst/>
            </a:prstGeom>
          </p:spPr>
        </p:pic>
        <p:sp>
          <p:nvSpPr>
            <p:cNvPr id="100" name="CuadroTexto 99">
              <a:extLst>
                <a:ext uri="{FF2B5EF4-FFF2-40B4-BE49-F238E27FC236}">
                  <a16:creationId xmlns:a16="http://schemas.microsoft.com/office/drawing/2014/main" id="{06701795-D795-5C89-3F9D-A41658231876}"/>
                </a:ext>
              </a:extLst>
            </p:cNvPr>
            <p:cNvSpPr txBox="1"/>
            <p:nvPr/>
          </p:nvSpPr>
          <p:spPr>
            <a:xfrm>
              <a:off x="612825" y="202520"/>
              <a:ext cx="7037434" cy="701480"/>
            </a:xfrm>
            <a:prstGeom prst="rect">
              <a:avLst/>
            </a:prstGeom>
            <a:noFill/>
          </p:spPr>
          <p:txBody>
            <a:bodyPr wrap="square" rtlCol="0">
              <a:spAutoFit/>
            </a:bodyPr>
            <a:lstStyle/>
            <a:p>
              <a:r>
                <a:rPr lang="en-CA" sz="2400" b="1" dirty="0">
                  <a:solidFill>
                    <a:schemeClr val="bg1"/>
                  </a:solidFill>
                  <a:latin typeface="Gill Sans" panose="020B0502020104020203" pitchFamily="34" charset="-79"/>
                  <a:cs typeface="Gill Sans" panose="020B0502020104020203" pitchFamily="34" charset="-79"/>
                </a:rPr>
                <a:t>DEPARTURES</a:t>
              </a:r>
              <a:endParaRPr lang="en-CA" b="1" dirty="0">
                <a:solidFill>
                  <a:schemeClr val="bg1"/>
                </a:solidFill>
                <a:latin typeface="Gill Sans" panose="020B0502020104020203" pitchFamily="34" charset="-79"/>
                <a:cs typeface="Gill Sans" panose="020B0502020104020203" pitchFamily="34" charset="-79"/>
              </a:endParaRPr>
            </a:p>
          </p:txBody>
        </p:sp>
        <p:pic>
          <p:nvPicPr>
            <p:cNvPr id="101" name="Imagen 100">
              <a:extLst>
                <a:ext uri="{FF2B5EF4-FFF2-40B4-BE49-F238E27FC236}">
                  <a16:creationId xmlns:a16="http://schemas.microsoft.com/office/drawing/2014/main" id="{BE1728DA-99FF-5F05-121F-81C5576C67E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012989" y="305804"/>
              <a:ext cx="588249" cy="521022"/>
            </a:xfrm>
            <a:prstGeom prst="rect">
              <a:avLst/>
            </a:prstGeom>
          </p:spPr>
        </p:pic>
        <p:sp>
          <p:nvSpPr>
            <p:cNvPr id="102" name="CuadroTexto 101">
              <a:extLst>
                <a:ext uri="{FF2B5EF4-FFF2-40B4-BE49-F238E27FC236}">
                  <a16:creationId xmlns:a16="http://schemas.microsoft.com/office/drawing/2014/main" id="{97D415E6-ACF1-5BEB-404B-52ED03DC3BEB}"/>
                </a:ext>
              </a:extLst>
            </p:cNvPr>
            <p:cNvSpPr txBox="1"/>
            <p:nvPr/>
          </p:nvSpPr>
          <p:spPr>
            <a:xfrm>
              <a:off x="322376" y="863036"/>
              <a:ext cx="937550" cy="514418"/>
            </a:xfrm>
            <a:prstGeom prst="rect">
              <a:avLst/>
            </a:prstGeom>
            <a:noFill/>
          </p:spPr>
          <p:txBody>
            <a:bodyPr wrap="square" rtlCol="0">
              <a:spAutoFit/>
            </a:bodyPr>
            <a:lstStyle/>
            <a:p>
              <a:r>
                <a:rPr lang="en-CA" sz="1600" dirty="0">
                  <a:solidFill>
                    <a:schemeClr val="bg1"/>
                  </a:solidFill>
                </a:rPr>
                <a:t>Time</a:t>
              </a:r>
            </a:p>
          </p:txBody>
        </p:sp>
        <p:sp>
          <p:nvSpPr>
            <p:cNvPr id="103" name="CuadroTexto 102">
              <a:extLst>
                <a:ext uri="{FF2B5EF4-FFF2-40B4-BE49-F238E27FC236}">
                  <a16:creationId xmlns:a16="http://schemas.microsoft.com/office/drawing/2014/main" id="{DC8BA615-AF6A-ED56-B212-DEA3434A57F2}"/>
                </a:ext>
              </a:extLst>
            </p:cNvPr>
            <p:cNvSpPr txBox="1"/>
            <p:nvPr/>
          </p:nvSpPr>
          <p:spPr>
            <a:xfrm>
              <a:off x="2269427" y="863036"/>
              <a:ext cx="1864363" cy="514418"/>
            </a:xfrm>
            <a:prstGeom prst="rect">
              <a:avLst/>
            </a:prstGeom>
            <a:noFill/>
          </p:spPr>
          <p:txBody>
            <a:bodyPr wrap="square" rtlCol="0">
              <a:spAutoFit/>
            </a:bodyPr>
            <a:lstStyle/>
            <a:p>
              <a:r>
                <a:rPr lang="en-CA" sz="1600" dirty="0">
                  <a:solidFill>
                    <a:schemeClr val="bg1"/>
                  </a:solidFill>
                </a:rPr>
                <a:t>Destination</a:t>
              </a:r>
            </a:p>
          </p:txBody>
        </p:sp>
        <p:sp>
          <p:nvSpPr>
            <p:cNvPr id="104" name="CuadroTexto 103">
              <a:extLst>
                <a:ext uri="{FF2B5EF4-FFF2-40B4-BE49-F238E27FC236}">
                  <a16:creationId xmlns:a16="http://schemas.microsoft.com/office/drawing/2014/main" id="{2B7B6568-F083-AB0B-60EA-8FFE22BFC68D}"/>
                </a:ext>
              </a:extLst>
            </p:cNvPr>
            <p:cNvSpPr txBox="1"/>
            <p:nvPr/>
          </p:nvSpPr>
          <p:spPr>
            <a:xfrm>
              <a:off x="5341468" y="863036"/>
              <a:ext cx="1711135" cy="514418"/>
            </a:xfrm>
            <a:prstGeom prst="rect">
              <a:avLst/>
            </a:prstGeom>
            <a:noFill/>
          </p:spPr>
          <p:txBody>
            <a:bodyPr wrap="square" rtlCol="0">
              <a:spAutoFit/>
            </a:bodyPr>
            <a:lstStyle/>
            <a:p>
              <a:r>
                <a:rPr lang="en-CA" sz="1600" dirty="0">
                  <a:solidFill>
                    <a:schemeClr val="bg1"/>
                  </a:solidFill>
                </a:rPr>
                <a:t>Flight  No.</a:t>
              </a:r>
            </a:p>
          </p:txBody>
        </p:sp>
        <p:sp>
          <p:nvSpPr>
            <p:cNvPr id="105" name="CuadroTexto 104">
              <a:extLst>
                <a:ext uri="{FF2B5EF4-FFF2-40B4-BE49-F238E27FC236}">
                  <a16:creationId xmlns:a16="http://schemas.microsoft.com/office/drawing/2014/main" id="{6C72A9AC-E5D6-69BB-9399-45EC0E92ABE5}"/>
                </a:ext>
              </a:extLst>
            </p:cNvPr>
            <p:cNvSpPr txBox="1"/>
            <p:nvPr/>
          </p:nvSpPr>
          <p:spPr>
            <a:xfrm>
              <a:off x="7696441" y="863036"/>
              <a:ext cx="937550" cy="514418"/>
            </a:xfrm>
            <a:prstGeom prst="rect">
              <a:avLst/>
            </a:prstGeom>
            <a:noFill/>
          </p:spPr>
          <p:txBody>
            <a:bodyPr wrap="square" rtlCol="0">
              <a:spAutoFit/>
            </a:bodyPr>
            <a:lstStyle/>
            <a:p>
              <a:r>
                <a:rPr lang="en-CA" sz="1600" dirty="0">
                  <a:solidFill>
                    <a:schemeClr val="bg1"/>
                  </a:solidFill>
                </a:rPr>
                <a:t>Gate</a:t>
              </a:r>
            </a:p>
          </p:txBody>
        </p:sp>
        <p:sp>
          <p:nvSpPr>
            <p:cNvPr id="106" name="CuadroTexto 105">
              <a:extLst>
                <a:ext uri="{FF2B5EF4-FFF2-40B4-BE49-F238E27FC236}">
                  <a16:creationId xmlns:a16="http://schemas.microsoft.com/office/drawing/2014/main" id="{BDA7C1E2-3F3E-17D9-2334-5B269E525453}"/>
                </a:ext>
              </a:extLst>
            </p:cNvPr>
            <p:cNvSpPr txBox="1"/>
            <p:nvPr/>
          </p:nvSpPr>
          <p:spPr>
            <a:xfrm>
              <a:off x="9105354" y="863036"/>
              <a:ext cx="1711135" cy="514418"/>
            </a:xfrm>
            <a:prstGeom prst="rect">
              <a:avLst/>
            </a:prstGeom>
            <a:noFill/>
          </p:spPr>
          <p:txBody>
            <a:bodyPr wrap="square" rtlCol="0">
              <a:spAutoFit/>
            </a:bodyPr>
            <a:lstStyle/>
            <a:p>
              <a:r>
                <a:rPr lang="en-CA" sz="1600" dirty="0">
                  <a:solidFill>
                    <a:schemeClr val="bg1"/>
                  </a:solidFill>
                </a:rPr>
                <a:t>Remarks</a:t>
              </a:r>
            </a:p>
          </p:txBody>
        </p:sp>
        <p:pic>
          <p:nvPicPr>
            <p:cNvPr id="107" name="Imagen 106">
              <a:extLst>
                <a:ext uri="{FF2B5EF4-FFF2-40B4-BE49-F238E27FC236}">
                  <a16:creationId xmlns:a16="http://schemas.microsoft.com/office/drawing/2014/main" id="{9E1C066A-5030-102B-53B6-451F180AD48E}"/>
                </a:ext>
              </a:extLst>
            </p:cNvPr>
            <p:cNvPicPr>
              <a:picLocks noChangeAspect="1"/>
            </p:cNvPicPr>
            <p:nvPr/>
          </p:nvPicPr>
          <p:blipFill>
            <a:blip r:embed="rId5"/>
            <a:srcRect l="34130" t="77100" r="54723" b="11295"/>
            <a:stretch/>
          </p:blipFill>
          <p:spPr>
            <a:xfrm>
              <a:off x="454586" y="1291071"/>
              <a:ext cx="266750" cy="342900"/>
            </a:xfrm>
            <a:prstGeom prst="rect">
              <a:avLst/>
            </a:prstGeom>
          </p:spPr>
        </p:pic>
        <p:pic>
          <p:nvPicPr>
            <p:cNvPr id="109" name="Imagen 108">
              <a:extLst>
                <a:ext uri="{FF2B5EF4-FFF2-40B4-BE49-F238E27FC236}">
                  <a16:creationId xmlns:a16="http://schemas.microsoft.com/office/drawing/2014/main" id="{F359146A-8B82-5DB6-9071-C304F573602E}"/>
                </a:ext>
              </a:extLst>
            </p:cNvPr>
            <p:cNvPicPr>
              <a:picLocks noChangeAspect="1"/>
            </p:cNvPicPr>
            <p:nvPr/>
          </p:nvPicPr>
          <p:blipFill>
            <a:blip r:embed="rId5"/>
            <a:srcRect l="23347" t="63101" r="65506" b="25294"/>
            <a:stretch/>
          </p:blipFill>
          <p:spPr>
            <a:xfrm>
              <a:off x="737709" y="2758116"/>
              <a:ext cx="266750" cy="342900"/>
            </a:xfrm>
            <a:prstGeom prst="rect">
              <a:avLst/>
            </a:prstGeom>
          </p:spPr>
        </p:pic>
        <p:pic>
          <p:nvPicPr>
            <p:cNvPr id="110" name="Imagen 109">
              <a:extLst>
                <a:ext uri="{FF2B5EF4-FFF2-40B4-BE49-F238E27FC236}">
                  <a16:creationId xmlns:a16="http://schemas.microsoft.com/office/drawing/2014/main" id="{4563CCA6-ECEA-5879-6846-2754CF793E59}"/>
                </a:ext>
              </a:extLst>
            </p:cNvPr>
            <p:cNvPicPr>
              <a:picLocks noChangeAspect="1"/>
            </p:cNvPicPr>
            <p:nvPr/>
          </p:nvPicPr>
          <p:blipFill>
            <a:blip r:embed="rId5"/>
            <a:srcRect l="23347" t="63101" r="65506" b="25294"/>
            <a:stretch/>
          </p:blipFill>
          <p:spPr>
            <a:xfrm>
              <a:off x="737925" y="1656161"/>
              <a:ext cx="266750" cy="342900"/>
            </a:xfrm>
            <a:prstGeom prst="rect">
              <a:avLst/>
            </a:prstGeom>
          </p:spPr>
        </p:pic>
        <p:pic>
          <p:nvPicPr>
            <p:cNvPr id="111" name="Imagen 110">
              <a:extLst>
                <a:ext uri="{FF2B5EF4-FFF2-40B4-BE49-F238E27FC236}">
                  <a16:creationId xmlns:a16="http://schemas.microsoft.com/office/drawing/2014/main" id="{6588D838-1E33-FC80-7512-8075A346C114}"/>
                </a:ext>
              </a:extLst>
            </p:cNvPr>
            <p:cNvPicPr>
              <a:picLocks noChangeAspect="1"/>
            </p:cNvPicPr>
            <p:nvPr/>
          </p:nvPicPr>
          <p:blipFill>
            <a:blip r:embed="rId5"/>
            <a:srcRect l="23347" t="63101" r="65506" b="25294"/>
            <a:stretch/>
          </p:blipFill>
          <p:spPr>
            <a:xfrm>
              <a:off x="738355" y="1291071"/>
              <a:ext cx="266750" cy="342900"/>
            </a:xfrm>
            <a:prstGeom prst="rect">
              <a:avLst/>
            </a:prstGeom>
          </p:spPr>
        </p:pic>
        <p:pic>
          <p:nvPicPr>
            <p:cNvPr id="112" name="Imagen 111">
              <a:extLst>
                <a:ext uri="{FF2B5EF4-FFF2-40B4-BE49-F238E27FC236}">
                  <a16:creationId xmlns:a16="http://schemas.microsoft.com/office/drawing/2014/main" id="{51EC82A0-C3DF-30D7-E00D-263DDF812152}"/>
                </a:ext>
              </a:extLst>
            </p:cNvPr>
            <p:cNvPicPr>
              <a:picLocks noChangeAspect="1"/>
            </p:cNvPicPr>
            <p:nvPr/>
          </p:nvPicPr>
          <p:blipFill>
            <a:blip r:embed="rId5"/>
            <a:srcRect l="23347" t="63101" r="65506" b="25294"/>
            <a:stretch/>
          </p:blipFill>
          <p:spPr>
            <a:xfrm>
              <a:off x="737709" y="3140200"/>
              <a:ext cx="266750" cy="342900"/>
            </a:xfrm>
            <a:prstGeom prst="rect">
              <a:avLst/>
            </a:prstGeom>
          </p:spPr>
        </p:pic>
        <p:pic>
          <p:nvPicPr>
            <p:cNvPr id="113" name="Imagen 112">
              <a:extLst>
                <a:ext uri="{FF2B5EF4-FFF2-40B4-BE49-F238E27FC236}">
                  <a16:creationId xmlns:a16="http://schemas.microsoft.com/office/drawing/2014/main" id="{021F2D20-A881-7A5A-1359-6225684A950D}"/>
                </a:ext>
              </a:extLst>
            </p:cNvPr>
            <p:cNvPicPr>
              <a:picLocks noChangeAspect="1"/>
            </p:cNvPicPr>
            <p:nvPr/>
          </p:nvPicPr>
          <p:blipFill>
            <a:blip r:embed="rId5"/>
            <a:srcRect l="23347" t="63101" r="65506" b="25294"/>
            <a:stretch/>
          </p:blipFill>
          <p:spPr>
            <a:xfrm>
              <a:off x="737709" y="3502366"/>
              <a:ext cx="266750" cy="342900"/>
            </a:xfrm>
            <a:prstGeom prst="rect">
              <a:avLst/>
            </a:prstGeom>
          </p:spPr>
        </p:pic>
        <p:pic>
          <p:nvPicPr>
            <p:cNvPr id="114" name="Imagen 113">
              <a:extLst>
                <a:ext uri="{FF2B5EF4-FFF2-40B4-BE49-F238E27FC236}">
                  <a16:creationId xmlns:a16="http://schemas.microsoft.com/office/drawing/2014/main" id="{BD351616-60AD-9A14-4591-E5416326810A}"/>
                </a:ext>
              </a:extLst>
            </p:cNvPr>
            <p:cNvPicPr>
              <a:picLocks noChangeAspect="1"/>
            </p:cNvPicPr>
            <p:nvPr/>
          </p:nvPicPr>
          <p:blipFill>
            <a:blip r:embed="rId5"/>
            <a:srcRect l="23347" t="63101" r="65506" b="25294"/>
            <a:stretch/>
          </p:blipFill>
          <p:spPr>
            <a:xfrm>
              <a:off x="737709" y="2025139"/>
              <a:ext cx="266750" cy="342900"/>
            </a:xfrm>
            <a:prstGeom prst="rect">
              <a:avLst/>
            </a:prstGeom>
          </p:spPr>
        </p:pic>
        <p:pic>
          <p:nvPicPr>
            <p:cNvPr id="115" name="Imagen 114">
              <a:extLst>
                <a:ext uri="{FF2B5EF4-FFF2-40B4-BE49-F238E27FC236}">
                  <a16:creationId xmlns:a16="http://schemas.microsoft.com/office/drawing/2014/main" id="{6137D7F6-9C5E-F340-47CC-FE8D886246EA}"/>
                </a:ext>
              </a:extLst>
            </p:cNvPr>
            <p:cNvPicPr>
              <a:picLocks noChangeAspect="1"/>
            </p:cNvPicPr>
            <p:nvPr/>
          </p:nvPicPr>
          <p:blipFill>
            <a:blip r:embed="rId5"/>
            <a:srcRect l="23347" t="63101" r="65506" b="25294"/>
            <a:stretch/>
          </p:blipFill>
          <p:spPr>
            <a:xfrm>
              <a:off x="737709" y="2384545"/>
              <a:ext cx="266750" cy="342900"/>
            </a:xfrm>
            <a:prstGeom prst="rect">
              <a:avLst/>
            </a:prstGeom>
          </p:spPr>
        </p:pic>
        <p:pic>
          <p:nvPicPr>
            <p:cNvPr id="116" name="Imagen 115">
              <a:extLst>
                <a:ext uri="{FF2B5EF4-FFF2-40B4-BE49-F238E27FC236}">
                  <a16:creationId xmlns:a16="http://schemas.microsoft.com/office/drawing/2014/main" id="{D0F33AE5-60CD-95A4-794A-E8BAEA3CD49C}"/>
                </a:ext>
              </a:extLst>
            </p:cNvPr>
            <p:cNvPicPr>
              <a:picLocks noChangeAspect="1"/>
            </p:cNvPicPr>
            <p:nvPr/>
          </p:nvPicPr>
          <p:blipFill>
            <a:blip r:embed="rId5"/>
            <a:srcRect l="23347" t="63101" r="65506" b="25294"/>
            <a:stretch/>
          </p:blipFill>
          <p:spPr>
            <a:xfrm>
              <a:off x="737709" y="5311489"/>
              <a:ext cx="266750" cy="342900"/>
            </a:xfrm>
            <a:prstGeom prst="rect">
              <a:avLst/>
            </a:prstGeom>
          </p:spPr>
        </p:pic>
        <p:pic>
          <p:nvPicPr>
            <p:cNvPr id="117" name="Imagen 116">
              <a:extLst>
                <a:ext uri="{FF2B5EF4-FFF2-40B4-BE49-F238E27FC236}">
                  <a16:creationId xmlns:a16="http://schemas.microsoft.com/office/drawing/2014/main" id="{589B3CA3-925A-8710-B634-390C8F810366}"/>
                </a:ext>
              </a:extLst>
            </p:cNvPr>
            <p:cNvPicPr>
              <a:picLocks noChangeAspect="1"/>
            </p:cNvPicPr>
            <p:nvPr/>
          </p:nvPicPr>
          <p:blipFill>
            <a:blip r:embed="rId5"/>
            <a:srcRect l="23347" t="63101" r="65506" b="25294"/>
            <a:stretch/>
          </p:blipFill>
          <p:spPr>
            <a:xfrm>
              <a:off x="737709" y="4255458"/>
              <a:ext cx="266750" cy="342900"/>
            </a:xfrm>
            <a:prstGeom prst="rect">
              <a:avLst/>
            </a:prstGeom>
          </p:spPr>
        </p:pic>
        <p:pic>
          <p:nvPicPr>
            <p:cNvPr id="118" name="Imagen 117">
              <a:extLst>
                <a:ext uri="{FF2B5EF4-FFF2-40B4-BE49-F238E27FC236}">
                  <a16:creationId xmlns:a16="http://schemas.microsoft.com/office/drawing/2014/main" id="{AB095912-2761-CBFC-8D51-A2274FC5EC77}"/>
                </a:ext>
              </a:extLst>
            </p:cNvPr>
            <p:cNvPicPr>
              <a:picLocks noChangeAspect="1"/>
            </p:cNvPicPr>
            <p:nvPr/>
          </p:nvPicPr>
          <p:blipFill>
            <a:blip r:embed="rId5"/>
            <a:srcRect l="23347" t="63101" r="65506" b="25294"/>
            <a:stretch/>
          </p:blipFill>
          <p:spPr>
            <a:xfrm>
              <a:off x="737709" y="3873611"/>
              <a:ext cx="266750" cy="342900"/>
            </a:xfrm>
            <a:prstGeom prst="rect">
              <a:avLst/>
            </a:prstGeom>
          </p:spPr>
        </p:pic>
        <p:pic>
          <p:nvPicPr>
            <p:cNvPr id="119" name="Imagen 118">
              <a:extLst>
                <a:ext uri="{FF2B5EF4-FFF2-40B4-BE49-F238E27FC236}">
                  <a16:creationId xmlns:a16="http://schemas.microsoft.com/office/drawing/2014/main" id="{70AFFF37-6AA1-1FCE-1D96-C7198D0FDDC1}"/>
                </a:ext>
              </a:extLst>
            </p:cNvPr>
            <p:cNvPicPr>
              <a:picLocks noChangeAspect="1"/>
            </p:cNvPicPr>
            <p:nvPr/>
          </p:nvPicPr>
          <p:blipFill>
            <a:blip r:embed="rId5"/>
            <a:srcRect l="23347" t="63101" r="65506" b="25294"/>
            <a:stretch/>
          </p:blipFill>
          <p:spPr>
            <a:xfrm>
              <a:off x="737709" y="5686427"/>
              <a:ext cx="266750" cy="342900"/>
            </a:xfrm>
            <a:prstGeom prst="rect">
              <a:avLst/>
            </a:prstGeom>
          </p:spPr>
        </p:pic>
        <p:pic>
          <p:nvPicPr>
            <p:cNvPr id="120" name="Imagen 119">
              <a:extLst>
                <a:ext uri="{FF2B5EF4-FFF2-40B4-BE49-F238E27FC236}">
                  <a16:creationId xmlns:a16="http://schemas.microsoft.com/office/drawing/2014/main" id="{B3529A97-B71E-ED83-F8C6-A78340793660}"/>
                </a:ext>
              </a:extLst>
            </p:cNvPr>
            <p:cNvPicPr>
              <a:picLocks noChangeAspect="1"/>
            </p:cNvPicPr>
            <p:nvPr/>
          </p:nvPicPr>
          <p:blipFill>
            <a:blip r:embed="rId5"/>
            <a:srcRect l="23347" t="63101" r="65506" b="25294"/>
            <a:stretch/>
          </p:blipFill>
          <p:spPr>
            <a:xfrm>
              <a:off x="737709" y="6062704"/>
              <a:ext cx="266750" cy="342900"/>
            </a:xfrm>
            <a:prstGeom prst="rect">
              <a:avLst/>
            </a:prstGeom>
          </p:spPr>
        </p:pic>
        <p:pic>
          <p:nvPicPr>
            <p:cNvPr id="121" name="Imagen 120">
              <a:extLst>
                <a:ext uri="{FF2B5EF4-FFF2-40B4-BE49-F238E27FC236}">
                  <a16:creationId xmlns:a16="http://schemas.microsoft.com/office/drawing/2014/main" id="{16B4888B-4710-90E7-7C94-C5DFE8EB6B62}"/>
                </a:ext>
              </a:extLst>
            </p:cNvPr>
            <p:cNvPicPr>
              <a:picLocks noChangeAspect="1"/>
            </p:cNvPicPr>
            <p:nvPr/>
          </p:nvPicPr>
          <p:blipFill>
            <a:blip r:embed="rId5"/>
            <a:srcRect l="23347" t="63101" r="65506" b="25294"/>
            <a:stretch/>
          </p:blipFill>
          <p:spPr>
            <a:xfrm>
              <a:off x="737709" y="4611739"/>
              <a:ext cx="266750" cy="342900"/>
            </a:xfrm>
            <a:prstGeom prst="rect">
              <a:avLst/>
            </a:prstGeom>
          </p:spPr>
        </p:pic>
        <p:pic>
          <p:nvPicPr>
            <p:cNvPr id="122" name="Imagen 121">
              <a:extLst>
                <a:ext uri="{FF2B5EF4-FFF2-40B4-BE49-F238E27FC236}">
                  <a16:creationId xmlns:a16="http://schemas.microsoft.com/office/drawing/2014/main" id="{5F671CF7-3178-77BD-106D-0BFAD07E633A}"/>
                </a:ext>
              </a:extLst>
            </p:cNvPr>
            <p:cNvPicPr>
              <a:picLocks noChangeAspect="1"/>
            </p:cNvPicPr>
            <p:nvPr/>
          </p:nvPicPr>
          <p:blipFill>
            <a:blip r:embed="rId5"/>
            <a:srcRect l="23347" t="63101" r="65506" b="25294"/>
            <a:stretch/>
          </p:blipFill>
          <p:spPr>
            <a:xfrm>
              <a:off x="737709" y="4970263"/>
              <a:ext cx="266750" cy="342900"/>
            </a:xfrm>
            <a:prstGeom prst="rect">
              <a:avLst/>
            </a:prstGeom>
          </p:spPr>
        </p:pic>
        <p:pic>
          <p:nvPicPr>
            <p:cNvPr id="123" name="Imagen 122">
              <a:extLst>
                <a:ext uri="{FF2B5EF4-FFF2-40B4-BE49-F238E27FC236}">
                  <a16:creationId xmlns:a16="http://schemas.microsoft.com/office/drawing/2014/main" id="{7201FB1A-BAF5-25E5-2F23-2E3C1F951E33}"/>
                </a:ext>
              </a:extLst>
            </p:cNvPr>
            <p:cNvPicPr>
              <a:picLocks noChangeAspect="1"/>
            </p:cNvPicPr>
            <p:nvPr/>
          </p:nvPicPr>
          <p:blipFill>
            <a:blip r:embed="rId5"/>
            <a:srcRect l="44778" t="77100" r="44075" b="11295"/>
            <a:stretch/>
          </p:blipFill>
          <p:spPr>
            <a:xfrm>
              <a:off x="454263" y="2025139"/>
              <a:ext cx="266750" cy="342900"/>
            </a:xfrm>
            <a:prstGeom prst="rect">
              <a:avLst/>
            </a:prstGeom>
          </p:spPr>
        </p:pic>
        <p:pic>
          <p:nvPicPr>
            <p:cNvPr id="124" name="Imagen 123">
              <a:extLst>
                <a:ext uri="{FF2B5EF4-FFF2-40B4-BE49-F238E27FC236}">
                  <a16:creationId xmlns:a16="http://schemas.microsoft.com/office/drawing/2014/main" id="{CC3D3FEE-CC0B-3D76-E162-D1287889A345}"/>
                </a:ext>
              </a:extLst>
            </p:cNvPr>
            <p:cNvPicPr>
              <a:picLocks noChangeAspect="1"/>
            </p:cNvPicPr>
            <p:nvPr/>
          </p:nvPicPr>
          <p:blipFill>
            <a:blip r:embed="rId5"/>
            <a:srcRect l="33923" t="63168" r="54930" b="25227"/>
            <a:stretch/>
          </p:blipFill>
          <p:spPr>
            <a:xfrm>
              <a:off x="170817" y="4255458"/>
              <a:ext cx="266750" cy="342900"/>
            </a:xfrm>
            <a:prstGeom prst="rect">
              <a:avLst/>
            </a:prstGeom>
          </p:spPr>
        </p:pic>
        <p:pic>
          <p:nvPicPr>
            <p:cNvPr id="125" name="Imagen 124">
              <a:extLst>
                <a:ext uri="{FF2B5EF4-FFF2-40B4-BE49-F238E27FC236}">
                  <a16:creationId xmlns:a16="http://schemas.microsoft.com/office/drawing/2014/main" id="{BD08A202-629E-9890-657C-59A173936327}"/>
                </a:ext>
              </a:extLst>
            </p:cNvPr>
            <p:cNvPicPr>
              <a:picLocks noChangeAspect="1"/>
            </p:cNvPicPr>
            <p:nvPr/>
          </p:nvPicPr>
          <p:blipFill>
            <a:blip r:embed="rId5"/>
            <a:srcRect l="66027" t="77100" r="22826" b="11295"/>
            <a:stretch/>
          </p:blipFill>
          <p:spPr>
            <a:xfrm>
              <a:off x="454263" y="4255458"/>
              <a:ext cx="266750" cy="342900"/>
            </a:xfrm>
            <a:prstGeom prst="rect">
              <a:avLst/>
            </a:prstGeom>
          </p:spPr>
        </p:pic>
        <p:pic>
          <p:nvPicPr>
            <p:cNvPr id="126" name="Imagen 125">
              <a:extLst>
                <a:ext uri="{FF2B5EF4-FFF2-40B4-BE49-F238E27FC236}">
                  <a16:creationId xmlns:a16="http://schemas.microsoft.com/office/drawing/2014/main" id="{91A92395-6D16-5525-DDAE-F18CF56B720D}"/>
                </a:ext>
              </a:extLst>
            </p:cNvPr>
            <p:cNvPicPr>
              <a:picLocks noChangeAspect="1"/>
            </p:cNvPicPr>
            <p:nvPr/>
          </p:nvPicPr>
          <p:blipFill>
            <a:blip r:embed="rId5"/>
            <a:srcRect l="33923" t="63168" r="54930" b="25227"/>
            <a:stretch/>
          </p:blipFill>
          <p:spPr>
            <a:xfrm>
              <a:off x="170817" y="4611739"/>
              <a:ext cx="266750" cy="342900"/>
            </a:xfrm>
            <a:prstGeom prst="rect">
              <a:avLst/>
            </a:prstGeom>
          </p:spPr>
        </p:pic>
        <p:pic>
          <p:nvPicPr>
            <p:cNvPr id="127" name="Imagen 126">
              <a:extLst>
                <a:ext uri="{FF2B5EF4-FFF2-40B4-BE49-F238E27FC236}">
                  <a16:creationId xmlns:a16="http://schemas.microsoft.com/office/drawing/2014/main" id="{285CC81D-54C3-BD21-27ED-ED972A4F4BFE}"/>
                </a:ext>
              </a:extLst>
            </p:cNvPr>
            <p:cNvPicPr>
              <a:picLocks noChangeAspect="1"/>
            </p:cNvPicPr>
            <p:nvPr/>
          </p:nvPicPr>
          <p:blipFill>
            <a:blip r:embed="rId5"/>
            <a:srcRect l="66027" t="77100" r="22826" b="11295"/>
            <a:stretch/>
          </p:blipFill>
          <p:spPr>
            <a:xfrm>
              <a:off x="454263" y="4611739"/>
              <a:ext cx="266750" cy="342900"/>
            </a:xfrm>
            <a:prstGeom prst="rect">
              <a:avLst/>
            </a:prstGeom>
          </p:spPr>
        </p:pic>
        <p:pic>
          <p:nvPicPr>
            <p:cNvPr id="128" name="Imagen 127">
              <a:extLst>
                <a:ext uri="{FF2B5EF4-FFF2-40B4-BE49-F238E27FC236}">
                  <a16:creationId xmlns:a16="http://schemas.microsoft.com/office/drawing/2014/main" id="{A3D53AAF-0A66-0B9C-3442-B1F736E402C5}"/>
                </a:ext>
              </a:extLst>
            </p:cNvPr>
            <p:cNvPicPr>
              <a:picLocks noChangeAspect="1"/>
            </p:cNvPicPr>
            <p:nvPr/>
          </p:nvPicPr>
          <p:blipFill>
            <a:blip r:embed="rId5"/>
            <a:srcRect l="33923" t="63168" r="54930" b="25227"/>
            <a:stretch/>
          </p:blipFill>
          <p:spPr>
            <a:xfrm>
              <a:off x="170817" y="4970263"/>
              <a:ext cx="266750" cy="342900"/>
            </a:xfrm>
            <a:prstGeom prst="rect">
              <a:avLst/>
            </a:prstGeom>
          </p:spPr>
        </p:pic>
        <p:pic>
          <p:nvPicPr>
            <p:cNvPr id="129" name="Imagen 128">
              <a:extLst>
                <a:ext uri="{FF2B5EF4-FFF2-40B4-BE49-F238E27FC236}">
                  <a16:creationId xmlns:a16="http://schemas.microsoft.com/office/drawing/2014/main" id="{4A5BF42C-33F3-BBB9-79C8-0980C09067AC}"/>
                </a:ext>
              </a:extLst>
            </p:cNvPr>
            <p:cNvPicPr>
              <a:picLocks noChangeAspect="1"/>
            </p:cNvPicPr>
            <p:nvPr/>
          </p:nvPicPr>
          <p:blipFill>
            <a:blip r:embed="rId5"/>
            <a:srcRect l="66027" t="77100" r="22826" b="11295"/>
            <a:stretch/>
          </p:blipFill>
          <p:spPr>
            <a:xfrm>
              <a:off x="454263" y="4970263"/>
              <a:ext cx="266750" cy="342900"/>
            </a:xfrm>
            <a:prstGeom prst="rect">
              <a:avLst/>
            </a:prstGeom>
          </p:spPr>
        </p:pic>
        <p:pic>
          <p:nvPicPr>
            <p:cNvPr id="130" name="Imagen 129">
              <a:extLst>
                <a:ext uri="{FF2B5EF4-FFF2-40B4-BE49-F238E27FC236}">
                  <a16:creationId xmlns:a16="http://schemas.microsoft.com/office/drawing/2014/main" id="{54F66F16-87DE-7082-7B8D-142B6AFC2C2A}"/>
                </a:ext>
              </a:extLst>
            </p:cNvPr>
            <p:cNvPicPr>
              <a:picLocks noChangeAspect="1"/>
            </p:cNvPicPr>
            <p:nvPr/>
          </p:nvPicPr>
          <p:blipFill>
            <a:blip r:embed="rId5"/>
            <a:srcRect l="33923" t="63168" r="54930" b="25227"/>
            <a:stretch/>
          </p:blipFill>
          <p:spPr>
            <a:xfrm>
              <a:off x="454263" y="6062704"/>
              <a:ext cx="266750" cy="342900"/>
            </a:xfrm>
            <a:prstGeom prst="rect">
              <a:avLst/>
            </a:prstGeom>
          </p:spPr>
        </p:pic>
        <p:pic>
          <p:nvPicPr>
            <p:cNvPr id="131" name="Imagen 130">
              <a:extLst>
                <a:ext uri="{FF2B5EF4-FFF2-40B4-BE49-F238E27FC236}">
                  <a16:creationId xmlns:a16="http://schemas.microsoft.com/office/drawing/2014/main" id="{7572C4E2-BC25-D175-9841-FFBA3EEB88C2}"/>
                </a:ext>
              </a:extLst>
            </p:cNvPr>
            <p:cNvPicPr>
              <a:picLocks noChangeAspect="1"/>
            </p:cNvPicPr>
            <p:nvPr/>
          </p:nvPicPr>
          <p:blipFill>
            <a:blip r:embed="rId5"/>
            <a:srcRect l="33923" t="63168" r="54930" b="25227"/>
            <a:stretch/>
          </p:blipFill>
          <p:spPr>
            <a:xfrm>
              <a:off x="170817" y="5311489"/>
              <a:ext cx="266750" cy="342900"/>
            </a:xfrm>
            <a:prstGeom prst="rect">
              <a:avLst/>
            </a:prstGeom>
          </p:spPr>
        </p:pic>
        <p:pic>
          <p:nvPicPr>
            <p:cNvPr id="132" name="Imagen 131">
              <a:extLst>
                <a:ext uri="{FF2B5EF4-FFF2-40B4-BE49-F238E27FC236}">
                  <a16:creationId xmlns:a16="http://schemas.microsoft.com/office/drawing/2014/main" id="{B72E64C8-0614-B942-8B8D-4F306EB1277E}"/>
                </a:ext>
              </a:extLst>
            </p:cNvPr>
            <p:cNvPicPr>
              <a:picLocks noChangeAspect="1"/>
            </p:cNvPicPr>
            <p:nvPr/>
          </p:nvPicPr>
          <p:blipFill>
            <a:blip r:embed="rId5"/>
            <a:srcRect l="33923" t="63168" r="54930" b="25227"/>
            <a:stretch/>
          </p:blipFill>
          <p:spPr>
            <a:xfrm>
              <a:off x="170817" y="5686427"/>
              <a:ext cx="266750" cy="342900"/>
            </a:xfrm>
            <a:prstGeom prst="rect">
              <a:avLst/>
            </a:prstGeom>
          </p:spPr>
        </p:pic>
        <p:pic>
          <p:nvPicPr>
            <p:cNvPr id="133" name="Imagen 132">
              <a:extLst>
                <a:ext uri="{FF2B5EF4-FFF2-40B4-BE49-F238E27FC236}">
                  <a16:creationId xmlns:a16="http://schemas.microsoft.com/office/drawing/2014/main" id="{07165EB6-6C7C-D0A7-AF3B-EFDD780F95C7}"/>
                </a:ext>
              </a:extLst>
            </p:cNvPr>
            <p:cNvPicPr>
              <a:picLocks noChangeAspect="1"/>
            </p:cNvPicPr>
            <p:nvPr/>
          </p:nvPicPr>
          <p:blipFill>
            <a:blip r:embed="rId5"/>
            <a:srcRect l="33923" t="63168" r="54930" b="25227"/>
            <a:stretch/>
          </p:blipFill>
          <p:spPr>
            <a:xfrm>
              <a:off x="454263" y="5686427"/>
              <a:ext cx="266750" cy="342900"/>
            </a:xfrm>
            <a:prstGeom prst="rect">
              <a:avLst/>
            </a:prstGeom>
          </p:spPr>
        </p:pic>
        <p:pic>
          <p:nvPicPr>
            <p:cNvPr id="135" name="Imagen 134">
              <a:extLst>
                <a:ext uri="{FF2B5EF4-FFF2-40B4-BE49-F238E27FC236}">
                  <a16:creationId xmlns:a16="http://schemas.microsoft.com/office/drawing/2014/main" id="{46E42FA3-2370-FF16-8D5C-C4DBAB4037C8}"/>
                </a:ext>
              </a:extLst>
            </p:cNvPr>
            <p:cNvPicPr>
              <a:picLocks noChangeAspect="1"/>
            </p:cNvPicPr>
            <p:nvPr/>
          </p:nvPicPr>
          <p:blipFill>
            <a:blip r:embed="rId5"/>
            <a:srcRect l="55379" t="77100" r="33474" b="11295"/>
            <a:stretch/>
          </p:blipFill>
          <p:spPr>
            <a:xfrm>
              <a:off x="454263" y="2758116"/>
              <a:ext cx="266750" cy="342900"/>
            </a:xfrm>
            <a:prstGeom prst="rect">
              <a:avLst/>
            </a:prstGeom>
          </p:spPr>
        </p:pic>
        <p:pic>
          <p:nvPicPr>
            <p:cNvPr id="136" name="Imagen 135">
              <a:extLst>
                <a:ext uri="{FF2B5EF4-FFF2-40B4-BE49-F238E27FC236}">
                  <a16:creationId xmlns:a16="http://schemas.microsoft.com/office/drawing/2014/main" id="{D31C1D44-A25E-8760-B90C-139CC6135DB9}"/>
                </a:ext>
              </a:extLst>
            </p:cNvPr>
            <p:cNvPicPr>
              <a:picLocks noChangeAspect="1"/>
            </p:cNvPicPr>
            <p:nvPr/>
          </p:nvPicPr>
          <p:blipFill>
            <a:blip r:embed="rId5"/>
            <a:srcRect l="55379" t="77100" r="33474" b="11295"/>
            <a:stretch/>
          </p:blipFill>
          <p:spPr>
            <a:xfrm>
              <a:off x="454263" y="3140200"/>
              <a:ext cx="266750" cy="342900"/>
            </a:xfrm>
            <a:prstGeom prst="rect">
              <a:avLst/>
            </a:prstGeom>
          </p:spPr>
        </p:pic>
        <p:pic>
          <p:nvPicPr>
            <p:cNvPr id="137" name="Imagen 136">
              <a:extLst>
                <a:ext uri="{FF2B5EF4-FFF2-40B4-BE49-F238E27FC236}">
                  <a16:creationId xmlns:a16="http://schemas.microsoft.com/office/drawing/2014/main" id="{CF7D6C62-B3ED-0F3A-F4E8-3B5CF494DB96}"/>
                </a:ext>
              </a:extLst>
            </p:cNvPr>
            <p:cNvPicPr>
              <a:picLocks noChangeAspect="1"/>
            </p:cNvPicPr>
            <p:nvPr/>
          </p:nvPicPr>
          <p:blipFill>
            <a:blip r:embed="rId5"/>
            <a:srcRect l="55379" t="77100" r="33474" b="11295"/>
            <a:stretch/>
          </p:blipFill>
          <p:spPr>
            <a:xfrm>
              <a:off x="454263" y="3502366"/>
              <a:ext cx="266750" cy="342900"/>
            </a:xfrm>
            <a:prstGeom prst="rect">
              <a:avLst/>
            </a:prstGeom>
          </p:spPr>
        </p:pic>
        <p:pic>
          <p:nvPicPr>
            <p:cNvPr id="138" name="Imagen 137">
              <a:extLst>
                <a:ext uri="{FF2B5EF4-FFF2-40B4-BE49-F238E27FC236}">
                  <a16:creationId xmlns:a16="http://schemas.microsoft.com/office/drawing/2014/main" id="{10C0E5E5-8978-7DD6-7104-C2B38C7B63E9}"/>
                </a:ext>
              </a:extLst>
            </p:cNvPr>
            <p:cNvPicPr>
              <a:picLocks noChangeAspect="1"/>
            </p:cNvPicPr>
            <p:nvPr/>
          </p:nvPicPr>
          <p:blipFill>
            <a:blip r:embed="rId5"/>
            <a:srcRect l="33923" t="63168" r="54930" b="25227"/>
            <a:stretch/>
          </p:blipFill>
          <p:spPr>
            <a:xfrm>
              <a:off x="1021479" y="1656161"/>
              <a:ext cx="266750" cy="342900"/>
            </a:xfrm>
            <a:prstGeom prst="rect">
              <a:avLst/>
            </a:prstGeom>
          </p:spPr>
        </p:pic>
        <p:pic>
          <p:nvPicPr>
            <p:cNvPr id="139" name="Imagen 138">
              <a:extLst>
                <a:ext uri="{FF2B5EF4-FFF2-40B4-BE49-F238E27FC236}">
                  <a16:creationId xmlns:a16="http://schemas.microsoft.com/office/drawing/2014/main" id="{0C9B3E96-1A43-A36B-19A2-AA42AAF08463}"/>
                </a:ext>
              </a:extLst>
            </p:cNvPr>
            <p:cNvPicPr>
              <a:picLocks noChangeAspect="1"/>
            </p:cNvPicPr>
            <p:nvPr/>
          </p:nvPicPr>
          <p:blipFill>
            <a:blip r:embed="rId5"/>
            <a:srcRect l="33923" t="63168" r="54930" b="25227"/>
            <a:stretch/>
          </p:blipFill>
          <p:spPr>
            <a:xfrm>
              <a:off x="1021155" y="2384545"/>
              <a:ext cx="266750" cy="342900"/>
            </a:xfrm>
            <a:prstGeom prst="rect">
              <a:avLst/>
            </a:prstGeom>
          </p:spPr>
        </p:pic>
        <p:pic>
          <p:nvPicPr>
            <p:cNvPr id="140" name="Imagen 139">
              <a:extLst>
                <a:ext uri="{FF2B5EF4-FFF2-40B4-BE49-F238E27FC236}">
                  <a16:creationId xmlns:a16="http://schemas.microsoft.com/office/drawing/2014/main" id="{87A57F36-592C-A811-276A-7CCD15B39340}"/>
                </a:ext>
              </a:extLst>
            </p:cNvPr>
            <p:cNvPicPr>
              <a:picLocks noChangeAspect="1"/>
            </p:cNvPicPr>
            <p:nvPr/>
          </p:nvPicPr>
          <p:blipFill>
            <a:blip r:embed="rId5"/>
            <a:srcRect l="33923" t="63168" r="54930" b="25227"/>
            <a:stretch/>
          </p:blipFill>
          <p:spPr>
            <a:xfrm>
              <a:off x="1021155" y="2758116"/>
              <a:ext cx="266750" cy="342900"/>
            </a:xfrm>
            <a:prstGeom prst="rect">
              <a:avLst/>
            </a:prstGeom>
          </p:spPr>
        </p:pic>
        <p:pic>
          <p:nvPicPr>
            <p:cNvPr id="141" name="Imagen 140">
              <a:extLst>
                <a:ext uri="{FF2B5EF4-FFF2-40B4-BE49-F238E27FC236}">
                  <a16:creationId xmlns:a16="http://schemas.microsoft.com/office/drawing/2014/main" id="{85D73895-8F62-8CF1-1406-253450C1DB4D}"/>
                </a:ext>
              </a:extLst>
            </p:cNvPr>
            <p:cNvPicPr>
              <a:picLocks noChangeAspect="1"/>
            </p:cNvPicPr>
            <p:nvPr/>
          </p:nvPicPr>
          <p:blipFill>
            <a:blip r:embed="rId5"/>
            <a:srcRect l="33923" t="63168" r="54930" b="25227"/>
            <a:stretch/>
          </p:blipFill>
          <p:spPr>
            <a:xfrm>
              <a:off x="1021155" y="4255458"/>
              <a:ext cx="266750" cy="342900"/>
            </a:xfrm>
            <a:prstGeom prst="rect">
              <a:avLst/>
            </a:prstGeom>
          </p:spPr>
        </p:pic>
        <p:pic>
          <p:nvPicPr>
            <p:cNvPr id="143" name="Imagen 142">
              <a:extLst>
                <a:ext uri="{FF2B5EF4-FFF2-40B4-BE49-F238E27FC236}">
                  <a16:creationId xmlns:a16="http://schemas.microsoft.com/office/drawing/2014/main" id="{1527CC5D-A9D9-4B2E-3FE2-6E12C7293078}"/>
                </a:ext>
              </a:extLst>
            </p:cNvPr>
            <p:cNvPicPr>
              <a:picLocks noChangeAspect="1"/>
            </p:cNvPicPr>
            <p:nvPr/>
          </p:nvPicPr>
          <p:blipFill>
            <a:blip r:embed="rId5"/>
            <a:srcRect l="76360" t="63168" r="12493" b="25227"/>
            <a:stretch/>
          </p:blipFill>
          <p:spPr>
            <a:xfrm>
              <a:off x="1304601" y="3873611"/>
              <a:ext cx="266750" cy="342900"/>
            </a:xfrm>
            <a:prstGeom prst="rect">
              <a:avLst/>
            </a:prstGeom>
          </p:spPr>
        </p:pic>
        <p:pic>
          <p:nvPicPr>
            <p:cNvPr id="144" name="Imagen 143">
              <a:extLst>
                <a:ext uri="{FF2B5EF4-FFF2-40B4-BE49-F238E27FC236}">
                  <a16:creationId xmlns:a16="http://schemas.microsoft.com/office/drawing/2014/main" id="{6FC9CADF-2BD1-9D42-C8D9-295F526BD4B9}"/>
                </a:ext>
              </a:extLst>
            </p:cNvPr>
            <p:cNvPicPr>
              <a:picLocks noChangeAspect="1"/>
            </p:cNvPicPr>
            <p:nvPr/>
          </p:nvPicPr>
          <p:blipFill>
            <a:blip r:embed="rId5"/>
            <a:srcRect l="23178" t="77100" r="65675" b="11295"/>
            <a:stretch/>
          </p:blipFill>
          <p:spPr>
            <a:xfrm>
              <a:off x="1304601" y="2758116"/>
              <a:ext cx="266750" cy="342900"/>
            </a:xfrm>
            <a:prstGeom prst="rect">
              <a:avLst/>
            </a:prstGeom>
          </p:spPr>
        </p:pic>
        <p:pic>
          <p:nvPicPr>
            <p:cNvPr id="145" name="Imagen 144">
              <a:extLst>
                <a:ext uri="{FF2B5EF4-FFF2-40B4-BE49-F238E27FC236}">
                  <a16:creationId xmlns:a16="http://schemas.microsoft.com/office/drawing/2014/main" id="{36820B15-1466-2832-27B8-948662D24272}"/>
                </a:ext>
              </a:extLst>
            </p:cNvPr>
            <p:cNvPicPr>
              <a:picLocks noChangeAspect="1"/>
            </p:cNvPicPr>
            <p:nvPr/>
          </p:nvPicPr>
          <p:blipFill>
            <a:blip r:embed="rId5"/>
            <a:srcRect l="66027" t="77100" r="22826" b="11295"/>
            <a:stretch/>
          </p:blipFill>
          <p:spPr>
            <a:xfrm>
              <a:off x="454263" y="5311489"/>
              <a:ext cx="266750" cy="342900"/>
            </a:xfrm>
            <a:prstGeom prst="rect">
              <a:avLst/>
            </a:prstGeom>
          </p:spPr>
        </p:pic>
        <p:pic>
          <p:nvPicPr>
            <p:cNvPr id="146" name="Imagen 145">
              <a:extLst>
                <a:ext uri="{FF2B5EF4-FFF2-40B4-BE49-F238E27FC236}">
                  <a16:creationId xmlns:a16="http://schemas.microsoft.com/office/drawing/2014/main" id="{BA4D4AC5-B8ED-19F5-6A3B-8545BD7779F8}"/>
                </a:ext>
              </a:extLst>
            </p:cNvPr>
            <p:cNvPicPr>
              <a:picLocks noChangeAspect="1"/>
            </p:cNvPicPr>
            <p:nvPr/>
          </p:nvPicPr>
          <p:blipFill>
            <a:blip r:embed="rId5"/>
            <a:srcRect l="76360" t="63168" r="12493" b="25227"/>
            <a:stretch/>
          </p:blipFill>
          <p:spPr>
            <a:xfrm>
              <a:off x="1021155" y="5311489"/>
              <a:ext cx="266750" cy="342900"/>
            </a:xfrm>
            <a:prstGeom prst="rect">
              <a:avLst/>
            </a:prstGeom>
          </p:spPr>
        </p:pic>
        <p:pic>
          <p:nvPicPr>
            <p:cNvPr id="147" name="Imagen 146">
              <a:extLst>
                <a:ext uri="{FF2B5EF4-FFF2-40B4-BE49-F238E27FC236}">
                  <a16:creationId xmlns:a16="http://schemas.microsoft.com/office/drawing/2014/main" id="{34806243-5767-AE8F-2831-187233DDBA47}"/>
                </a:ext>
              </a:extLst>
            </p:cNvPr>
            <p:cNvPicPr>
              <a:picLocks noChangeAspect="1"/>
            </p:cNvPicPr>
            <p:nvPr/>
          </p:nvPicPr>
          <p:blipFill>
            <a:blip r:embed="rId5"/>
            <a:srcRect l="33923" t="63168" r="54930" b="25227"/>
            <a:stretch/>
          </p:blipFill>
          <p:spPr>
            <a:xfrm>
              <a:off x="1021155" y="6062704"/>
              <a:ext cx="266750" cy="342900"/>
            </a:xfrm>
            <a:prstGeom prst="rect">
              <a:avLst/>
            </a:prstGeom>
          </p:spPr>
        </p:pic>
        <p:pic>
          <p:nvPicPr>
            <p:cNvPr id="148" name="Imagen 147">
              <a:extLst>
                <a:ext uri="{FF2B5EF4-FFF2-40B4-BE49-F238E27FC236}">
                  <a16:creationId xmlns:a16="http://schemas.microsoft.com/office/drawing/2014/main" id="{8267B01C-F455-BBC6-8719-6213DB3EE3EB}"/>
                </a:ext>
              </a:extLst>
            </p:cNvPr>
            <p:cNvPicPr>
              <a:picLocks noChangeAspect="1"/>
            </p:cNvPicPr>
            <p:nvPr/>
          </p:nvPicPr>
          <p:blipFill>
            <a:blip r:embed="rId5"/>
            <a:srcRect l="33923" t="63168" r="54930" b="25227"/>
            <a:stretch/>
          </p:blipFill>
          <p:spPr>
            <a:xfrm>
              <a:off x="170817" y="6062704"/>
              <a:ext cx="266750" cy="342900"/>
            </a:xfrm>
            <a:prstGeom prst="rect">
              <a:avLst/>
            </a:prstGeom>
          </p:spPr>
        </p:pic>
        <p:pic>
          <p:nvPicPr>
            <p:cNvPr id="150" name="Imagen 149">
              <a:extLst>
                <a:ext uri="{FF2B5EF4-FFF2-40B4-BE49-F238E27FC236}">
                  <a16:creationId xmlns:a16="http://schemas.microsoft.com/office/drawing/2014/main" id="{0953371D-05F6-EB99-3ABF-6E215606B77B}"/>
                </a:ext>
              </a:extLst>
            </p:cNvPr>
            <p:cNvPicPr>
              <a:picLocks noChangeAspect="1"/>
            </p:cNvPicPr>
            <p:nvPr/>
          </p:nvPicPr>
          <p:blipFill>
            <a:blip r:embed="rId5"/>
            <a:srcRect l="44426" t="63168" r="44426" b="25227"/>
            <a:stretch/>
          </p:blipFill>
          <p:spPr>
            <a:xfrm>
              <a:off x="6420895" y="2025139"/>
              <a:ext cx="266750" cy="342900"/>
            </a:xfrm>
            <a:prstGeom prst="rect">
              <a:avLst/>
            </a:prstGeom>
          </p:spPr>
        </p:pic>
        <p:pic>
          <p:nvPicPr>
            <p:cNvPr id="153" name="Imagen 152">
              <a:extLst>
                <a:ext uri="{FF2B5EF4-FFF2-40B4-BE49-F238E27FC236}">
                  <a16:creationId xmlns:a16="http://schemas.microsoft.com/office/drawing/2014/main" id="{934FF6FC-0709-D337-F239-DADB2EB74DB4}"/>
                </a:ext>
              </a:extLst>
            </p:cNvPr>
            <p:cNvPicPr>
              <a:picLocks noChangeAspect="1"/>
            </p:cNvPicPr>
            <p:nvPr/>
          </p:nvPicPr>
          <p:blipFill>
            <a:blip r:embed="rId5"/>
            <a:srcRect l="34130" t="77100" r="54723" b="11295"/>
            <a:stretch/>
          </p:blipFill>
          <p:spPr>
            <a:xfrm>
              <a:off x="6976113" y="1656161"/>
              <a:ext cx="266750" cy="342900"/>
            </a:xfrm>
            <a:prstGeom prst="rect">
              <a:avLst/>
            </a:prstGeom>
          </p:spPr>
        </p:pic>
        <p:pic>
          <p:nvPicPr>
            <p:cNvPr id="158" name="Imagen 157">
              <a:extLst>
                <a:ext uri="{FF2B5EF4-FFF2-40B4-BE49-F238E27FC236}">
                  <a16:creationId xmlns:a16="http://schemas.microsoft.com/office/drawing/2014/main" id="{D9C67AA4-99C0-B625-6002-38DE2B14D3B1}"/>
                </a:ext>
              </a:extLst>
            </p:cNvPr>
            <p:cNvPicPr>
              <a:picLocks noChangeAspect="1"/>
            </p:cNvPicPr>
            <p:nvPr/>
          </p:nvPicPr>
          <p:blipFill>
            <a:blip r:embed="rId5"/>
            <a:srcRect l="34130" t="77100" r="54723" b="11295"/>
            <a:stretch/>
          </p:blipFill>
          <p:spPr>
            <a:xfrm>
              <a:off x="6406629" y="2758116"/>
              <a:ext cx="266750" cy="342900"/>
            </a:xfrm>
            <a:prstGeom prst="rect">
              <a:avLst/>
            </a:prstGeom>
          </p:spPr>
        </p:pic>
        <p:grpSp>
          <p:nvGrpSpPr>
            <p:cNvPr id="161" name="Grupo 160">
              <a:extLst>
                <a:ext uri="{FF2B5EF4-FFF2-40B4-BE49-F238E27FC236}">
                  <a16:creationId xmlns:a16="http://schemas.microsoft.com/office/drawing/2014/main" id="{E55721CD-00E1-0114-3099-DE812419FD5E}"/>
                </a:ext>
              </a:extLst>
            </p:cNvPr>
            <p:cNvGrpSpPr/>
            <p:nvPr/>
          </p:nvGrpSpPr>
          <p:grpSpPr>
            <a:xfrm>
              <a:off x="170817" y="2758116"/>
              <a:ext cx="266750" cy="342900"/>
              <a:chOff x="5053733" y="4472706"/>
              <a:chExt cx="764498" cy="795862"/>
            </a:xfrm>
          </p:grpSpPr>
          <p:pic>
            <p:nvPicPr>
              <p:cNvPr id="162" name="Imagen 161">
                <a:extLst>
                  <a:ext uri="{FF2B5EF4-FFF2-40B4-BE49-F238E27FC236}">
                    <a16:creationId xmlns:a16="http://schemas.microsoft.com/office/drawing/2014/main" id="{64B50ECC-A0E7-6007-4D67-C816D22B1E4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63" name="Imagen 162">
                <a:extLst>
                  <a:ext uri="{FF2B5EF4-FFF2-40B4-BE49-F238E27FC236}">
                    <a16:creationId xmlns:a16="http://schemas.microsoft.com/office/drawing/2014/main" id="{02B48357-8006-97E9-56EC-AD656017175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64" name="Grupo 163">
              <a:extLst>
                <a:ext uri="{FF2B5EF4-FFF2-40B4-BE49-F238E27FC236}">
                  <a16:creationId xmlns:a16="http://schemas.microsoft.com/office/drawing/2014/main" id="{524ACC95-5580-9E10-F94F-CF5123A1C447}"/>
                </a:ext>
              </a:extLst>
            </p:cNvPr>
            <p:cNvGrpSpPr/>
            <p:nvPr/>
          </p:nvGrpSpPr>
          <p:grpSpPr>
            <a:xfrm>
              <a:off x="170817" y="3140200"/>
              <a:ext cx="266750" cy="342900"/>
              <a:chOff x="5053733" y="4472706"/>
              <a:chExt cx="764498" cy="795862"/>
            </a:xfrm>
          </p:grpSpPr>
          <p:pic>
            <p:nvPicPr>
              <p:cNvPr id="165" name="Imagen 164">
                <a:extLst>
                  <a:ext uri="{FF2B5EF4-FFF2-40B4-BE49-F238E27FC236}">
                    <a16:creationId xmlns:a16="http://schemas.microsoft.com/office/drawing/2014/main" id="{D8C1CB01-B889-053D-DC1D-021CBA66F31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66" name="Imagen 165">
                <a:extLst>
                  <a:ext uri="{FF2B5EF4-FFF2-40B4-BE49-F238E27FC236}">
                    <a16:creationId xmlns:a16="http://schemas.microsoft.com/office/drawing/2014/main" id="{4F5A10A1-89CD-E3CC-793B-846589FF4DF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67" name="Grupo 166">
              <a:extLst>
                <a:ext uri="{FF2B5EF4-FFF2-40B4-BE49-F238E27FC236}">
                  <a16:creationId xmlns:a16="http://schemas.microsoft.com/office/drawing/2014/main" id="{770DD011-010F-E70C-5005-36768EFFDF51}"/>
                </a:ext>
              </a:extLst>
            </p:cNvPr>
            <p:cNvGrpSpPr/>
            <p:nvPr/>
          </p:nvGrpSpPr>
          <p:grpSpPr>
            <a:xfrm>
              <a:off x="170817" y="2025139"/>
              <a:ext cx="266750" cy="342900"/>
              <a:chOff x="5053733" y="4472706"/>
              <a:chExt cx="764498" cy="795862"/>
            </a:xfrm>
          </p:grpSpPr>
          <p:pic>
            <p:nvPicPr>
              <p:cNvPr id="168" name="Imagen 167">
                <a:extLst>
                  <a:ext uri="{FF2B5EF4-FFF2-40B4-BE49-F238E27FC236}">
                    <a16:creationId xmlns:a16="http://schemas.microsoft.com/office/drawing/2014/main" id="{FD742E4E-F5A0-39B3-8B19-AD1062B0D1A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69" name="Imagen 168">
                <a:extLst>
                  <a:ext uri="{FF2B5EF4-FFF2-40B4-BE49-F238E27FC236}">
                    <a16:creationId xmlns:a16="http://schemas.microsoft.com/office/drawing/2014/main" id="{DBF4E226-619B-2452-1899-B695C372968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70" name="Grupo 169">
              <a:extLst>
                <a:ext uri="{FF2B5EF4-FFF2-40B4-BE49-F238E27FC236}">
                  <a16:creationId xmlns:a16="http://schemas.microsoft.com/office/drawing/2014/main" id="{84D57CB0-B5FE-5034-25AE-6382CF9781A6}"/>
                </a:ext>
              </a:extLst>
            </p:cNvPr>
            <p:cNvGrpSpPr/>
            <p:nvPr/>
          </p:nvGrpSpPr>
          <p:grpSpPr>
            <a:xfrm>
              <a:off x="170817" y="2384545"/>
              <a:ext cx="266750" cy="342900"/>
              <a:chOff x="5053733" y="4472706"/>
              <a:chExt cx="764498" cy="795862"/>
            </a:xfrm>
          </p:grpSpPr>
          <p:pic>
            <p:nvPicPr>
              <p:cNvPr id="171" name="Imagen 170">
                <a:extLst>
                  <a:ext uri="{FF2B5EF4-FFF2-40B4-BE49-F238E27FC236}">
                    <a16:creationId xmlns:a16="http://schemas.microsoft.com/office/drawing/2014/main" id="{66C30D24-F24A-8C89-7E8E-57C6E587E56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72" name="Imagen 171">
                <a:extLst>
                  <a:ext uri="{FF2B5EF4-FFF2-40B4-BE49-F238E27FC236}">
                    <a16:creationId xmlns:a16="http://schemas.microsoft.com/office/drawing/2014/main" id="{27AAE381-BC30-4D1A-71D8-AF9F29F2E6A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73" name="Grupo 172">
              <a:extLst>
                <a:ext uri="{FF2B5EF4-FFF2-40B4-BE49-F238E27FC236}">
                  <a16:creationId xmlns:a16="http://schemas.microsoft.com/office/drawing/2014/main" id="{5BBC8CA0-CA34-1BC4-4B8B-CFA3AF406DF2}"/>
                </a:ext>
              </a:extLst>
            </p:cNvPr>
            <p:cNvGrpSpPr/>
            <p:nvPr/>
          </p:nvGrpSpPr>
          <p:grpSpPr>
            <a:xfrm>
              <a:off x="170817" y="1291071"/>
              <a:ext cx="266750" cy="342900"/>
              <a:chOff x="5053733" y="4472706"/>
              <a:chExt cx="764498" cy="795862"/>
            </a:xfrm>
          </p:grpSpPr>
          <p:pic>
            <p:nvPicPr>
              <p:cNvPr id="174" name="Imagen 173">
                <a:extLst>
                  <a:ext uri="{FF2B5EF4-FFF2-40B4-BE49-F238E27FC236}">
                    <a16:creationId xmlns:a16="http://schemas.microsoft.com/office/drawing/2014/main" id="{675AD97F-FB2C-7687-4E72-CB10FF10BD5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75" name="Imagen 174">
                <a:extLst>
                  <a:ext uri="{FF2B5EF4-FFF2-40B4-BE49-F238E27FC236}">
                    <a16:creationId xmlns:a16="http://schemas.microsoft.com/office/drawing/2014/main" id="{EBCC6398-E071-CFE7-9CCE-F2E1DA10B49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76" name="Grupo 175">
              <a:extLst>
                <a:ext uri="{FF2B5EF4-FFF2-40B4-BE49-F238E27FC236}">
                  <a16:creationId xmlns:a16="http://schemas.microsoft.com/office/drawing/2014/main" id="{EC49D9F4-3B2E-F654-40AB-6CCAEB8C1AC7}"/>
                </a:ext>
              </a:extLst>
            </p:cNvPr>
            <p:cNvGrpSpPr/>
            <p:nvPr/>
          </p:nvGrpSpPr>
          <p:grpSpPr>
            <a:xfrm>
              <a:off x="170817" y="1656161"/>
              <a:ext cx="266750" cy="342900"/>
              <a:chOff x="5053733" y="4472706"/>
              <a:chExt cx="764498" cy="795862"/>
            </a:xfrm>
          </p:grpSpPr>
          <p:pic>
            <p:nvPicPr>
              <p:cNvPr id="177" name="Imagen 176">
                <a:extLst>
                  <a:ext uri="{FF2B5EF4-FFF2-40B4-BE49-F238E27FC236}">
                    <a16:creationId xmlns:a16="http://schemas.microsoft.com/office/drawing/2014/main" id="{028E164A-B1D6-AF3E-943D-46E534C9BF3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78" name="Imagen 177">
                <a:extLst>
                  <a:ext uri="{FF2B5EF4-FFF2-40B4-BE49-F238E27FC236}">
                    <a16:creationId xmlns:a16="http://schemas.microsoft.com/office/drawing/2014/main" id="{61A20078-4B53-F33D-CF3B-E17A5DF81D3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79" name="Grupo 178">
              <a:extLst>
                <a:ext uri="{FF2B5EF4-FFF2-40B4-BE49-F238E27FC236}">
                  <a16:creationId xmlns:a16="http://schemas.microsoft.com/office/drawing/2014/main" id="{6FC9D9F0-6102-2D91-1FEA-1C90342501EF}"/>
                </a:ext>
              </a:extLst>
            </p:cNvPr>
            <p:cNvGrpSpPr/>
            <p:nvPr/>
          </p:nvGrpSpPr>
          <p:grpSpPr>
            <a:xfrm>
              <a:off x="170817" y="3502366"/>
              <a:ext cx="266750" cy="342900"/>
              <a:chOff x="5053733" y="4472706"/>
              <a:chExt cx="764498" cy="795862"/>
            </a:xfrm>
          </p:grpSpPr>
          <p:pic>
            <p:nvPicPr>
              <p:cNvPr id="180" name="Imagen 179">
                <a:extLst>
                  <a:ext uri="{FF2B5EF4-FFF2-40B4-BE49-F238E27FC236}">
                    <a16:creationId xmlns:a16="http://schemas.microsoft.com/office/drawing/2014/main" id="{0A71D3B1-DB96-72AD-8E43-88690B1A455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81" name="Imagen 180">
                <a:extLst>
                  <a:ext uri="{FF2B5EF4-FFF2-40B4-BE49-F238E27FC236}">
                    <a16:creationId xmlns:a16="http://schemas.microsoft.com/office/drawing/2014/main" id="{812B7844-0628-BA22-EE4C-A01EF15EB93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82" name="Imagen 181">
              <a:extLst>
                <a:ext uri="{FF2B5EF4-FFF2-40B4-BE49-F238E27FC236}">
                  <a16:creationId xmlns:a16="http://schemas.microsoft.com/office/drawing/2014/main" id="{13AE318F-EDB7-2A5A-5913-E059EDA2F99A}"/>
                </a:ext>
              </a:extLst>
            </p:cNvPr>
            <p:cNvPicPr>
              <a:picLocks noChangeAspect="1"/>
            </p:cNvPicPr>
            <p:nvPr/>
          </p:nvPicPr>
          <p:blipFill>
            <a:blip r:embed="rId5"/>
            <a:srcRect l="66027" t="77100" r="22826" b="11295"/>
            <a:stretch/>
          </p:blipFill>
          <p:spPr>
            <a:xfrm>
              <a:off x="1021155" y="3873611"/>
              <a:ext cx="266750" cy="342900"/>
            </a:xfrm>
            <a:prstGeom prst="rect">
              <a:avLst/>
            </a:prstGeom>
          </p:spPr>
        </p:pic>
        <p:pic>
          <p:nvPicPr>
            <p:cNvPr id="183" name="Imagen 182">
              <a:extLst>
                <a:ext uri="{FF2B5EF4-FFF2-40B4-BE49-F238E27FC236}">
                  <a16:creationId xmlns:a16="http://schemas.microsoft.com/office/drawing/2014/main" id="{4F678C7C-D04D-924C-783C-718544B3760E}"/>
                </a:ext>
              </a:extLst>
            </p:cNvPr>
            <p:cNvPicPr>
              <a:picLocks noChangeAspect="1"/>
            </p:cNvPicPr>
            <p:nvPr/>
          </p:nvPicPr>
          <p:blipFill>
            <a:blip r:embed="rId5"/>
            <a:srcRect l="66027" t="77100" r="22826" b="11295"/>
            <a:stretch/>
          </p:blipFill>
          <p:spPr>
            <a:xfrm>
              <a:off x="1304601" y="2384545"/>
              <a:ext cx="266750" cy="342900"/>
            </a:xfrm>
            <a:prstGeom prst="rect">
              <a:avLst/>
            </a:prstGeom>
          </p:spPr>
        </p:pic>
        <p:pic>
          <p:nvPicPr>
            <p:cNvPr id="184" name="Imagen 183">
              <a:extLst>
                <a:ext uri="{FF2B5EF4-FFF2-40B4-BE49-F238E27FC236}">
                  <a16:creationId xmlns:a16="http://schemas.microsoft.com/office/drawing/2014/main" id="{EA8A7A53-4561-DCFA-9DCA-79480BC70756}"/>
                </a:ext>
              </a:extLst>
            </p:cNvPr>
            <p:cNvPicPr>
              <a:picLocks noChangeAspect="1"/>
            </p:cNvPicPr>
            <p:nvPr/>
          </p:nvPicPr>
          <p:blipFill>
            <a:blip r:embed="rId5"/>
            <a:srcRect l="76360" t="63168" r="12493" b="25227"/>
            <a:stretch/>
          </p:blipFill>
          <p:spPr>
            <a:xfrm>
              <a:off x="1304601" y="3140200"/>
              <a:ext cx="266750" cy="342900"/>
            </a:xfrm>
            <a:prstGeom prst="rect">
              <a:avLst/>
            </a:prstGeom>
          </p:spPr>
        </p:pic>
        <p:pic>
          <p:nvPicPr>
            <p:cNvPr id="185" name="Imagen 184">
              <a:extLst>
                <a:ext uri="{FF2B5EF4-FFF2-40B4-BE49-F238E27FC236}">
                  <a16:creationId xmlns:a16="http://schemas.microsoft.com/office/drawing/2014/main" id="{CE17A2A8-CD79-E270-E0E4-17EDA14E7687}"/>
                </a:ext>
              </a:extLst>
            </p:cNvPr>
            <p:cNvPicPr>
              <a:picLocks noChangeAspect="1"/>
            </p:cNvPicPr>
            <p:nvPr/>
          </p:nvPicPr>
          <p:blipFill>
            <a:blip r:embed="rId5"/>
            <a:srcRect l="23178" t="77100" r="65675" b="11295"/>
            <a:stretch/>
          </p:blipFill>
          <p:spPr>
            <a:xfrm>
              <a:off x="1304601" y="4255458"/>
              <a:ext cx="266750" cy="342900"/>
            </a:xfrm>
            <a:prstGeom prst="rect">
              <a:avLst/>
            </a:prstGeom>
          </p:spPr>
        </p:pic>
        <p:pic>
          <p:nvPicPr>
            <p:cNvPr id="186" name="Imagen 185">
              <a:extLst>
                <a:ext uri="{FF2B5EF4-FFF2-40B4-BE49-F238E27FC236}">
                  <a16:creationId xmlns:a16="http://schemas.microsoft.com/office/drawing/2014/main" id="{F598C60D-B23E-4B95-D601-A939994FC3A1}"/>
                </a:ext>
              </a:extLst>
            </p:cNvPr>
            <p:cNvPicPr>
              <a:picLocks noChangeAspect="1"/>
            </p:cNvPicPr>
            <p:nvPr/>
          </p:nvPicPr>
          <p:blipFill>
            <a:blip r:embed="rId5"/>
            <a:srcRect l="76360" t="63168" r="12493" b="25227"/>
            <a:stretch/>
          </p:blipFill>
          <p:spPr>
            <a:xfrm>
              <a:off x="1021155" y="2025139"/>
              <a:ext cx="266750" cy="342900"/>
            </a:xfrm>
            <a:prstGeom prst="rect">
              <a:avLst/>
            </a:prstGeom>
          </p:spPr>
        </p:pic>
        <p:pic>
          <p:nvPicPr>
            <p:cNvPr id="187" name="Imagen 186">
              <a:extLst>
                <a:ext uri="{FF2B5EF4-FFF2-40B4-BE49-F238E27FC236}">
                  <a16:creationId xmlns:a16="http://schemas.microsoft.com/office/drawing/2014/main" id="{7BB81874-FAE8-A4C3-6522-D983DB5E28B1}"/>
                </a:ext>
              </a:extLst>
            </p:cNvPr>
            <p:cNvPicPr>
              <a:picLocks noChangeAspect="1"/>
            </p:cNvPicPr>
            <p:nvPr/>
          </p:nvPicPr>
          <p:blipFill>
            <a:blip r:embed="rId5"/>
            <a:srcRect l="76360" t="63168" r="12493" b="25227"/>
            <a:stretch/>
          </p:blipFill>
          <p:spPr>
            <a:xfrm>
              <a:off x="1304601" y="2025139"/>
              <a:ext cx="266750" cy="342900"/>
            </a:xfrm>
            <a:prstGeom prst="rect">
              <a:avLst/>
            </a:prstGeom>
          </p:spPr>
        </p:pic>
        <p:pic>
          <p:nvPicPr>
            <p:cNvPr id="188" name="Imagen 187">
              <a:extLst>
                <a:ext uri="{FF2B5EF4-FFF2-40B4-BE49-F238E27FC236}">
                  <a16:creationId xmlns:a16="http://schemas.microsoft.com/office/drawing/2014/main" id="{4A3732FF-CBE4-721A-C1EE-9F68B37FD2E9}"/>
                </a:ext>
              </a:extLst>
            </p:cNvPr>
            <p:cNvPicPr>
              <a:picLocks noChangeAspect="1"/>
            </p:cNvPicPr>
            <p:nvPr/>
          </p:nvPicPr>
          <p:blipFill>
            <a:blip r:embed="rId5"/>
            <a:srcRect l="55142" t="63168" r="33711" b="25227"/>
            <a:stretch/>
          </p:blipFill>
          <p:spPr>
            <a:xfrm>
              <a:off x="1021155" y="3140200"/>
              <a:ext cx="266750" cy="342900"/>
            </a:xfrm>
            <a:prstGeom prst="rect">
              <a:avLst/>
            </a:prstGeom>
          </p:spPr>
        </p:pic>
        <p:pic>
          <p:nvPicPr>
            <p:cNvPr id="189" name="Imagen 188">
              <a:extLst>
                <a:ext uri="{FF2B5EF4-FFF2-40B4-BE49-F238E27FC236}">
                  <a16:creationId xmlns:a16="http://schemas.microsoft.com/office/drawing/2014/main" id="{02CCBE08-A4A2-96DD-3882-157B0C6E8725}"/>
                </a:ext>
              </a:extLst>
            </p:cNvPr>
            <p:cNvPicPr>
              <a:picLocks noChangeAspect="1"/>
            </p:cNvPicPr>
            <p:nvPr/>
          </p:nvPicPr>
          <p:blipFill>
            <a:blip r:embed="rId5"/>
            <a:srcRect l="76360" t="63168" r="12493" b="25227"/>
            <a:stretch/>
          </p:blipFill>
          <p:spPr>
            <a:xfrm>
              <a:off x="1022124" y="1291071"/>
              <a:ext cx="266750" cy="342900"/>
            </a:xfrm>
            <a:prstGeom prst="rect">
              <a:avLst/>
            </a:prstGeom>
          </p:spPr>
        </p:pic>
        <p:pic>
          <p:nvPicPr>
            <p:cNvPr id="190" name="Imagen 189">
              <a:extLst>
                <a:ext uri="{FF2B5EF4-FFF2-40B4-BE49-F238E27FC236}">
                  <a16:creationId xmlns:a16="http://schemas.microsoft.com/office/drawing/2014/main" id="{0EFE8A51-44CD-45F2-94A6-C0B4C118E295}"/>
                </a:ext>
              </a:extLst>
            </p:cNvPr>
            <p:cNvPicPr>
              <a:picLocks noChangeAspect="1"/>
            </p:cNvPicPr>
            <p:nvPr/>
          </p:nvPicPr>
          <p:blipFill>
            <a:blip r:embed="rId5"/>
            <a:srcRect l="76360" t="63168" r="12493" b="25227"/>
            <a:stretch/>
          </p:blipFill>
          <p:spPr>
            <a:xfrm>
              <a:off x="1305893" y="1291071"/>
              <a:ext cx="266750" cy="342900"/>
            </a:xfrm>
            <a:prstGeom prst="rect">
              <a:avLst/>
            </a:prstGeom>
          </p:spPr>
        </p:pic>
        <p:pic>
          <p:nvPicPr>
            <p:cNvPr id="191" name="Imagen 190">
              <a:extLst>
                <a:ext uri="{FF2B5EF4-FFF2-40B4-BE49-F238E27FC236}">
                  <a16:creationId xmlns:a16="http://schemas.microsoft.com/office/drawing/2014/main" id="{5A458A20-9CA9-BFB9-00AB-90F92C2C2098}"/>
                </a:ext>
              </a:extLst>
            </p:cNvPr>
            <p:cNvPicPr>
              <a:picLocks noChangeAspect="1"/>
            </p:cNvPicPr>
            <p:nvPr/>
          </p:nvPicPr>
          <p:blipFill>
            <a:blip r:embed="rId5"/>
            <a:srcRect l="34130" t="77100" r="54723" b="11295"/>
            <a:stretch/>
          </p:blipFill>
          <p:spPr>
            <a:xfrm>
              <a:off x="1304601" y="4970263"/>
              <a:ext cx="266750" cy="342900"/>
            </a:xfrm>
            <a:prstGeom prst="rect">
              <a:avLst/>
            </a:prstGeom>
          </p:spPr>
        </p:pic>
        <p:pic>
          <p:nvPicPr>
            <p:cNvPr id="192" name="Imagen 191">
              <a:extLst>
                <a:ext uri="{FF2B5EF4-FFF2-40B4-BE49-F238E27FC236}">
                  <a16:creationId xmlns:a16="http://schemas.microsoft.com/office/drawing/2014/main" id="{DB80997E-318F-3F9C-C913-F903EF1E6789}"/>
                </a:ext>
              </a:extLst>
            </p:cNvPr>
            <p:cNvPicPr>
              <a:picLocks noChangeAspect="1"/>
            </p:cNvPicPr>
            <p:nvPr/>
          </p:nvPicPr>
          <p:blipFill>
            <a:blip r:embed="rId5"/>
            <a:srcRect l="76360" t="63168" r="12493" b="25227"/>
            <a:stretch/>
          </p:blipFill>
          <p:spPr>
            <a:xfrm>
              <a:off x="1304601" y="5311489"/>
              <a:ext cx="266750" cy="342900"/>
            </a:xfrm>
            <a:prstGeom prst="rect">
              <a:avLst/>
            </a:prstGeom>
          </p:spPr>
        </p:pic>
        <p:pic>
          <p:nvPicPr>
            <p:cNvPr id="193" name="Imagen 192">
              <a:extLst>
                <a:ext uri="{FF2B5EF4-FFF2-40B4-BE49-F238E27FC236}">
                  <a16:creationId xmlns:a16="http://schemas.microsoft.com/office/drawing/2014/main" id="{5CBEED44-2B76-2920-A67F-0AC0732ADAE2}"/>
                </a:ext>
              </a:extLst>
            </p:cNvPr>
            <p:cNvPicPr>
              <a:picLocks noChangeAspect="1"/>
            </p:cNvPicPr>
            <p:nvPr/>
          </p:nvPicPr>
          <p:blipFill>
            <a:blip r:embed="rId5"/>
            <a:srcRect l="66027" t="77100" r="22826" b="11295"/>
            <a:stretch/>
          </p:blipFill>
          <p:spPr>
            <a:xfrm>
              <a:off x="1021155" y="5686427"/>
              <a:ext cx="266750" cy="342900"/>
            </a:xfrm>
            <a:prstGeom prst="rect">
              <a:avLst/>
            </a:prstGeom>
          </p:spPr>
        </p:pic>
        <p:pic>
          <p:nvPicPr>
            <p:cNvPr id="194" name="Imagen 193">
              <a:extLst>
                <a:ext uri="{FF2B5EF4-FFF2-40B4-BE49-F238E27FC236}">
                  <a16:creationId xmlns:a16="http://schemas.microsoft.com/office/drawing/2014/main" id="{60737F11-1F00-CFC7-25AE-8EC913387B10}"/>
                </a:ext>
              </a:extLst>
            </p:cNvPr>
            <p:cNvPicPr>
              <a:picLocks noChangeAspect="1"/>
            </p:cNvPicPr>
            <p:nvPr/>
          </p:nvPicPr>
          <p:blipFill>
            <a:blip r:embed="rId5"/>
            <a:srcRect l="44778" t="77100" r="44075" b="11295"/>
            <a:stretch/>
          </p:blipFill>
          <p:spPr>
            <a:xfrm>
              <a:off x="1304601" y="6062704"/>
              <a:ext cx="266750" cy="342900"/>
            </a:xfrm>
            <a:prstGeom prst="rect">
              <a:avLst/>
            </a:prstGeom>
          </p:spPr>
        </p:pic>
        <p:pic>
          <p:nvPicPr>
            <p:cNvPr id="195" name="Imagen 194">
              <a:extLst>
                <a:ext uri="{FF2B5EF4-FFF2-40B4-BE49-F238E27FC236}">
                  <a16:creationId xmlns:a16="http://schemas.microsoft.com/office/drawing/2014/main" id="{0676697D-9E2B-D425-3A06-5F0B02F85595}"/>
                </a:ext>
              </a:extLst>
            </p:cNvPr>
            <p:cNvPicPr>
              <a:picLocks noChangeAspect="1"/>
            </p:cNvPicPr>
            <p:nvPr/>
          </p:nvPicPr>
          <p:blipFill>
            <a:blip r:embed="rId5"/>
            <a:srcRect l="65725" t="63168" r="23128" b="25227"/>
            <a:stretch/>
          </p:blipFill>
          <p:spPr>
            <a:xfrm>
              <a:off x="1304601" y="5686427"/>
              <a:ext cx="266750" cy="342900"/>
            </a:xfrm>
            <a:prstGeom prst="rect">
              <a:avLst/>
            </a:prstGeom>
          </p:spPr>
        </p:pic>
        <p:pic>
          <p:nvPicPr>
            <p:cNvPr id="196" name="Imagen 195">
              <a:extLst>
                <a:ext uri="{FF2B5EF4-FFF2-40B4-BE49-F238E27FC236}">
                  <a16:creationId xmlns:a16="http://schemas.microsoft.com/office/drawing/2014/main" id="{65AC6073-4836-6BB6-998A-75EBF69E4C26}"/>
                </a:ext>
              </a:extLst>
            </p:cNvPr>
            <p:cNvPicPr>
              <a:picLocks noChangeAspect="1"/>
            </p:cNvPicPr>
            <p:nvPr/>
          </p:nvPicPr>
          <p:blipFill>
            <a:blip r:embed="rId5"/>
            <a:srcRect l="55142" t="63168" r="33711" b="25227"/>
            <a:stretch/>
          </p:blipFill>
          <p:spPr>
            <a:xfrm>
              <a:off x="1304601" y="4611739"/>
              <a:ext cx="266750" cy="342900"/>
            </a:xfrm>
            <a:prstGeom prst="rect">
              <a:avLst/>
            </a:prstGeom>
          </p:spPr>
        </p:pic>
        <p:grpSp>
          <p:nvGrpSpPr>
            <p:cNvPr id="197" name="Grupo 196">
              <a:extLst>
                <a:ext uri="{FF2B5EF4-FFF2-40B4-BE49-F238E27FC236}">
                  <a16:creationId xmlns:a16="http://schemas.microsoft.com/office/drawing/2014/main" id="{9CE5EFD6-F2DD-5953-F45C-90F6BBEF2480}"/>
                </a:ext>
              </a:extLst>
            </p:cNvPr>
            <p:cNvGrpSpPr/>
            <p:nvPr/>
          </p:nvGrpSpPr>
          <p:grpSpPr>
            <a:xfrm>
              <a:off x="1588047" y="2758116"/>
              <a:ext cx="266750" cy="342900"/>
              <a:chOff x="5053733" y="4472706"/>
              <a:chExt cx="764498" cy="795862"/>
            </a:xfrm>
          </p:grpSpPr>
          <p:pic>
            <p:nvPicPr>
              <p:cNvPr id="198" name="Imagen 197">
                <a:extLst>
                  <a:ext uri="{FF2B5EF4-FFF2-40B4-BE49-F238E27FC236}">
                    <a16:creationId xmlns:a16="http://schemas.microsoft.com/office/drawing/2014/main" id="{97B5163E-7F1E-ABC6-08FD-F5F87653CC8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99" name="Imagen 198">
                <a:extLst>
                  <a:ext uri="{FF2B5EF4-FFF2-40B4-BE49-F238E27FC236}">
                    <a16:creationId xmlns:a16="http://schemas.microsoft.com/office/drawing/2014/main" id="{A5026F29-A9C8-7102-7FD7-5A7A71B3A1F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00" name="Grupo 199">
              <a:extLst>
                <a:ext uri="{FF2B5EF4-FFF2-40B4-BE49-F238E27FC236}">
                  <a16:creationId xmlns:a16="http://schemas.microsoft.com/office/drawing/2014/main" id="{243182A4-59FF-D6B2-A542-205737350B69}"/>
                </a:ext>
              </a:extLst>
            </p:cNvPr>
            <p:cNvGrpSpPr/>
            <p:nvPr/>
          </p:nvGrpSpPr>
          <p:grpSpPr>
            <a:xfrm>
              <a:off x="1588047" y="3140200"/>
              <a:ext cx="266750" cy="342900"/>
              <a:chOff x="5053733" y="4472706"/>
              <a:chExt cx="764498" cy="795862"/>
            </a:xfrm>
          </p:grpSpPr>
          <p:pic>
            <p:nvPicPr>
              <p:cNvPr id="201" name="Imagen 200">
                <a:extLst>
                  <a:ext uri="{FF2B5EF4-FFF2-40B4-BE49-F238E27FC236}">
                    <a16:creationId xmlns:a16="http://schemas.microsoft.com/office/drawing/2014/main" id="{0477F4A6-6792-D972-5961-E5C735114CD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02" name="Imagen 201">
                <a:extLst>
                  <a:ext uri="{FF2B5EF4-FFF2-40B4-BE49-F238E27FC236}">
                    <a16:creationId xmlns:a16="http://schemas.microsoft.com/office/drawing/2014/main" id="{45EF70E7-036B-BCE7-F838-7863C6EB27C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03" name="Grupo 202">
              <a:extLst>
                <a:ext uri="{FF2B5EF4-FFF2-40B4-BE49-F238E27FC236}">
                  <a16:creationId xmlns:a16="http://schemas.microsoft.com/office/drawing/2014/main" id="{B8250AE9-ACC1-1F11-3D4B-EC252850087D}"/>
                </a:ext>
              </a:extLst>
            </p:cNvPr>
            <p:cNvGrpSpPr/>
            <p:nvPr/>
          </p:nvGrpSpPr>
          <p:grpSpPr>
            <a:xfrm>
              <a:off x="1588047" y="2025139"/>
              <a:ext cx="266750" cy="342900"/>
              <a:chOff x="5053733" y="4472706"/>
              <a:chExt cx="764498" cy="795862"/>
            </a:xfrm>
          </p:grpSpPr>
          <p:pic>
            <p:nvPicPr>
              <p:cNvPr id="204" name="Imagen 203">
                <a:extLst>
                  <a:ext uri="{FF2B5EF4-FFF2-40B4-BE49-F238E27FC236}">
                    <a16:creationId xmlns:a16="http://schemas.microsoft.com/office/drawing/2014/main" id="{AB6F5FC2-8E45-9959-D26A-585AE8B77DF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05" name="Imagen 204">
                <a:extLst>
                  <a:ext uri="{FF2B5EF4-FFF2-40B4-BE49-F238E27FC236}">
                    <a16:creationId xmlns:a16="http://schemas.microsoft.com/office/drawing/2014/main" id="{73B484CD-393A-739C-1494-A32A7D88014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06" name="Grupo 205">
              <a:extLst>
                <a:ext uri="{FF2B5EF4-FFF2-40B4-BE49-F238E27FC236}">
                  <a16:creationId xmlns:a16="http://schemas.microsoft.com/office/drawing/2014/main" id="{7B4E7254-638A-1D61-F1C9-309F063A99F7}"/>
                </a:ext>
              </a:extLst>
            </p:cNvPr>
            <p:cNvGrpSpPr/>
            <p:nvPr/>
          </p:nvGrpSpPr>
          <p:grpSpPr>
            <a:xfrm>
              <a:off x="1588047" y="2384545"/>
              <a:ext cx="266750" cy="342900"/>
              <a:chOff x="5053733" y="4472706"/>
              <a:chExt cx="764498" cy="795862"/>
            </a:xfrm>
          </p:grpSpPr>
          <p:pic>
            <p:nvPicPr>
              <p:cNvPr id="207" name="Imagen 206">
                <a:extLst>
                  <a:ext uri="{FF2B5EF4-FFF2-40B4-BE49-F238E27FC236}">
                    <a16:creationId xmlns:a16="http://schemas.microsoft.com/office/drawing/2014/main" id="{7DAE33B7-51A6-87E9-11A6-DFB68B63D34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08" name="Imagen 207">
                <a:extLst>
                  <a:ext uri="{FF2B5EF4-FFF2-40B4-BE49-F238E27FC236}">
                    <a16:creationId xmlns:a16="http://schemas.microsoft.com/office/drawing/2014/main" id="{F93E4B24-D2B8-58DF-9D5E-CF5CCB9E44A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09" name="Grupo 208">
              <a:extLst>
                <a:ext uri="{FF2B5EF4-FFF2-40B4-BE49-F238E27FC236}">
                  <a16:creationId xmlns:a16="http://schemas.microsoft.com/office/drawing/2014/main" id="{9A4849C7-938A-EDA7-C938-18B1B1405A40}"/>
                </a:ext>
              </a:extLst>
            </p:cNvPr>
            <p:cNvGrpSpPr/>
            <p:nvPr/>
          </p:nvGrpSpPr>
          <p:grpSpPr>
            <a:xfrm>
              <a:off x="1589662" y="1291071"/>
              <a:ext cx="266750" cy="342900"/>
              <a:chOff x="5053733" y="4472706"/>
              <a:chExt cx="764498" cy="795862"/>
            </a:xfrm>
          </p:grpSpPr>
          <p:pic>
            <p:nvPicPr>
              <p:cNvPr id="210" name="Imagen 209">
                <a:extLst>
                  <a:ext uri="{FF2B5EF4-FFF2-40B4-BE49-F238E27FC236}">
                    <a16:creationId xmlns:a16="http://schemas.microsoft.com/office/drawing/2014/main" id="{776DB36F-FC0A-6679-1699-F3B3FB47C35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11" name="Imagen 210">
                <a:extLst>
                  <a:ext uri="{FF2B5EF4-FFF2-40B4-BE49-F238E27FC236}">
                    <a16:creationId xmlns:a16="http://schemas.microsoft.com/office/drawing/2014/main" id="{79AAFD35-6C20-36E8-E3CF-E006F1E2DBA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12" name="Grupo 211">
              <a:extLst>
                <a:ext uri="{FF2B5EF4-FFF2-40B4-BE49-F238E27FC236}">
                  <a16:creationId xmlns:a16="http://schemas.microsoft.com/office/drawing/2014/main" id="{644E5CC6-A993-BD82-E8BF-84F79311D23A}"/>
                </a:ext>
              </a:extLst>
            </p:cNvPr>
            <p:cNvGrpSpPr/>
            <p:nvPr/>
          </p:nvGrpSpPr>
          <p:grpSpPr>
            <a:xfrm>
              <a:off x="1588587" y="1656161"/>
              <a:ext cx="266750" cy="342900"/>
              <a:chOff x="5053733" y="4472706"/>
              <a:chExt cx="764498" cy="795862"/>
            </a:xfrm>
          </p:grpSpPr>
          <p:pic>
            <p:nvPicPr>
              <p:cNvPr id="213" name="Imagen 212">
                <a:extLst>
                  <a:ext uri="{FF2B5EF4-FFF2-40B4-BE49-F238E27FC236}">
                    <a16:creationId xmlns:a16="http://schemas.microsoft.com/office/drawing/2014/main" id="{6F8A4732-1B73-DC89-066E-F56E02BA210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14" name="Imagen 213">
                <a:extLst>
                  <a:ext uri="{FF2B5EF4-FFF2-40B4-BE49-F238E27FC236}">
                    <a16:creationId xmlns:a16="http://schemas.microsoft.com/office/drawing/2014/main" id="{DEA275D2-4604-D4D2-2C39-258F0D4A546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15" name="Grupo 214">
              <a:extLst>
                <a:ext uri="{FF2B5EF4-FFF2-40B4-BE49-F238E27FC236}">
                  <a16:creationId xmlns:a16="http://schemas.microsoft.com/office/drawing/2014/main" id="{7F0B9DB3-2467-A728-2A2B-D2BCDE205637}"/>
                </a:ext>
              </a:extLst>
            </p:cNvPr>
            <p:cNvGrpSpPr/>
            <p:nvPr/>
          </p:nvGrpSpPr>
          <p:grpSpPr>
            <a:xfrm>
              <a:off x="1588047" y="3502366"/>
              <a:ext cx="266750" cy="342900"/>
              <a:chOff x="5053733" y="4472706"/>
              <a:chExt cx="764498" cy="795862"/>
            </a:xfrm>
          </p:grpSpPr>
          <p:pic>
            <p:nvPicPr>
              <p:cNvPr id="216" name="Imagen 215">
                <a:extLst>
                  <a:ext uri="{FF2B5EF4-FFF2-40B4-BE49-F238E27FC236}">
                    <a16:creationId xmlns:a16="http://schemas.microsoft.com/office/drawing/2014/main" id="{9CB718C9-352F-BBC9-BAB3-1FC8DF5E747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17" name="Imagen 216">
                <a:extLst>
                  <a:ext uri="{FF2B5EF4-FFF2-40B4-BE49-F238E27FC236}">
                    <a16:creationId xmlns:a16="http://schemas.microsoft.com/office/drawing/2014/main" id="{32F0148A-EA86-0C15-0C2A-1659185C28C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18" name="Grupo 217">
              <a:extLst>
                <a:ext uri="{FF2B5EF4-FFF2-40B4-BE49-F238E27FC236}">
                  <a16:creationId xmlns:a16="http://schemas.microsoft.com/office/drawing/2014/main" id="{58ECA0FE-2208-68CB-3CBB-D713C4C83441}"/>
                </a:ext>
              </a:extLst>
            </p:cNvPr>
            <p:cNvGrpSpPr/>
            <p:nvPr/>
          </p:nvGrpSpPr>
          <p:grpSpPr>
            <a:xfrm>
              <a:off x="1588047" y="5311489"/>
              <a:ext cx="266750" cy="342900"/>
              <a:chOff x="5053733" y="4472706"/>
              <a:chExt cx="764498" cy="795862"/>
            </a:xfrm>
          </p:grpSpPr>
          <p:pic>
            <p:nvPicPr>
              <p:cNvPr id="219" name="Imagen 218">
                <a:extLst>
                  <a:ext uri="{FF2B5EF4-FFF2-40B4-BE49-F238E27FC236}">
                    <a16:creationId xmlns:a16="http://schemas.microsoft.com/office/drawing/2014/main" id="{4F5ED6B0-BEA5-FF85-F760-879B2146FD1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0" name="Imagen 219">
                <a:extLst>
                  <a:ext uri="{FF2B5EF4-FFF2-40B4-BE49-F238E27FC236}">
                    <a16:creationId xmlns:a16="http://schemas.microsoft.com/office/drawing/2014/main" id="{25F4DFD4-8126-5DF1-8A5A-AE1138B0CF1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21" name="Grupo 220">
              <a:extLst>
                <a:ext uri="{FF2B5EF4-FFF2-40B4-BE49-F238E27FC236}">
                  <a16:creationId xmlns:a16="http://schemas.microsoft.com/office/drawing/2014/main" id="{D0B0EF32-A67F-1A64-4AA6-8A6C3692B4DB}"/>
                </a:ext>
              </a:extLst>
            </p:cNvPr>
            <p:cNvGrpSpPr/>
            <p:nvPr/>
          </p:nvGrpSpPr>
          <p:grpSpPr>
            <a:xfrm>
              <a:off x="1588047" y="5686427"/>
              <a:ext cx="266750" cy="342900"/>
              <a:chOff x="5053733" y="4472706"/>
              <a:chExt cx="764498" cy="795862"/>
            </a:xfrm>
          </p:grpSpPr>
          <p:pic>
            <p:nvPicPr>
              <p:cNvPr id="222" name="Imagen 221">
                <a:extLst>
                  <a:ext uri="{FF2B5EF4-FFF2-40B4-BE49-F238E27FC236}">
                    <a16:creationId xmlns:a16="http://schemas.microsoft.com/office/drawing/2014/main" id="{B6CACD32-7F47-2020-5552-21AA3451025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3" name="Imagen 222">
                <a:extLst>
                  <a:ext uri="{FF2B5EF4-FFF2-40B4-BE49-F238E27FC236}">
                    <a16:creationId xmlns:a16="http://schemas.microsoft.com/office/drawing/2014/main" id="{12B81010-3E45-ABD9-1893-77CA65E7D17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24" name="Grupo 223">
              <a:extLst>
                <a:ext uri="{FF2B5EF4-FFF2-40B4-BE49-F238E27FC236}">
                  <a16:creationId xmlns:a16="http://schemas.microsoft.com/office/drawing/2014/main" id="{675A0235-799B-7887-F6D1-20BDC83EE4CA}"/>
                </a:ext>
              </a:extLst>
            </p:cNvPr>
            <p:cNvGrpSpPr/>
            <p:nvPr/>
          </p:nvGrpSpPr>
          <p:grpSpPr>
            <a:xfrm>
              <a:off x="1588047" y="4611739"/>
              <a:ext cx="266750" cy="342900"/>
              <a:chOff x="5053733" y="4472706"/>
              <a:chExt cx="764498" cy="795862"/>
            </a:xfrm>
          </p:grpSpPr>
          <p:pic>
            <p:nvPicPr>
              <p:cNvPr id="225" name="Imagen 224">
                <a:extLst>
                  <a:ext uri="{FF2B5EF4-FFF2-40B4-BE49-F238E27FC236}">
                    <a16:creationId xmlns:a16="http://schemas.microsoft.com/office/drawing/2014/main" id="{47FBFD2E-1E5B-EFFC-F84A-8299911745E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6" name="Imagen 225">
                <a:extLst>
                  <a:ext uri="{FF2B5EF4-FFF2-40B4-BE49-F238E27FC236}">
                    <a16:creationId xmlns:a16="http://schemas.microsoft.com/office/drawing/2014/main" id="{2CF7B600-2BBC-917B-55D8-511885FCA03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27" name="Grupo 226">
              <a:extLst>
                <a:ext uri="{FF2B5EF4-FFF2-40B4-BE49-F238E27FC236}">
                  <a16:creationId xmlns:a16="http://schemas.microsoft.com/office/drawing/2014/main" id="{8357C324-6D20-5AF7-A204-30FB58420FE8}"/>
                </a:ext>
              </a:extLst>
            </p:cNvPr>
            <p:cNvGrpSpPr/>
            <p:nvPr/>
          </p:nvGrpSpPr>
          <p:grpSpPr>
            <a:xfrm>
              <a:off x="1588047" y="4970263"/>
              <a:ext cx="266750" cy="342900"/>
              <a:chOff x="5053733" y="4472706"/>
              <a:chExt cx="764498" cy="795862"/>
            </a:xfrm>
          </p:grpSpPr>
          <p:pic>
            <p:nvPicPr>
              <p:cNvPr id="228" name="Imagen 227">
                <a:extLst>
                  <a:ext uri="{FF2B5EF4-FFF2-40B4-BE49-F238E27FC236}">
                    <a16:creationId xmlns:a16="http://schemas.microsoft.com/office/drawing/2014/main" id="{C1803A3A-03E6-7132-427D-D345D36B2CC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29" name="Imagen 228">
                <a:extLst>
                  <a:ext uri="{FF2B5EF4-FFF2-40B4-BE49-F238E27FC236}">
                    <a16:creationId xmlns:a16="http://schemas.microsoft.com/office/drawing/2014/main" id="{269854CF-ACF0-532D-8B43-3C6F9161097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30" name="Grupo 229">
              <a:extLst>
                <a:ext uri="{FF2B5EF4-FFF2-40B4-BE49-F238E27FC236}">
                  <a16:creationId xmlns:a16="http://schemas.microsoft.com/office/drawing/2014/main" id="{4A433F5A-2798-F927-E7DE-5490027366F2}"/>
                </a:ext>
              </a:extLst>
            </p:cNvPr>
            <p:cNvGrpSpPr/>
            <p:nvPr/>
          </p:nvGrpSpPr>
          <p:grpSpPr>
            <a:xfrm>
              <a:off x="1588047" y="3873611"/>
              <a:ext cx="266750" cy="342900"/>
              <a:chOff x="5053733" y="4472706"/>
              <a:chExt cx="764498" cy="795862"/>
            </a:xfrm>
          </p:grpSpPr>
          <p:pic>
            <p:nvPicPr>
              <p:cNvPr id="231" name="Imagen 230">
                <a:extLst>
                  <a:ext uri="{FF2B5EF4-FFF2-40B4-BE49-F238E27FC236}">
                    <a16:creationId xmlns:a16="http://schemas.microsoft.com/office/drawing/2014/main" id="{6FF6C3F3-C656-F655-3F7E-2F4933BFE37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32" name="Imagen 231">
                <a:extLst>
                  <a:ext uri="{FF2B5EF4-FFF2-40B4-BE49-F238E27FC236}">
                    <a16:creationId xmlns:a16="http://schemas.microsoft.com/office/drawing/2014/main" id="{A237CEB3-1128-2A23-8AFC-4879DB33D69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33" name="Grupo 232">
              <a:extLst>
                <a:ext uri="{FF2B5EF4-FFF2-40B4-BE49-F238E27FC236}">
                  <a16:creationId xmlns:a16="http://schemas.microsoft.com/office/drawing/2014/main" id="{ACA3532D-E0AF-B739-E5B6-78BC8B70A0CD}"/>
                </a:ext>
              </a:extLst>
            </p:cNvPr>
            <p:cNvGrpSpPr/>
            <p:nvPr/>
          </p:nvGrpSpPr>
          <p:grpSpPr>
            <a:xfrm>
              <a:off x="1588047" y="4255458"/>
              <a:ext cx="266750" cy="342900"/>
              <a:chOff x="5053733" y="4472706"/>
              <a:chExt cx="764498" cy="795862"/>
            </a:xfrm>
          </p:grpSpPr>
          <p:pic>
            <p:nvPicPr>
              <p:cNvPr id="234" name="Imagen 233">
                <a:extLst>
                  <a:ext uri="{FF2B5EF4-FFF2-40B4-BE49-F238E27FC236}">
                    <a16:creationId xmlns:a16="http://schemas.microsoft.com/office/drawing/2014/main" id="{A4CD8722-7ABC-F7BC-3528-1821E7B2604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35" name="Imagen 234">
                <a:extLst>
                  <a:ext uri="{FF2B5EF4-FFF2-40B4-BE49-F238E27FC236}">
                    <a16:creationId xmlns:a16="http://schemas.microsoft.com/office/drawing/2014/main" id="{0634980B-809F-ED62-6B74-AE17D78DFE7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39" name="Grupo 238">
              <a:extLst>
                <a:ext uri="{FF2B5EF4-FFF2-40B4-BE49-F238E27FC236}">
                  <a16:creationId xmlns:a16="http://schemas.microsoft.com/office/drawing/2014/main" id="{E1A35411-C27A-6FA7-5990-49873B226B56}"/>
                </a:ext>
              </a:extLst>
            </p:cNvPr>
            <p:cNvGrpSpPr/>
            <p:nvPr/>
          </p:nvGrpSpPr>
          <p:grpSpPr>
            <a:xfrm>
              <a:off x="1871493" y="2758116"/>
              <a:ext cx="266750" cy="342900"/>
              <a:chOff x="5053733" y="4472706"/>
              <a:chExt cx="764498" cy="795862"/>
            </a:xfrm>
          </p:grpSpPr>
          <p:pic>
            <p:nvPicPr>
              <p:cNvPr id="240" name="Imagen 239">
                <a:extLst>
                  <a:ext uri="{FF2B5EF4-FFF2-40B4-BE49-F238E27FC236}">
                    <a16:creationId xmlns:a16="http://schemas.microsoft.com/office/drawing/2014/main" id="{519DE751-EA46-D0B7-7A65-E2C29562A8A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41" name="Imagen 240">
                <a:extLst>
                  <a:ext uri="{FF2B5EF4-FFF2-40B4-BE49-F238E27FC236}">
                    <a16:creationId xmlns:a16="http://schemas.microsoft.com/office/drawing/2014/main" id="{DED27C14-629C-3D26-8B09-4BCB2C764CB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42" name="Grupo 241">
              <a:extLst>
                <a:ext uri="{FF2B5EF4-FFF2-40B4-BE49-F238E27FC236}">
                  <a16:creationId xmlns:a16="http://schemas.microsoft.com/office/drawing/2014/main" id="{605F4888-CF4D-D3E5-560D-25B209E96252}"/>
                </a:ext>
              </a:extLst>
            </p:cNvPr>
            <p:cNvGrpSpPr/>
            <p:nvPr/>
          </p:nvGrpSpPr>
          <p:grpSpPr>
            <a:xfrm>
              <a:off x="1871493" y="3140200"/>
              <a:ext cx="266750" cy="342900"/>
              <a:chOff x="5053733" y="4472706"/>
              <a:chExt cx="764498" cy="795862"/>
            </a:xfrm>
          </p:grpSpPr>
          <p:pic>
            <p:nvPicPr>
              <p:cNvPr id="243" name="Imagen 242">
                <a:extLst>
                  <a:ext uri="{FF2B5EF4-FFF2-40B4-BE49-F238E27FC236}">
                    <a16:creationId xmlns:a16="http://schemas.microsoft.com/office/drawing/2014/main" id="{E58030C8-3AA7-0A32-5B46-25271025830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44" name="Imagen 243">
                <a:extLst>
                  <a:ext uri="{FF2B5EF4-FFF2-40B4-BE49-F238E27FC236}">
                    <a16:creationId xmlns:a16="http://schemas.microsoft.com/office/drawing/2014/main" id="{0FAB5C94-0081-A2DE-3707-B77A7FD722D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45" name="Grupo 244">
              <a:extLst>
                <a:ext uri="{FF2B5EF4-FFF2-40B4-BE49-F238E27FC236}">
                  <a16:creationId xmlns:a16="http://schemas.microsoft.com/office/drawing/2014/main" id="{C4D3859A-0969-7FCF-6F3F-2BE2FD5C681F}"/>
                </a:ext>
              </a:extLst>
            </p:cNvPr>
            <p:cNvGrpSpPr/>
            <p:nvPr/>
          </p:nvGrpSpPr>
          <p:grpSpPr>
            <a:xfrm>
              <a:off x="1871493" y="2025139"/>
              <a:ext cx="266750" cy="342900"/>
              <a:chOff x="5053733" y="4472706"/>
              <a:chExt cx="764498" cy="795862"/>
            </a:xfrm>
          </p:grpSpPr>
          <p:pic>
            <p:nvPicPr>
              <p:cNvPr id="246" name="Imagen 245">
                <a:extLst>
                  <a:ext uri="{FF2B5EF4-FFF2-40B4-BE49-F238E27FC236}">
                    <a16:creationId xmlns:a16="http://schemas.microsoft.com/office/drawing/2014/main" id="{E4CACACD-0CD2-5EF4-62EA-9C079A18C25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47" name="Imagen 246">
                <a:extLst>
                  <a:ext uri="{FF2B5EF4-FFF2-40B4-BE49-F238E27FC236}">
                    <a16:creationId xmlns:a16="http://schemas.microsoft.com/office/drawing/2014/main" id="{4E9C13C5-DECB-1A9B-2D0B-1185FCF9CBA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48" name="Grupo 247">
              <a:extLst>
                <a:ext uri="{FF2B5EF4-FFF2-40B4-BE49-F238E27FC236}">
                  <a16:creationId xmlns:a16="http://schemas.microsoft.com/office/drawing/2014/main" id="{C2749EF1-05BB-2999-F538-6C31E75DC850}"/>
                </a:ext>
              </a:extLst>
            </p:cNvPr>
            <p:cNvGrpSpPr/>
            <p:nvPr/>
          </p:nvGrpSpPr>
          <p:grpSpPr>
            <a:xfrm>
              <a:off x="1871493" y="2384545"/>
              <a:ext cx="266750" cy="342900"/>
              <a:chOff x="5053733" y="4472706"/>
              <a:chExt cx="764498" cy="795862"/>
            </a:xfrm>
          </p:grpSpPr>
          <p:pic>
            <p:nvPicPr>
              <p:cNvPr id="249" name="Imagen 248">
                <a:extLst>
                  <a:ext uri="{FF2B5EF4-FFF2-40B4-BE49-F238E27FC236}">
                    <a16:creationId xmlns:a16="http://schemas.microsoft.com/office/drawing/2014/main" id="{CD5416B6-3CC9-5995-FFD9-7D5E4EC145B6}"/>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50" name="Imagen 249">
                <a:extLst>
                  <a:ext uri="{FF2B5EF4-FFF2-40B4-BE49-F238E27FC236}">
                    <a16:creationId xmlns:a16="http://schemas.microsoft.com/office/drawing/2014/main" id="{134B2D37-2F3B-5974-DA05-96A5D4D3586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51" name="Grupo 250">
              <a:extLst>
                <a:ext uri="{FF2B5EF4-FFF2-40B4-BE49-F238E27FC236}">
                  <a16:creationId xmlns:a16="http://schemas.microsoft.com/office/drawing/2014/main" id="{765C8820-4986-0317-05E2-CDBFDFB147B9}"/>
                </a:ext>
              </a:extLst>
            </p:cNvPr>
            <p:cNvGrpSpPr/>
            <p:nvPr/>
          </p:nvGrpSpPr>
          <p:grpSpPr>
            <a:xfrm>
              <a:off x="1873431" y="1291071"/>
              <a:ext cx="266750" cy="342900"/>
              <a:chOff x="5053733" y="4472706"/>
              <a:chExt cx="764498" cy="795862"/>
            </a:xfrm>
          </p:grpSpPr>
          <p:pic>
            <p:nvPicPr>
              <p:cNvPr id="252" name="Imagen 251">
                <a:extLst>
                  <a:ext uri="{FF2B5EF4-FFF2-40B4-BE49-F238E27FC236}">
                    <a16:creationId xmlns:a16="http://schemas.microsoft.com/office/drawing/2014/main" id="{33CABDA5-D351-D1FC-237B-18D2AB09562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53" name="Imagen 252">
                <a:extLst>
                  <a:ext uri="{FF2B5EF4-FFF2-40B4-BE49-F238E27FC236}">
                    <a16:creationId xmlns:a16="http://schemas.microsoft.com/office/drawing/2014/main" id="{7EAED5B4-8CCF-F05E-D3C7-D79988FF7AA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54" name="Grupo 253">
              <a:extLst>
                <a:ext uri="{FF2B5EF4-FFF2-40B4-BE49-F238E27FC236}">
                  <a16:creationId xmlns:a16="http://schemas.microsoft.com/office/drawing/2014/main" id="{5508753B-E614-1232-8174-0C03BBDECA85}"/>
                </a:ext>
              </a:extLst>
            </p:cNvPr>
            <p:cNvGrpSpPr/>
            <p:nvPr/>
          </p:nvGrpSpPr>
          <p:grpSpPr>
            <a:xfrm>
              <a:off x="1872141" y="1656161"/>
              <a:ext cx="266750" cy="342900"/>
              <a:chOff x="5053733" y="4472706"/>
              <a:chExt cx="764498" cy="795862"/>
            </a:xfrm>
          </p:grpSpPr>
          <p:pic>
            <p:nvPicPr>
              <p:cNvPr id="255" name="Imagen 254">
                <a:extLst>
                  <a:ext uri="{FF2B5EF4-FFF2-40B4-BE49-F238E27FC236}">
                    <a16:creationId xmlns:a16="http://schemas.microsoft.com/office/drawing/2014/main" id="{B7BECA10-AD69-2FCE-96A3-09E9B3B410B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56" name="Imagen 255">
                <a:extLst>
                  <a:ext uri="{FF2B5EF4-FFF2-40B4-BE49-F238E27FC236}">
                    <a16:creationId xmlns:a16="http://schemas.microsoft.com/office/drawing/2014/main" id="{76A04946-115F-E9C7-CF30-A5FAC30468A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57" name="Grupo 256">
              <a:extLst>
                <a:ext uri="{FF2B5EF4-FFF2-40B4-BE49-F238E27FC236}">
                  <a16:creationId xmlns:a16="http://schemas.microsoft.com/office/drawing/2014/main" id="{78350984-3E74-120F-8915-52FC89FD51BC}"/>
                </a:ext>
              </a:extLst>
            </p:cNvPr>
            <p:cNvGrpSpPr/>
            <p:nvPr/>
          </p:nvGrpSpPr>
          <p:grpSpPr>
            <a:xfrm>
              <a:off x="1871493" y="3502366"/>
              <a:ext cx="266750" cy="342900"/>
              <a:chOff x="5053733" y="4472706"/>
              <a:chExt cx="764498" cy="795862"/>
            </a:xfrm>
          </p:grpSpPr>
          <p:pic>
            <p:nvPicPr>
              <p:cNvPr id="258" name="Imagen 257">
                <a:extLst>
                  <a:ext uri="{FF2B5EF4-FFF2-40B4-BE49-F238E27FC236}">
                    <a16:creationId xmlns:a16="http://schemas.microsoft.com/office/drawing/2014/main" id="{8CC29E47-6FA4-5750-B1FB-E2934432092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59" name="Imagen 258">
                <a:extLst>
                  <a:ext uri="{FF2B5EF4-FFF2-40B4-BE49-F238E27FC236}">
                    <a16:creationId xmlns:a16="http://schemas.microsoft.com/office/drawing/2014/main" id="{6033BE65-4108-8A35-4FBF-D4ED8AAD0E1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60" name="Grupo 259">
              <a:extLst>
                <a:ext uri="{FF2B5EF4-FFF2-40B4-BE49-F238E27FC236}">
                  <a16:creationId xmlns:a16="http://schemas.microsoft.com/office/drawing/2014/main" id="{256EEC8E-6C8F-3CAB-711D-8CC7E8F08CF6}"/>
                </a:ext>
              </a:extLst>
            </p:cNvPr>
            <p:cNvGrpSpPr/>
            <p:nvPr/>
          </p:nvGrpSpPr>
          <p:grpSpPr>
            <a:xfrm>
              <a:off x="1871493" y="5311489"/>
              <a:ext cx="266750" cy="342900"/>
              <a:chOff x="5053733" y="4472706"/>
              <a:chExt cx="764498" cy="795862"/>
            </a:xfrm>
          </p:grpSpPr>
          <p:pic>
            <p:nvPicPr>
              <p:cNvPr id="261" name="Imagen 260">
                <a:extLst>
                  <a:ext uri="{FF2B5EF4-FFF2-40B4-BE49-F238E27FC236}">
                    <a16:creationId xmlns:a16="http://schemas.microsoft.com/office/drawing/2014/main" id="{E0DE001E-B93A-D61E-8071-033F430BF7E6}"/>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62" name="Imagen 261">
                <a:extLst>
                  <a:ext uri="{FF2B5EF4-FFF2-40B4-BE49-F238E27FC236}">
                    <a16:creationId xmlns:a16="http://schemas.microsoft.com/office/drawing/2014/main" id="{3520BFDA-0455-CE36-BC3D-7A5AC224A58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63" name="Grupo 262">
              <a:extLst>
                <a:ext uri="{FF2B5EF4-FFF2-40B4-BE49-F238E27FC236}">
                  <a16:creationId xmlns:a16="http://schemas.microsoft.com/office/drawing/2014/main" id="{C76F6B3B-76B5-34F7-B45E-158397265A70}"/>
                </a:ext>
              </a:extLst>
            </p:cNvPr>
            <p:cNvGrpSpPr/>
            <p:nvPr/>
          </p:nvGrpSpPr>
          <p:grpSpPr>
            <a:xfrm>
              <a:off x="1871493" y="5686427"/>
              <a:ext cx="266750" cy="342900"/>
              <a:chOff x="5053733" y="4472706"/>
              <a:chExt cx="764498" cy="795862"/>
            </a:xfrm>
          </p:grpSpPr>
          <p:pic>
            <p:nvPicPr>
              <p:cNvPr id="264" name="Imagen 263">
                <a:extLst>
                  <a:ext uri="{FF2B5EF4-FFF2-40B4-BE49-F238E27FC236}">
                    <a16:creationId xmlns:a16="http://schemas.microsoft.com/office/drawing/2014/main" id="{462F7E0A-6F2A-503F-E0A0-D53D0C40C93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65" name="Imagen 264">
                <a:extLst>
                  <a:ext uri="{FF2B5EF4-FFF2-40B4-BE49-F238E27FC236}">
                    <a16:creationId xmlns:a16="http://schemas.microsoft.com/office/drawing/2014/main" id="{BB622F04-DB26-A607-3EBA-15028017F6B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66" name="Grupo 265">
              <a:extLst>
                <a:ext uri="{FF2B5EF4-FFF2-40B4-BE49-F238E27FC236}">
                  <a16:creationId xmlns:a16="http://schemas.microsoft.com/office/drawing/2014/main" id="{7DE3DA2A-AD8F-0E9A-1E3F-3FC0FD3EBDDB}"/>
                </a:ext>
              </a:extLst>
            </p:cNvPr>
            <p:cNvGrpSpPr/>
            <p:nvPr/>
          </p:nvGrpSpPr>
          <p:grpSpPr>
            <a:xfrm>
              <a:off x="1871493" y="4611739"/>
              <a:ext cx="266750" cy="342900"/>
              <a:chOff x="5053733" y="4472706"/>
              <a:chExt cx="764498" cy="795862"/>
            </a:xfrm>
          </p:grpSpPr>
          <p:pic>
            <p:nvPicPr>
              <p:cNvPr id="267" name="Imagen 266">
                <a:extLst>
                  <a:ext uri="{FF2B5EF4-FFF2-40B4-BE49-F238E27FC236}">
                    <a16:creationId xmlns:a16="http://schemas.microsoft.com/office/drawing/2014/main" id="{994157D8-2D7D-5A56-586F-3865989E782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68" name="Imagen 267">
                <a:extLst>
                  <a:ext uri="{FF2B5EF4-FFF2-40B4-BE49-F238E27FC236}">
                    <a16:creationId xmlns:a16="http://schemas.microsoft.com/office/drawing/2014/main" id="{ED8BC3B5-AF6F-EA67-4AF0-AD57225B526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69" name="Grupo 268">
              <a:extLst>
                <a:ext uri="{FF2B5EF4-FFF2-40B4-BE49-F238E27FC236}">
                  <a16:creationId xmlns:a16="http://schemas.microsoft.com/office/drawing/2014/main" id="{ED675BE3-A4D5-D607-C5C0-9674FF2AFAAC}"/>
                </a:ext>
              </a:extLst>
            </p:cNvPr>
            <p:cNvGrpSpPr/>
            <p:nvPr/>
          </p:nvGrpSpPr>
          <p:grpSpPr>
            <a:xfrm>
              <a:off x="1871493" y="4970263"/>
              <a:ext cx="266750" cy="342900"/>
              <a:chOff x="5053733" y="4472706"/>
              <a:chExt cx="764498" cy="795862"/>
            </a:xfrm>
          </p:grpSpPr>
          <p:pic>
            <p:nvPicPr>
              <p:cNvPr id="270" name="Imagen 269">
                <a:extLst>
                  <a:ext uri="{FF2B5EF4-FFF2-40B4-BE49-F238E27FC236}">
                    <a16:creationId xmlns:a16="http://schemas.microsoft.com/office/drawing/2014/main" id="{84C2FCDA-390D-DB7B-85CE-F3385E5BBFF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71" name="Imagen 270">
                <a:extLst>
                  <a:ext uri="{FF2B5EF4-FFF2-40B4-BE49-F238E27FC236}">
                    <a16:creationId xmlns:a16="http://schemas.microsoft.com/office/drawing/2014/main" id="{54AC7AAB-42E9-09B6-8259-D689EC4D0CF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72" name="Grupo 271">
              <a:extLst>
                <a:ext uri="{FF2B5EF4-FFF2-40B4-BE49-F238E27FC236}">
                  <a16:creationId xmlns:a16="http://schemas.microsoft.com/office/drawing/2014/main" id="{44DF7359-9CE3-E31F-8684-2DE93E234D9F}"/>
                </a:ext>
              </a:extLst>
            </p:cNvPr>
            <p:cNvGrpSpPr/>
            <p:nvPr/>
          </p:nvGrpSpPr>
          <p:grpSpPr>
            <a:xfrm>
              <a:off x="1871493" y="3873611"/>
              <a:ext cx="266750" cy="342900"/>
              <a:chOff x="5053733" y="4472706"/>
              <a:chExt cx="764498" cy="795862"/>
            </a:xfrm>
          </p:grpSpPr>
          <p:pic>
            <p:nvPicPr>
              <p:cNvPr id="273" name="Imagen 272">
                <a:extLst>
                  <a:ext uri="{FF2B5EF4-FFF2-40B4-BE49-F238E27FC236}">
                    <a16:creationId xmlns:a16="http://schemas.microsoft.com/office/drawing/2014/main" id="{5C74926D-6035-C4C8-54A7-2FBE7832493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74" name="Imagen 273">
                <a:extLst>
                  <a:ext uri="{FF2B5EF4-FFF2-40B4-BE49-F238E27FC236}">
                    <a16:creationId xmlns:a16="http://schemas.microsoft.com/office/drawing/2014/main" id="{19F1F41D-2E3F-86AE-915F-A2ACDA9A2C9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75" name="Grupo 274">
              <a:extLst>
                <a:ext uri="{FF2B5EF4-FFF2-40B4-BE49-F238E27FC236}">
                  <a16:creationId xmlns:a16="http://schemas.microsoft.com/office/drawing/2014/main" id="{B7FD19C0-3C75-9A18-A199-1C89B7C11110}"/>
                </a:ext>
              </a:extLst>
            </p:cNvPr>
            <p:cNvGrpSpPr/>
            <p:nvPr/>
          </p:nvGrpSpPr>
          <p:grpSpPr>
            <a:xfrm>
              <a:off x="1871493" y="4255458"/>
              <a:ext cx="266750" cy="342900"/>
              <a:chOff x="5053733" y="4472706"/>
              <a:chExt cx="764498" cy="795862"/>
            </a:xfrm>
          </p:grpSpPr>
          <p:pic>
            <p:nvPicPr>
              <p:cNvPr id="276" name="Imagen 275">
                <a:extLst>
                  <a:ext uri="{FF2B5EF4-FFF2-40B4-BE49-F238E27FC236}">
                    <a16:creationId xmlns:a16="http://schemas.microsoft.com/office/drawing/2014/main" id="{3F2792AC-B01E-25FD-9B23-D313883BDB4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277" name="Imagen 276">
                <a:extLst>
                  <a:ext uri="{FF2B5EF4-FFF2-40B4-BE49-F238E27FC236}">
                    <a16:creationId xmlns:a16="http://schemas.microsoft.com/office/drawing/2014/main" id="{4A319EF9-9F34-4D9A-C837-851982300F5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281" name="Imagen 280">
              <a:extLst>
                <a:ext uri="{FF2B5EF4-FFF2-40B4-BE49-F238E27FC236}">
                  <a16:creationId xmlns:a16="http://schemas.microsoft.com/office/drawing/2014/main" id="{698851B7-1F71-800E-6579-C6AE5DDEE6AF}"/>
                </a:ext>
              </a:extLst>
            </p:cNvPr>
            <p:cNvPicPr>
              <a:picLocks noChangeAspect="1"/>
            </p:cNvPicPr>
            <p:nvPr/>
          </p:nvPicPr>
          <p:blipFill>
            <a:blip r:embed="rId5"/>
            <a:srcRect l="66027" t="77100" r="22826" b="11295"/>
            <a:stretch/>
          </p:blipFill>
          <p:spPr>
            <a:xfrm>
              <a:off x="3289911" y="1656161"/>
              <a:ext cx="266750" cy="342900"/>
            </a:xfrm>
            <a:prstGeom prst="rect">
              <a:avLst/>
            </a:prstGeom>
          </p:spPr>
        </p:pic>
        <p:pic>
          <p:nvPicPr>
            <p:cNvPr id="282" name="Imagen 281">
              <a:extLst>
                <a:ext uri="{FF2B5EF4-FFF2-40B4-BE49-F238E27FC236}">
                  <a16:creationId xmlns:a16="http://schemas.microsoft.com/office/drawing/2014/main" id="{2F28D591-29ED-7A84-6BE8-1F605296A727}"/>
                </a:ext>
              </a:extLst>
            </p:cNvPr>
            <p:cNvPicPr>
              <a:picLocks noChangeAspect="1"/>
            </p:cNvPicPr>
            <p:nvPr/>
          </p:nvPicPr>
          <p:blipFill>
            <a:blip r:embed="rId5"/>
            <a:srcRect l="23278" t="21261" r="65575" b="67134"/>
            <a:stretch/>
          </p:blipFill>
          <p:spPr>
            <a:xfrm>
              <a:off x="3006357" y="1656161"/>
              <a:ext cx="266750" cy="342900"/>
            </a:xfrm>
            <a:prstGeom prst="rect">
              <a:avLst/>
            </a:prstGeom>
          </p:spPr>
        </p:pic>
        <p:pic>
          <p:nvPicPr>
            <p:cNvPr id="283" name="Imagen 282">
              <a:extLst>
                <a:ext uri="{FF2B5EF4-FFF2-40B4-BE49-F238E27FC236}">
                  <a16:creationId xmlns:a16="http://schemas.microsoft.com/office/drawing/2014/main" id="{9B5EC423-2E5A-20CE-95C3-1BA8B153CEC5}"/>
                </a:ext>
              </a:extLst>
            </p:cNvPr>
            <p:cNvPicPr>
              <a:picLocks noChangeAspect="1"/>
            </p:cNvPicPr>
            <p:nvPr/>
          </p:nvPicPr>
          <p:blipFill>
            <a:blip r:embed="rId5"/>
            <a:srcRect l="44426" t="21260" r="44426" b="67135"/>
            <a:stretch/>
          </p:blipFill>
          <p:spPr>
            <a:xfrm>
              <a:off x="2722803" y="1656161"/>
              <a:ext cx="266750" cy="342900"/>
            </a:xfrm>
            <a:prstGeom prst="rect">
              <a:avLst/>
            </a:prstGeom>
          </p:spPr>
        </p:pic>
        <p:pic>
          <p:nvPicPr>
            <p:cNvPr id="284" name="Imagen 283">
              <a:extLst>
                <a:ext uri="{FF2B5EF4-FFF2-40B4-BE49-F238E27FC236}">
                  <a16:creationId xmlns:a16="http://schemas.microsoft.com/office/drawing/2014/main" id="{C3F42A71-8B15-1680-E0BD-A5D25216E9A8}"/>
                </a:ext>
              </a:extLst>
            </p:cNvPr>
            <p:cNvPicPr>
              <a:picLocks noChangeAspect="1"/>
            </p:cNvPicPr>
            <p:nvPr/>
          </p:nvPicPr>
          <p:blipFill>
            <a:blip r:embed="rId5"/>
            <a:srcRect l="12624" t="34906" r="76229" b="53489"/>
            <a:stretch/>
          </p:blipFill>
          <p:spPr>
            <a:xfrm>
              <a:off x="2439249" y="1656161"/>
              <a:ext cx="266750" cy="342900"/>
            </a:xfrm>
            <a:prstGeom prst="rect">
              <a:avLst/>
            </a:prstGeom>
          </p:spPr>
        </p:pic>
        <p:pic>
          <p:nvPicPr>
            <p:cNvPr id="285" name="Imagen 284">
              <a:extLst>
                <a:ext uri="{FF2B5EF4-FFF2-40B4-BE49-F238E27FC236}">
                  <a16:creationId xmlns:a16="http://schemas.microsoft.com/office/drawing/2014/main" id="{A8C2F056-A770-82CE-01C6-F6109E4D84B2}"/>
                </a:ext>
              </a:extLst>
            </p:cNvPr>
            <p:cNvPicPr>
              <a:picLocks noChangeAspect="1"/>
            </p:cNvPicPr>
            <p:nvPr/>
          </p:nvPicPr>
          <p:blipFill>
            <a:blip r:embed="rId5"/>
            <a:srcRect l="65685" t="34869" r="23168" b="53526"/>
            <a:stretch/>
          </p:blipFill>
          <p:spPr>
            <a:xfrm>
              <a:off x="2155695" y="1656161"/>
              <a:ext cx="266750" cy="342900"/>
            </a:xfrm>
            <a:prstGeom prst="rect">
              <a:avLst/>
            </a:prstGeom>
          </p:spPr>
        </p:pic>
        <p:pic>
          <p:nvPicPr>
            <p:cNvPr id="286" name="Imagen 285">
              <a:extLst>
                <a:ext uri="{FF2B5EF4-FFF2-40B4-BE49-F238E27FC236}">
                  <a16:creationId xmlns:a16="http://schemas.microsoft.com/office/drawing/2014/main" id="{F3851A39-5EA5-AF0D-5A33-946329A60153}"/>
                </a:ext>
              </a:extLst>
            </p:cNvPr>
            <p:cNvPicPr>
              <a:picLocks noChangeAspect="1"/>
            </p:cNvPicPr>
            <p:nvPr/>
          </p:nvPicPr>
          <p:blipFill>
            <a:blip r:embed="rId5"/>
            <a:srcRect l="12605" t="6975" r="76248" b="81420"/>
            <a:stretch/>
          </p:blipFill>
          <p:spPr>
            <a:xfrm>
              <a:off x="2438385" y="2025139"/>
              <a:ext cx="266750" cy="342900"/>
            </a:xfrm>
            <a:prstGeom prst="rect">
              <a:avLst/>
            </a:prstGeom>
          </p:spPr>
        </p:pic>
        <p:pic>
          <p:nvPicPr>
            <p:cNvPr id="287" name="Imagen 286">
              <a:extLst>
                <a:ext uri="{FF2B5EF4-FFF2-40B4-BE49-F238E27FC236}">
                  <a16:creationId xmlns:a16="http://schemas.microsoft.com/office/drawing/2014/main" id="{B52485FE-E0F9-44AC-9E98-0E255F67C358}"/>
                </a:ext>
              </a:extLst>
            </p:cNvPr>
            <p:cNvPicPr>
              <a:picLocks noChangeAspect="1"/>
            </p:cNvPicPr>
            <p:nvPr/>
          </p:nvPicPr>
          <p:blipFill>
            <a:blip r:embed="rId5"/>
            <a:srcRect l="23278" t="21261" r="65575" b="67134"/>
            <a:stretch/>
          </p:blipFill>
          <p:spPr>
            <a:xfrm>
              <a:off x="3005277" y="2025139"/>
              <a:ext cx="266750" cy="342900"/>
            </a:xfrm>
            <a:prstGeom prst="rect">
              <a:avLst/>
            </a:prstGeom>
          </p:spPr>
        </p:pic>
        <p:pic>
          <p:nvPicPr>
            <p:cNvPr id="288" name="Imagen 287">
              <a:extLst>
                <a:ext uri="{FF2B5EF4-FFF2-40B4-BE49-F238E27FC236}">
                  <a16:creationId xmlns:a16="http://schemas.microsoft.com/office/drawing/2014/main" id="{312A5B63-CCAA-A370-1550-15A7430E5427}"/>
                </a:ext>
              </a:extLst>
            </p:cNvPr>
            <p:cNvPicPr>
              <a:picLocks noChangeAspect="1"/>
            </p:cNvPicPr>
            <p:nvPr/>
          </p:nvPicPr>
          <p:blipFill>
            <a:blip r:embed="rId5"/>
            <a:srcRect l="23536" t="34892" r="65317" b="53503"/>
            <a:stretch/>
          </p:blipFill>
          <p:spPr>
            <a:xfrm>
              <a:off x="2154939" y="2025139"/>
              <a:ext cx="266750" cy="342900"/>
            </a:xfrm>
            <a:prstGeom prst="rect">
              <a:avLst/>
            </a:prstGeom>
          </p:spPr>
        </p:pic>
        <p:pic>
          <p:nvPicPr>
            <p:cNvPr id="289" name="Imagen 288">
              <a:extLst>
                <a:ext uri="{FF2B5EF4-FFF2-40B4-BE49-F238E27FC236}">
                  <a16:creationId xmlns:a16="http://schemas.microsoft.com/office/drawing/2014/main" id="{3583AF14-47AF-7DA8-D5CA-3F02B14F232E}"/>
                </a:ext>
              </a:extLst>
            </p:cNvPr>
            <p:cNvPicPr>
              <a:picLocks noChangeAspect="1"/>
            </p:cNvPicPr>
            <p:nvPr/>
          </p:nvPicPr>
          <p:blipFill>
            <a:blip r:embed="rId5"/>
            <a:srcRect l="44479" t="34951" r="44374" b="53444"/>
            <a:stretch/>
          </p:blipFill>
          <p:spPr>
            <a:xfrm>
              <a:off x="2721831" y="2025139"/>
              <a:ext cx="266750" cy="342900"/>
            </a:xfrm>
            <a:prstGeom prst="rect">
              <a:avLst/>
            </a:prstGeom>
          </p:spPr>
        </p:pic>
        <p:pic>
          <p:nvPicPr>
            <p:cNvPr id="290" name="Imagen 289">
              <a:extLst>
                <a:ext uri="{FF2B5EF4-FFF2-40B4-BE49-F238E27FC236}">
                  <a16:creationId xmlns:a16="http://schemas.microsoft.com/office/drawing/2014/main" id="{91EBA625-9D29-A1C2-9B16-5EF2BD293252}"/>
                </a:ext>
              </a:extLst>
            </p:cNvPr>
            <p:cNvPicPr>
              <a:picLocks noChangeAspect="1"/>
            </p:cNvPicPr>
            <p:nvPr/>
          </p:nvPicPr>
          <p:blipFill>
            <a:blip r:embed="rId5"/>
            <a:srcRect l="55103" t="34951" r="33750" b="53444"/>
            <a:stretch/>
          </p:blipFill>
          <p:spPr>
            <a:xfrm>
              <a:off x="3288723" y="2025139"/>
              <a:ext cx="266750" cy="342900"/>
            </a:xfrm>
            <a:prstGeom prst="rect">
              <a:avLst/>
            </a:prstGeom>
          </p:spPr>
        </p:pic>
        <p:pic>
          <p:nvPicPr>
            <p:cNvPr id="291" name="Imagen 290">
              <a:extLst>
                <a:ext uri="{FF2B5EF4-FFF2-40B4-BE49-F238E27FC236}">
                  <a16:creationId xmlns:a16="http://schemas.microsoft.com/office/drawing/2014/main" id="{E015EACC-108B-2AD7-A9AD-789970F45F5F}"/>
                </a:ext>
              </a:extLst>
            </p:cNvPr>
            <p:cNvPicPr>
              <a:picLocks noChangeAspect="1"/>
            </p:cNvPicPr>
            <p:nvPr/>
          </p:nvPicPr>
          <p:blipFill>
            <a:blip r:embed="rId5"/>
            <a:srcRect l="12624" t="34906" r="76229" b="53489"/>
            <a:stretch/>
          </p:blipFill>
          <p:spPr>
            <a:xfrm>
              <a:off x="3005277" y="2384545"/>
              <a:ext cx="266750" cy="342900"/>
            </a:xfrm>
            <a:prstGeom prst="rect">
              <a:avLst/>
            </a:prstGeom>
          </p:spPr>
        </p:pic>
        <p:pic>
          <p:nvPicPr>
            <p:cNvPr id="292" name="Imagen 291">
              <a:extLst>
                <a:ext uri="{FF2B5EF4-FFF2-40B4-BE49-F238E27FC236}">
                  <a16:creationId xmlns:a16="http://schemas.microsoft.com/office/drawing/2014/main" id="{C38519C5-DF28-AEF1-79EB-B3015F782CEC}"/>
                </a:ext>
              </a:extLst>
            </p:cNvPr>
            <p:cNvPicPr>
              <a:picLocks noChangeAspect="1"/>
            </p:cNvPicPr>
            <p:nvPr/>
          </p:nvPicPr>
          <p:blipFill>
            <a:blip r:embed="rId5"/>
            <a:srcRect l="12605" t="6975" r="76248" b="81420"/>
            <a:stretch/>
          </p:blipFill>
          <p:spPr>
            <a:xfrm>
              <a:off x="3572169" y="2384545"/>
              <a:ext cx="266750" cy="342900"/>
            </a:xfrm>
            <a:prstGeom prst="rect">
              <a:avLst/>
            </a:prstGeom>
          </p:spPr>
        </p:pic>
        <p:pic>
          <p:nvPicPr>
            <p:cNvPr id="293" name="Imagen 292">
              <a:extLst>
                <a:ext uri="{FF2B5EF4-FFF2-40B4-BE49-F238E27FC236}">
                  <a16:creationId xmlns:a16="http://schemas.microsoft.com/office/drawing/2014/main" id="{93F72B62-AB05-5E93-9B55-43808B7A7D3A}"/>
                </a:ext>
              </a:extLst>
            </p:cNvPr>
            <p:cNvPicPr>
              <a:picLocks noChangeAspect="1"/>
            </p:cNvPicPr>
            <p:nvPr/>
          </p:nvPicPr>
          <p:blipFill>
            <a:blip r:embed="rId5"/>
            <a:srcRect l="23315" t="6975" r="65538" b="81420"/>
            <a:stretch/>
          </p:blipFill>
          <p:spPr>
            <a:xfrm>
              <a:off x="2154939" y="2384545"/>
              <a:ext cx="266750" cy="342900"/>
            </a:xfrm>
            <a:prstGeom prst="rect">
              <a:avLst/>
            </a:prstGeom>
          </p:spPr>
        </p:pic>
        <p:pic>
          <p:nvPicPr>
            <p:cNvPr id="294" name="Imagen 293">
              <a:extLst>
                <a:ext uri="{FF2B5EF4-FFF2-40B4-BE49-F238E27FC236}">
                  <a16:creationId xmlns:a16="http://schemas.microsoft.com/office/drawing/2014/main" id="{1901556F-1276-41F4-5D4D-E34969971059}"/>
                </a:ext>
              </a:extLst>
            </p:cNvPr>
            <p:cNvPicPr>
              <a:picLocks noChangeAspect="1"/>
            </p:cNvPicPr>
            <p:nvPr/>
          </p:nvPicPr>
          <p:blipFill>
            <a:blip r:embed="rId5"/>
            <a:srcRect l="76305" t="7039" r="12548" b="81356"/>
            <a:stretch/>
          </p:blipFill>
          <p:spPr>
            <a:xfrm>
              <a:off x="2721831" y="2384545"/>
              <a:ext cx="266750" cy="342900"/>
            </a:xfrm>
            <a:prstGeom prst="rect">
              <a:avLst/>
            </a:prstGeom>
          </p:spPr>
        </p:pic>
        <p:pic>
          <p:nvPicPr>
            <p:cNvPr id="295" name="Imagen 294">
              <a:extLst>
                <a:ext uri="{FF2B5EF4-FFF2-40B4-BE49-F238E27FC236}">
                  <a16:creationId xmlns:a16="http://schemas.microsoft.com/office/drawing/2014/main" id="{91D6ADBE-5D51-E1C9-6FCA-766091E9742A}"/>
                </a:ext>
              </a:extLst>
            </p:cNvPr>
            <p:cNvPicPr>
              <a:picLocks noChangeAspect="1"/>
            </p:cNvPicPr>
            <p:nvPr/>
          </p:nvPicPr>
          <p:blipFill>
            <a:blip r:embed="rId5"/>
            <a:srcRect l="12624" t="34906" r="76229" b="53489"/>
            <a:stretch/>
          </p:blipFill>
          <p:spPr>
            <a:xfrm>
              <a:off x="2438385" y="2384545"/>
              <a:ext cx="266750" cy="342900"/>
            </a:xfrm>
            <a:prstGeom prst="rect">
              <a:avLst/>
            </a:prstGeom>
          </p:spPr>
        </p:pic>
        <p:pic>
          <p:nvPicPr>
            <p:cNvPr id="296" name="Imagen 295">
              <a:extLst>
                <a:ext uri="{FF2B5EF4-FFF2-40B4-BE49-F238E27FC236}">
                  <a16:creationId xmlns:a16="http://schemas.microsoft.com/office/drawing/2014/main" id="{FBD4C318-CAFF-7364-1F02-1C7696DF49DA}"/>
                </a:ext>
              </a:extLst>
            </p:cNvPr>
            <p:cNvPicPr>
              <a:picLocks noChangeAspect="1"/>
            </p:cNvPicPr>
            <p:nvPr/>
          </p:nvPicPr>
          <p:blipFill>
            <a:blip r:embed="rId5"/>
            <a:srcRect l="65685" t="34869" r="23168" b="53526"/>
            <a:stretch/>
          </p:blipFill>
          <p:spPr>
            <a:xfrm>
              <a:off x="3288723" y="2384545"/>
              <a:ext cx="266750" cy="342900"/>
            </a:xfrm>
            <a:prstGeom prst="rect">
              <a:avLst/>
            </a:prstGeom>
          </p:spPr>
        </p:pic>
        <p:pic>
          <p:nvPicPr>
            <p:cNvPr id="297" name="Imagen 296">
              <a:extLst>
                <a:ext uri="{FF2B5EF4-FFF2-40B4-BE49-F238E27FC236}">
                  <a16:creationId xmlns:a16="http://schemas.microsoft.com/office/drawing/2014/main" id="{873F9C00-E9EF-5989-6104-E79A6EB0D19B}"/>
                </a:ext>
              </a:extLst>
            </p:cNvPr>
            <p:cNvPicPr>
              <a:picLocks noChangeAspect="1"/>
            </p:cNvPicPr>
            <p:nvPr/>
          </p:nvPicPr>
          <p:blipFill>
            <a:blip r:embed="rId5"/>
            <a:srcRect l="12605" t="6975" r="76248" b="81420"/>
            <a:stretch/>
          </p:blipFill>
          <p:spPr>
            <a:xfrm>
              <a:off x="2721831" y="2758116"/>
              <a:ext cx="266750" cy="342900"/>
            </a:xfrm>
            <a:prstGeom prst="rect">
              <a:avLst/>
            </a:prstGeom>
          </p:spPr>
        </p:pic>
        <p:pic>
          <p:nvPicPr>
            <p:cNvPr id="298" name="Imagen 297">
              <a:extLst>
                <a:ext uri="{FF2B5EF4-FFF2-40B4-BE49-F238E27FC236}">
                  <a16:creationId xmlns:a16="http://schemas.microsoft.com/office/drawing/2014/main" id="{02BC6003-C649-D1BB-BA1B-D13D7DDB7180}"/>
                </a:ext>
              </a:extLst>
            </p:cNvPr>
            <p:cNvPicPr>
              <a:picLocks noChangeAspect="1"/>
            </p:cNvPicPr>
            <p:nvPr/>
          </p:nvPicPr>
          <p:blipFill>
            <a:blip r:embed="rId5"/>
            <a:srcRect l="23278" t="21261" r="65575" b="67134"/>
            <a:stretch/>
          </p:blipFill>
          <p:spPr>
            <a:xfrm>
              <a:off x="4139061" y="2758116"/>
              <a:ext cx="266750" cy="342900"/>
            </a:xfrm>
            <a:prstGeom prst="rect">
              <a:avLst/>
            </a:prstGeom>
          </p:spPr>
        </p:pic>
        <p:pic>
          <p:nvPicPr>
            <p:cNvPr id="299" name="Imagen 298">
              <a:extLst>
                <a:ext uri="{FF2B5EF4-FFF2-40B4-BE49-F238E27FC236}">
                  <a16:creationId xmlns:a16="http://schemas.microsoft.com/office/drawing/2014/main" id="{3B7251DC-C0D7-433B-DA3A-0AE399B35D9C}"/>
                </a:ext>
              </a:extLst>
            </p:cNvPr>
            <p:cNvPicPr>
              <a:picLocks noChangeAspect="1"/>
            </p:cNvPicPr>
            <p:nvPr/>
          </p:nvPicPr>
          <p:blipFill>
            <a:blip r:embed="rId5"/>
            <a:srcRect l="76337" t="34935" r="12515" b="53460"/>
            <a:stretch/>
          </p:blipFill>
          <p:spPr>
            <a:xfrm>
              <a:off x="3855615" y="2758116"/>
              <a:ext cx="266750" cy="342900"/>
            </a:xfrm>
            <a:prstGeom prst="rect">
              <a:avLst/>
            </a:prstGeom>
          </p:spPr>
        </p:pic>
        <p:pic>
          <p:nvPicPr>
            <p:cNvPr id="300" name="Imagen 299">
              <a:extLst>
                <a:ext uri="{FF2B5EF4-FFF2-40B4-BE49-F238E27FC236}">
                  <a16:creationId xmlns:a16="http://schemas.microsoft.com/office/drawing/2014/main" id="{36AA0C7B-6B40-F0A6-7B0D-2691AF82D8ED}"/>
                </a:ext>
              </a:extLst>
            </p:cNvPr>
            <p:cNvPicPr>
              <a:picLocks noChangeAspect="1"/>
            </p:cNvPicPr>
            <p:nvPr/>
          </p:nvPicPr>
          <p:blipFill>
            <a:blip r:embed="rId5"/>
            <a:srcRect l="12605" t="6975" r="76248" b="81420"/>
            <a:stretch/>
          </p:blipFill>
          <p:spPr>
            <a:xfrm>
              <a:off x="3288723" y="2758116"/>
              <a:ext cx="266750" cy="342900"/>
            </a:xfrm>
            <a:prstGeom prst="rect">
              <a:avLst/>
            </a:prstGeom>
          </p:spPr>
        </p:pic>
        <p:pic>
          <p:nvPicPr>
            <p:cNvPr id="301" name="Imagen 300">
              <a:extLst>
                <a:ext uri="{FF2B5EF4-FFF2-40B4-BE49-F238E27FC236}">
                  <a16:creationId xmlns:a16="http://schemas.microsoft.com/office/drawing/2014/main" id="{EAF613CB-99BD-26BB-430A-BAC0064162C3}"/>
                </a:ext>
              </a:extLst>
            </p:cNvPr>
            <p:cNvPicPr>
              <a:picLocks noChangeAspect="1"/>
            </p:cNvPicPr>
            <p:nvPr/>
          </p:nvPicPr>
          <p:blipFill>
            <a:blip r:embed="rId5"/>
            <a:srcRect l="76305" t="7039" r="12548" b="81356"/>
            <a:stretch/>
          </p:blipFill>
          <p:spPr>
            <a:xfrm>
              <a:off x="2154939" y="2758116"/>
              <a:ext cx="266750" cy="342900"/>
            </a:xfrm>
            <a:prstGeom prst="rect">
              <a:avLst/>
            </a:prstGeom>
          </p:spPr>
        </p:pic>
        <p:pic>
          <p:nvPicPr>
            <p:cNvPr id="302" name="Imagen 301">
              <a:extLst>
                <a:ext uri="{FF2B5EF4-FFF2-40B4-BE49-F238E27FC236}">
                  <a16:creationId xmlns:a16="http://schemas.microsoft.com/office/drawing/2014/main" id="{8A78136F-77B9-73B9-EE1F-3F85195B6889}"/>
                </a:ext>
              </a:extLst>
            </p:cNvPr>
            <p:cNvPicPr>
              <a:picLocks noChangeAspect="1"/>
            </p:cNvPicPr>
            <p:nvPr/>
          </p:nvPicPr>
          <p:blipFill>
            <a:blip r:embed="rId5"/>
            <a:srcRect l="55122" t="21082" r="33731" b="67313"/>
            <a:stretch/>
          </p:blipFill>
          <p:spPr>
            <a:xfrm>
              <a:off x="4422507" y="2758116"/>
              <a:ext cx="266750" cy="342900"/>
            </a:xfrm>
            <a:prstGeom prst="rect">
              <a:avLst/>
            </a:prstGeom>
          </p:spPr>
        </p:pic>
        <p:pic>
          <p:nvPicPr>
            <p:cNvPr id="303" name="Imagen 302">
              <a:extLst>
                <a:ext uri="{FF2B5EF4-FFF2-40B4-BE49-F238E27FC236}">
                  <a16:creationId xmlns:a16="http://schemas.microsoft.com/office/drawing/2014/main" id="{BE4857EB-B9F5-C884-CD13-4AF3C4A3F2BE}"/>
                </a:ext>
              </a:extLst>
            </p:cNvPr>
            <p:cNvPicPr>
              <a:picLocks noChangeAspect="1"/>
            </p:cNvPicPr>
            <p:nvPr/>
          </p:nvPicPr>
          <p:blipFill>
            <a:blip r:embed="rId5"/>
            <a:srcRect l="33853" t="34951" r="55000" b="53444"/>
            <a:stretch/>
          </p:blipFill>
          <p:spPr>
            <a:xfrm>
              <a:off x="3572169" y="2758116"/>
              <a:ext cx="266750" cy="342900"/>
            </a:xfrm>
            <a:prstGeom prst="rect">
              <a:avLst/>
            </a:prstGeom>
          </p:spPr>
        </p:pic>
        <p:pic>
          <p:nvPicPr>
            <p:cNvPr id="304" name="Imagen 303">
              <a:extLst>
                <a:ext uri="{FF2B5EF4-FFF2-40B4-BE49-F238E27FC236}">
                  <a16:creationId xmlns:a16="http://schemas.microsoft.com/office/drawing/2014/main" id="{504323EF-9EF0-69A9-A43E-A0CD99809633}"/>
                </a:ext>
              </a:extLst>
            </p:cNvPr>
            <p:cNvPicPr>
              <a:picLocks noChangeAspect="1"/>
            </p:cNvPicPr>
            <p:nvPr/>
          </p:nvPicPr>
          <p:blipFill>
            <a:blip r:embed="rId5"/>
            <a:srcRect l="76337" t="34935" r="12515" b="53460"/>
            <a:stretch/>
          </p:blipFill>
          <p:spPr>
            <a:xfrm>
              <a:off x="2438385" y="2758116"/>
              <a:ext cx="266750" cy="342900"/>
            </a:xfrm>
            <a:prstGeom prst="rect">
              <a:avLst/>
            </a:prstGeom>
          </p:spPr>
        </p:pic>
        <p:pic>
          <p:nvPicPr>
            <p:cNvPr id="305" name="Imagen 304">
              <a:extLst>
                <a:ext uri="{FF2B5EF4-FFF2-40B4-BE49-F238E27FC236}">
                  <a16:creationId xmlns:a16="http://schemas.microsoft.com/office/drawing/2014/main" id="{26E5DD6E-A286-3EEB-49FE-80668AB394BD}"/>
                </a:ext>
              </a:extLst>
            </p:cNvPr>
            <p:cNvPicPr>
              <a:picLocks noChangeAspect="1"/>
            </p:cNvPicPr>
            <p:nvPr/>
          </p:nvPicPr>
          <p:blipFill>
            <a:blip r:embed="rId5"/>
            <a:srcRect l="44426" t="49100" r="44426" b="39295"/>
            <a:stretch/>
          </p:blipFill>
          <p:spPr>
            <a:xfrm>
              <a:off x="3005277" y="2758116"/>
              <a:ext cx="266750" cy="342900"/>
            </a:xfrm>
            <a:prstGeom prst="rect">
              <a:avLst/>
            </a:prstGeom>
          </p:spPr>
        </p:pic>
        <p:pic>
          <p:nvPicPr>
            <p:cNvPr id="313" name="Imagen 312">
              <a:extLst>
                <a:ext uri="{FF2B5EF4-FFF2-40B4-BE49-F238E27FC236}">
                  <a16:creationId xmlns:a16="http://schemas.microsoft.com/office/drawing/2014/main" id="{B5C1C88B-B1E7-F0C3-8E76-E172EB38EEE7}"/>
                </a:ext>
              </a:extLst>
            </p:cNvPr>
            <p:cNvPicPr>
              <a:picLocks noChangeAspect="1"/>
            </p:cNvPicPr>
            <p:nvPr/>
          </p:nvPicPr>
          <p:blipFill>
            <a:blip r:embed="rId5"/>
            <a:srcRect l="12605" t="6975" r="76248" b="81420"/>
            <a:stretch/>
          </p:blipFill>
          <p:spPr>
            <a:xfrm>
              <a:off x="2721831" y="3502366"/>
              <a:ext cx="266750" cy="342900"/>
            </a:xfrm>
            <a:prstGeom prst="rect">
              <a:avLst/>
            </a:prstGeom>
          </p:spPr>
        </p:pic>
        <p:pic>
          <p:nvPicPr>
            <p:cNvPr id="314" name="Imagen 313">
              <a:extLst>
                <a:ext uri="{FF2B5EF4-FFF2-40B4-BE49-F238E27FC236}">
                  <a16:creationId xmlns:a16="http://schemas.microsoft.com/office/drawing/2014/main" id="{CF7AD159-A69E-EBF3-2253-B759DFC86306}"/>
                </a:ext>
              </a:extLst>
            </p:cNvPr>
            <p:cNvPicPr>
              <a:picLocks noChangeAspect="1"/>
            </p:cNvPicPr>
            <p:nvPr/>
          </p:nvPicPr>
          <p:blipFill>
            <a:blip r:embed="rId5"/>
            <a:srcRect l="12601" t="21080" r="76252" b="67315"/>
            <a:stretch/>
          </p:blipFill>
          <p:spPr>
            <a:xfrm>
              <a:off x="3572169" y="3502366"/>
              <a:ext cx="266750" cy="342900"/>
            </a:xfrm>
            <a:prstGeom prst="rect">
              <a:avLst/>
            </a:prstGeom>
          </p:spPr>
        </p:pic>
        <p:pic>
          <p:nvPicPr>
            <p:cNvPr id="315" name="Imagen 314">
              <a:extLst>
                <a:ext uri="{FF2B5EF4-FFF2-40B4-BE49-F238E27FC236}">
                  <a16:creationId xmlns:a16="http://schemas.microsoft.com/office/drawing/2014/main" id="{52AEE2C7-C058-60A8-A66E-5B2DBCC3D74F}"/>
                </a:ext>
              </a:extLst>
            </p:cNvPr>
            <p:cNvPicPr>
              <a:picLocks noChangeAspect="1"/>
            </p:cNvPicPr>
            <p:nvPr/>
          </p:nvPicPr>
          <p:blipFill>
            <a:blip r:embed="rId5"/>
            <a:srcRect l="12605" t="6975" r="76248" b="81420"/>
            <a:stretch/>
          </p:blipFill>
          <p:spPr>
            <a:xfrm>
              <a:off x="3855615" y="3502366"/>
              <a:ext cx="266750" cy="342900"/>
            </a:xfrm>
            <a:prstGeom prst="rect">
              <a:avLst/>
            </a:prstGeom>
          </p:spPr>
        </p:pic>
        <p:pic>
          <p:nvPicPr>
            <p:cNvPr id="316" name="Imagen 315">
              <a:extLst>
                <a:ext uri="{FF2B5EF4-FFF2-40B4-BE49-F238E27FC236}">
                  <a16:creationId xmlns:a16="http://schemas.microsoft.com/office/drawing/2014/main" id="{60F7FFB0-CE60-CC9E-28C5-A04F081B9B2D}"/>
                </a:ext>
              </a:extLst>
            </p:cNvPr>
            <p:cNvPicPr>
              <a:picLocks noChangeAspect="1"/>
            </p:cNvPicPr>
            <p:nvPr/>
          </p:nvPicPr>
          <p:blipFill>
            <a:blip r:embed="rId5"/>
            <a:srcRect l="76305" t="7039" r="12548" b="81356"/>
            <a:stretch/>
          </p:blipFill>
          <p:spPr>
            <a:xfrm>
              <a:off x="3288723" y="3502366"/>
              <a:ext cx="266750" cy="342900"/>
            </a:xfrm>
            <a:prstGeom prst="rect">
              <a:avLst/>
            </a:prstGeom>
          </p:spPr>
        </p:pic>
        <p:pic>
          <p:nvPicPr>
            <p:cNvPr id="317" name="Imagen 316">
              <a:extLst>
                <a:ext uri="{FF2B5EF4-FFF2-40B4-BE49-F238E27FC236}">
                  <a16:creationId xmlns:a16="http://schemas.microsoft.com/office/drawing/2014/main" id="{BFC0745D-B6DB-D450-EA9F-A94D970400B9}"/>
                </a:ext>
              </a:extLst>
            </p:cNvPr>
            <p:cNvPicPr>
              <a:picLocks noChangeAspect="1"/>
            </p:cNvPicPr>
            <p:nvPr/>
          </p:nvPicPr>
          <p:blipFill>
            <a:blip r:embed="rId5"/>
            <a:srcRect l="12601" t="21080" r="76252" b="67315"/>
            <a:stretch/>
          </p:blipFill>
          <p:spPr>
            <a:xfrm>
              <a:off x="2438385" y="3502366"/>
              <a:ext cx="266750" cy="342900"/>
            </a:xfrm>
            <a:prstGeom prst="rect">
              <a:avLst/>
            </a:prstGeom>
          </p:spPr>
        </p:pic>
        <p:pic>
          <p:nvPicPr>
            <p:cNvPr id="318" name="Imagen 317">
              <a:extLst>
                <a:ext uri="{FF2B5EF4-FFF2-40B4-BE49-F238E27FC236}">
                  <a16:creationId xmlns:a16="http://schemas.microsoft.com/office/drawing/2014/main" id="{932312B6-DCA0-34ED-7300-51E791CFCABD}"/>
                </a:ext>
              </a:extLst>
            </p:cNvPr>
            <p:cNvPicPr>
              <a:picLocks noChangeAspect="1"/>
            </p:cNvPicPr>
            <p:nvPr/>
          </p:nvPicPr>
          <p:blipFill>
            <a:blip r:embed="rId5"/>
            <a:srcRect l="23278" t="21261" r="65575" b="67134"/>
            <a:stretch/>
          </p:blipFill>
          <p:spPr>
            <a:xfrm>
              <a:off x="4139061" y="3502366"/>
              <a:ext cx="266750" cy="342900"/>
            </a:xfrm>
            <a:prstGeom prst="rect">
              <a:avLst/>
            </a:prstGeom>
          </p:spPr>
        </p:pic>
        <p:pic>
          <p:nvPicPr>
            <p:cNvPr id="319" name="Imagen 318">
              <a:extLst>
                <a:ext uri="{FF2B5EF4-FFF2-40B4-BE49-F238E27FC236}">
                  <a16:creationId xmlns:a16="http://schemas.microsoft.com/office/drawing/2014/main" id="{0993C1AD-39C8-CF90-237E-292E5DF1C95D}"/>
                </a:ext>
              </a:extLst>
            </p:cNvPr>
            <p:cNvPicPr>
              <a:picLocks noChangeAspect="1"/>
            </p:cNvPicPr>
            <p:nvPr/>
          </p:nvPicPr>
          <p:blipFill>
            <a:blip r:embed="rId5"/>
            <a:srcRect l="76281" t="21082" r="12572" b="67313"/>
            <a:stretch/>
          </p:blipFill>
          <p:spPr>
            <a:xfrm>
              <a:off x="3005277" y="3502366"/>
              <a:ext cx="266750" cy="342900"/>
            </a:xfrm>
            <a:prstGeom prst="rect">
              <a:avLst/>
            </a:prstGeom>
          </p:spPr>
        </p:pic>
        <p:pic>
          <p:nvPicPr>
            <p:cNvPr id="320" name="Imagen 319">
              <a:extLst>
                <a:ext uri="{FF2B5EF4-FFF2-40B4-BE49-F238E27FC236}">
                  <a16:creationId xmlns:a16="http://schemas.microsoft.com/office/drawing/2014/main" id="{54B29C42-0CC9-E64C-F669-D193DFDECEE3}"/>
                </a:ext>
              </a:extLst>
            </p:cNvPr>
            <p:cNvPicPr>
              <a:picLocks noChangeAspect="1"/>
            </p:cNvPicPr>
            <p:nvPr/>
          </p:nvPicPr>
          <p:blipFill>
            <a:blip r:embed="rId5"/>
            <a:srcRect l="55103" t="34951" r="33750" b="53444"/>
            <a:stretch/>
          </p:blipFill>
          <p:spPr>
            <a:xfrm>
              <a:off x="2154939" y="3502366"/>
              <a:ext cx="266750" cy="342900"/>
            </a:xfrm>
            <a:prstGeom prst="rect">
              <a:avLst/>
            </a:prstGeom>
          </p:spPr>
        </p:pic>
        <p:pic>
          <p:nvPicPr>
            <p:cNvPr id="333" name="Imagen 332">
              <a:extLst>
                <a:ext uri="{FF2B5EF4-FFF2-40B4-BE49-F238E27FC236}">
                  <a16:creationId xmlns:a16="http://schemas.microsoft.com/office/drawing/2014/main" id="{7D36A9A2-B930-A7DA-3369-F84CC5091698}"/>
                </a:ext>
              </a:extLst>
            </p:cNvPr>
            <p:cNvPicPr>
              <a:picLocks noChangeAspect="1"/>
            </p:cNvPicPr>
            <p:nvPr/>
          </p:nvPicPr>
          <p:blipFill>
            <a:blip r:embed="rId5"/>
            <a:srcRect l="23315" t="6975" r="65538" b="81420"/>
            <a:stretch/>
          </p:blipFill>
          <p:spPr>
            <a:xfrm>
              <a:off x="3572169" y="3873611"/>
              <a:ext cx="266750" cy="342900"/>
            </a:xfrm>
            <a:prstGeom prst="rect">
              <a:avLst/>
            </a:prstGeom>
          </p:spPr>
        </p:pic>
        <p:pic>
          <p:nvPicPr>
            <p:cNvPr id="334" name="Imagen 333">
              <a:extLst>
                <a:ext uri="{FF2B5EF4-FFF2-40B4-BE49-F238E27FC236}">
                  <a16:creationId xmlns:a16="http://schemas.microsoft.com/office/drawing/2014/main" id="{1AF5D4BA-15CC-3BAA-1901-A92BEB0AA7C5}"/>
                </a:ext>
              </a:extLst>
            </p:cNvPr>
            <p:cNvPicPr>
              <a:picLocks noChangeAspect="1"/>
            </p:cNvPicPr>
            <p:nvPr/>
          </p:nvPicPr>
          <p:blipFill>
            <a:blip r:embed="rId5"/>
            <a:srcRect l="12624" t="34906" r="76229" b="53489"/>
            <a:stretch/>
          </p:blipFill>
          <p:spPr>
            <a:xfrm>
              <a:off x="3005277" y="3873611"/>
              <a:ext cx="266750" cy="342900"/>
            </a:xfrm>
            <a:prstGeom prst="rect">
              <a:avLst/>
            </a:prstGeom>
          </p:spPr>
        </p:pic>
        <p:pic>
          <p:nvPicPr>
            <p:cNvPr id="335" name="Imagen 334">
              <a:extLst>
                <a:ext uri="{FF2B5EF4-FFF2-40B4-BE49-F238E27FC236}">
                  <a16:creationId xmlns:a16="http://schemas.microsoft.com/office/drawing/2014/main" id="{98D8A148-DF9F-037F-E94C-61751D8A7508}"/>
                </a:ext>
              </a:extLst>
            </p:cNvPr>
            <p:cNvPicPr>
              <a:picLocks noChangeAspect="1"/>
            </p:cNvPicPr>
            <p:nvPr/>
          </p:nvPicPr>
          <p:blipFill>
            <a:blip r:embed="rId5"/>
            <a:srcRect l="33916" t="6975" r="54937" b="81420"/>
            <a:stretch/>
          </p:blipFill>
          <p:spPr>
            <a:xfrm>
              <a:off x="2154939" y="3873611"/>
              <a:ext cx="266750" cy="342900"/>
            </a:xfrm>
            <a:prstGeom prst="rect">
              <a:avLst/>
            </a:prstGeom>
          </p:spPr>
        </p:pic>
        <p:pic>
          <p:nvPicPr>
            <p:cNvPr id="336" name="Imagen 335">
              <a:extLst>
                <a:ext uri="{FF2B5EF4-FFF2-40B4-BE49-F238E27FC236}">
                  <a16:creationId xmlns:a16="http://schemas.microsoft.com/office/drawing/2014/main" id="{ECA01582-19D7-6BD9-A43D-509F81E95318}"/>
                </a:ext>
              </a:extLst>
            </p:cNvPr>
            <p:cNvPicPr>
              <a:picLocks noChangeAspect="1"/>
            </p:cNvPicPr>
            <p:nvPr/>
          </p:nvPicPr>
          <p:blipFill>
            <a:blip r:embed="rId5"/>
            <a:srcRect l="55122" t="21082" r="33731" b="67313"/>
            <a:stretch/>
          </p:blipFill>
          <p:spPr>
            <a:xfrm>
              <a:off x="2721831" y="3873611"/>
              <a:ext cx="266750" cy="342900"/>
            </a:xfrm>
            <a:prstGeom prst="rect">
              <a:avLst/>
            </a:prstGeom>
          </p:spPr>
        </p:pic>
        <p:pic>
          <p:nvPicPr>
            <p:cNvPr id="337" name="Imagen 336">
              <a:extLst>
                <a:ext uri="{FF2B5EF4-FFF2-40B4-BE49-F238E27FC236}">
                  <a16:creationId xmlns:a16="http://schemas.microsoft.com/office/drawing/2014/main" id="{D7B8FFE9-C674-C086-66DC-A3A07F3A384D}"/>
                </a:ext>
              </a:extLst>
            </p:cNvPr>
            <p:cNvPicPr>
              <a:picLocks noChangeAspect="1"/>
            </p:cNvPicPr>
            <p:nvPr/>
          </p:nvPicPr>
          <p:blipFill>
            <a:blip r:embed="rId5"/>
            <a:srcRect l="65751" t="21142" r="23101" b="67253"/>
            <a:stretch/>
          </p:blipFill>
          <p:spPr>
            <a:xfrm>
              <a:off x="3288723" y="3873611"/>
              <a:ext cx="266750" cy="342900"/>
            </a:xfrm>
            <a:prstGeom prst="rect">
              <a:avLst/>
            </a:prstGeom>
          </p:spPr>
        </p:pic>
        <p:pic>
          <p:nvPicPr>
            <p:cNvPr id="338" name="Imagen 337">
              <a:extLst>
                <a:ext uri="{FF2B5EF4-FFF2-40B4-BE49-F238E27FC236}">
                  <a16:creationId xmlns:a16="http://schemas.microsoft.com/office/drawing/2014/main" id="{EA29EBB2-1882-AC23-F9BA-D5C9C2475BF6}"/>
                </a:ext>
              </a:extLst>
            </p:cNvPr>
            <p:cNvPicPr>
              <a:picLocks noChangeAspect="1"/>
            </p:cNvPicPr>
            <p:nvPr/>
          </p:nvPicPr>
          <p:blipFill>
            <a:blip r:embed="rId5"/>
            <a:srcRect l="12624" t="34906" r="76229" b="53489"/>
            <a:stretch/>
          </p:blipFill>
          <p:spPr>
            <a:xfrm>
              <a:off x="2438385" y="3873611"/>
              <a:ext cx="266750" cy="342900"/>
            </a:xfrm>
            <a:prstGeom prst="rect">
              <a:avLst/>
            </a:prstGeom>
          </p:spPr>
        </p:pic>
        <p:pic>
          <p:nvPicPr>
            <p:cNvPr id="341" name="Imagen 340">
              <a:extLst>
                <a:ext uri="{FF2B5EF4-FFF2-40B4-BE49-F238E27FC236}">
                  <a16:creationId xmlns:a16="http://schemas.microsoft.com/office/drawing/2014/main" id="{6ECD3A53-E7F0-2F7A-732B-8786C465A40F}"/>
                </a:ext>
              </a:extLst>
            </p:cNvPr>
            <p:cNvPicPr>
              <a:picLocks noChangeAspect="1"/>
            </p:cNvPicPr>
            <p:nvPr/>
          </p:nvPicPr>
          <p:blipFill>
            <a:blip r:embed="rId5"/>
            <a:srcRect l="12624" t="34906" r="76229" b="53489"/>
            <a:stretch/>
          </p:blipFill>
          <p:spPr>
            <a:xfrm>
              <a:off x="3572169" y="4611739"/>
              <a:ext cx="266750" cy="342900"/>
            </a:xfrm>
            <a:prstGeom prst="rect">
              <a:avLst/>
            </a:prstGeom>
          </p:spPr>
        </p:pic>
        <p:pic>
          <p:nvPicPr>
            <p:cNvPr id="344" name="Imagen 343">
              <a:extLst>
                <a:ext uri="{FF2B5EF4-FFF2-40B4-BE49-F238E27FC236}">
                  <a16:creationId xmlns:a16="http://schemas.microsoft.com/office/drawing/2014/main" id="{97CBE9AD-4167-F88F-3B13-28C30632B0C0}"/>
                </a:ext>
              </a:extLst>
            </p:cNvPr>
            <p:cNvPicPr>
              <a:picLocks noChangeAspect="1"/>
            </p:cNvPicPr>
            <p:nvPr/>
          </p:nvPicPr>
          <p:blipFill>
            <a:blip r:embed="rId5"/>
            <a:srcRect l="65751" t="21142" r="23101" b="67253"/>
            <a:stretch/>
          </p:blipFill>
          <p:spPr>
            <a:xfrm>
              <a:off x="2154939" y="5311489"/>
              <a:ext cx="266750" cy="342900"/>
            </a:xfrm>
            <a:prstGeom prst="rect">
              <a:avLst/>
            </a:prstGeom>
          </p:spPr>
        </p:pic>
        <p:pic>
          <p:nvPicPr>
            <p:cNvPr id="346" name="Imagen 345">
              <a:extLst>
                <a:ext uri="{FF2B5EF4-FFF2-40B4-BE49-F238E27FC236}">
                  <a16:creationId xmlns:a16="http://schemas.microsoft.com/office/drawing/2014/main" id="{65A2AA86-3007-76BD-0EC1-EEEEFC0818AA}"/>
                </a:ext>
              </a:extLst>
            </p:cNvPr>
            <p:cNvPicPr>
              <a:picLocks noChangeAspect="1"/>
            </p:cNvPicPr>
            <p:nvPr/>
          </p:nvPicPr>
          <p:blipFill>
            <a:blip r:embed="rId5"/>
            <a:srcRect l="12624" t="34906" r="76229" b="53489"/>
            <a:stretch/>
          </p:blipFill>
          <p:spPr>
            <a:xfrm>
              <a:off x="2438385" y="4255458"/>
              <a:ext cx="266750" cy="342900"/>
            </a:xfrm>
            <a:prstGeom prst="rect">
              <a:avLst/>
            </a:prstGeom>
          </p:spPr>
        </p:pic>
        <p:pic>
          <p:nvPicPr>
            <p:cNvPr id="347" name="Imagen 346">
              <a:extLst>
                <a:ext uri="{FF2B5EF4-FFF2-40B4-BE49-F238E27FC236}">
                  <a16:creationId xmlns:a16="http://schemas.microsoft.com/office/drawing/2014/main" id="{9B3E6308-6730-EEC5-CD7B-AC646B8C0E84}"/>
                </a:ext>
              </a:extLst>
            </p:cNvPr>
            <p:cNvPicPr>
              <a:picLocks noChangeAspect="1"/>
            </p:cNvPicPr>
            <p:nvPr/>
          </p:nvPicPr>
          <p:blipFill>
            <a:blip r:embed="rId5"/>
            <a:srcRect l="44516" t="6975" r="44337" b="81420"/>
            <a:stretch/>
          </p:blipFill>
          <p:spPr>
            <a:xfrm>
              <a:off x="2154939" y="4255458"/>
              <a:ext cx="266750" cy="342900"/>
            </a:xfrm>
            <a:prstGeom prst="rect">
              <a:avLst/>
            </a:prstGeom>
          </p:spPr>
        </p:pic>
        <p:pic>
          <p:nvPicPr>
            <p:cNvPr id="348" name="Imagen 347">
              <a:extLst>
                <a:ext uri="{FF2B5EF4-FFF2-40B4-BE49-F238E27FC236}">
                  <a16:creationId xmlns:a16="http://schemas.microsoft.com/office/drawing/2014/main" id="{8B84E290-CD15-EF06-5557-8945FBF645EA}"/>
                </a:ext>
              </a:extLst>
            </p:cNvPr>
            <p:cNvPicPr>
              <a:picLocks noChangeAspect="1"/>
            </p:cNvPicPr>
            <p:nvPr/>
          </p:nvPicPr>
          <p:blipFill>
            <a:blip r:embed="rId5"/>
            <a:srcRect l="12605" t="6975" r="76248" b="81420"/>
            <a:stretch/>
          </p:blipFill>
          <p:spPr>
            <a:xfrm>
              <a:off x="3005277" y="4255458"/>
              <a:ext cx="266750" cy="342900"/>
            </a:xfrm>
            <a:prstGeom prst="rect">
              <a:avLst/>
            </a:prstGeom>
          </p:spPr>
        </p:pic>
        <p:pic>
          <p:nvPicPr>
            <p:cNvPr id="349" name="Imagen 348">
              <a:extLst>
                <a:ext uri="{FF2B5EF4-FFF2-40B4-BE49-F238E27FC236}">
                  <a16:creationId xmlns:a16="http://schemas.microsoft.com/office/drawing/2014/main" id="{5C97DB3A-3048-A963-5CFB-03C25AD36027}"/>
                </a:ext>
              </a:extLst>
            </p:cNvPr>
            <p:cNvPicPr>
              <a:picLocks noChangeAspect="1"/>
            </p:cNvPicPr>
            <p:nvPr/>
          </p:nvPicPr>
          <p:blipFill>
            <a:blip r:embed="rId5"/>
            <a:srcRect l="12601" t="21080" r="76252" b="67315"/>
            <a:stretch/>
          </p:blipFill>
          <p:spPr>
            <a:xfrm>
              <a:off x="2721831" y="4255458"/>
              <a:ext cx="266750" cy="342900"/>
            </a:xfrm>
            <a:prstGeom prst="rect">
              <a:avLst/>
            </a:prstGeom>
          </p:spPr>
        </p:pic>
        <p:pic>
          <p:nvPicPr>
            <p:cNvPr id="350" name="Imagen 349">
              <a:extLst>
                <a:ext uri="{FF2B5EF4-FFF2-40B4-BE49-F238E27FC236}">
                  <a16:creationId xmlns:a16="http://schemas.microsoft.com/office/drawing/2014/main" id="{F766008B-D257-B8EB-9B85-8725A484C465}"/>
                </a:ext>
              </a:extLst>
            </p:cNvPr>
            <p:cNvPicPr>
              <a:picLocks noChangeAspect="1"/>
            </p:cNvPicPr>
            <p:nvPr/>
          </p:nvPicPr>
          <p:blipFill>
            <a:blip r:embed="rId5"/>
            <a:srcRect l="33916" t="6975" r="54937" b="81420"/>
            <a:stretch/>
          </p:blipFill>
          <p:spPr>
            <a:xfrm>
              <a:off x="4139061" y="4611739"/>
              <a:ext cx="266750" cy="342900"/>
            </a:xfrm>
            <a:prstGeom prst="rect">
              <a:avLst/>
            </a:prstGeom>
          </p:spPr>
        </p:pic>
        <p:pic>
          <p:nvPicPr>
            <p:cNvPr id="351" name="Imagen 350">
              <a:extLst>
                <a:ext uri="{FF2B5EF4-FFF2-40B4-BE49-F238E27FC236}">
                  <a16:creationId xmlns:a16="http://schemas.microsoft.com/office/drawing/2014/main" id="{0DB6B29E-DA20-3241-ADAB-16EF44CBAA30}"/>
                </a:ext>
              </a:extLst>
            </p:cNvPr>
            <p:cNvPicPr>
              <a:picLocks noChangeAspect="1"/>
            </p:cNvPicPr>
            <p:nvPr/>
          </p:nvPicPr>
          <p:blipFill>
            <a:blip r:embed="rId5"/>
            <a:srcRect l="23278" t="21261" r="65575" b="67134"/>
            <a:stretch/>
          </p:blipFill>
          <p:spPr>
            <a:xfrm>
              <a:off x="3005277" y="4611739"/>
              <a:ext cx="266750" cy="342900"/>
            </a:xfrm>
            <a:prstGeom prst="rect">
              <a:avLst/>
            </a:prstGeom>
          </p:spPr>
        </p:pic>
        <p:pic>
          <p:nvPicPr>
            <p:cNvPr id="352" name="Imagen 351">
              <a:extLst>
                <a:ext uri="{FF2B5EF4-FFF2-40B4-BE49-F238E27FC236}">
                  <a16:creationId xmlns:a16="http://schemas.microsoft.com/office/drawing/2014/main" id="{E8C2E673-40A2-C97D-5B1E-6A5624FEDEAA}"/>
                </a:ext>
              </a:extLst>
            </p:cNvPr>
            <p:cNvPicPr>
              <a:picLocks noChangeAspect="1"/>
            </p:cNvPicPr>
            <p:nvPr/>
          </p:nvPicPr>
          <p:blipFill>
            <a:blip r:embed="rId5"/>
            <a:srcRect l="65685" t="34869" r="23168" b="53526"/>
            <a:stretch/>
          </p:blipFill>
          <p:spPr>
            <a:xfrm>
              <a:off x="4705953" y="4611739"/>
              <a:ext cx="266750" cy="342900"/>
            </a:xfrm>
            <a:prstGeom prst="rect">
              <a:avLst/>
            </a:prstGeom>
          </p:spPr>
        </p:pic>
        <p:pic>
          <p:nvPicPr>
            <p:cNvPr id="356" name="Imagen 355">
              <a:extLst>
                <a:ext uri="{FF2B5EF4-FFF2-40B4-BE49-F238E27FC236}">
                  <a16:creationId xmlns:a16="http://schemas.microsoft.com/office/drawing/2014/main" id="{BC939072-5A09-97AC-94C7-2A5A2A894CBC}"/>
                </a:ext>
              </a:extLst>
            </p:cNvPr>
            <p:cNvPicPr>
              <a:picLocks noChangeAspect="1"/>
            </p:cNvPicPr>
            <p:nvPr/>
          </p:nvPicPr>
          <p:blipFill>
            <a:blip r:embed="rId5"/>
            <a:srcRect l="33916" t="6975" r="54937" b="81420"/>
            <a:stretch/>
          </p:blipFill>
          <p:spPr>
            <a:xfrm>
              <a:off x="3288723" y="4611739"/>
              <a:ext cx="266750" cy="342900"/>
            </a:xfrm>
            <a:prstGeom prst="rect">
              <a:avLst/>
            </a:prstGeom>
          </p:spPr>
        </p:pic>
        <p:pic>
          <p:nvPicPr>
            <p:cNvPr id="357" name="Imagen 356">
              <a:extLst>
                <a:ext uri="{FF2B5EF4-FFF2-40B4-BE49-F238E27FC236}">
                  <a16:creationId xmlns:a16="http://schemas.microsoft.com/office/drawing/2014/main" id="{7A909A6F-B33A-18C0-1F2C-F9F9672309C5}"/>
                </a:ext>
              </a:extLst>
            </p:cNvPr>
            <p:cNvPicPr>
              <a:picLocks noChangeAspect="1"/>
            </p:cNvPicPr>
            <p:nvPr/>
          </p:nvPicPr>
          <p:blipFill>
            <a:blip r:embed="rId5"/>
            <a:srcRect l="55117" t="6975" r="33736" b="81420"/>
            <a:stretch/>
          </p:blipFill>
          <p:spPr>
            <a:xfrm>
              <a:off x="2438385" y="4611739"/>
              <a:ext cx="266750" cy="342900"/>
            </a:xfrm>
            <a:prstGeom prst="rect">
              <a:avLst/>
            </a:prstGeom>
          </p:spPr>
        </p:pic>
        <p:pic>
          <p:nvPicPr>
            <p:cNvPr id="358" name="Imagen 357">
              <a:extLst>
                <a:ext uri="{FF2B5EF4-FFF2-40B4-BE49-F238E27FC236}">
                  <a16:creationId xmlns:a16="http://schemas.microsoft.com/office/drawing/2014/main" id="{6D82B94A-8398-8700-D487-3F2EF5EA7EA4}"/>
                </a:ext>
              </a:extLst>
            </p:cNvPr>
            <p:cNvPicPr>
              <a:picLocks noChangeAspect="1"/>
            </p:cNvPicPr>
            <p:nvPr/>
          </p:nvPicPr>
          <p:blipFill>
            <a:blip r:embed="rId5"/>
            <a:srcRect l="23278" t="21261" r="65575" b="67134"/>
            <a:stretch/>
          </p:blipFill>
          <p:spPr>
            <a:xfrm>
              <a:off x="4422507" y="4611739"/>
              <a:ext cx="266750" cy="342900"/>
            </a:xfrm>
            <a:prstGeom prst="rect">
              <a:avLst/>
            </a:prstGeom>
          </p:spPr>
        </p:pic>
        <p:pic>
          <p:nvPicPr>
            <p:cNvPr id="360" name="Imagen 359">
              <a:extLst>
                <a:ext uri="{FF2B5EF4-FFF2-40B4-BE49-F238E27FC236}">
                  <a16:creationId xmlns:a16="http://schemas.microsoft.com/office/drawing/2014/main" id="{2F7D31DD-FC45-CF09-9D2D-6E4B6D98A396}"/>
                </a:ext>
              </a:extLst>
            </p:cNvPr>
            <p:cNvPicPr>
              <a:picLocks noChangeAspect="1"/>
            </p:cNvPicPr>
            <p:nvPr/>
          </p:nvPicPr>
          <p:blipFill>
            <a:blip r:embed="rId5"/>
            <a:srcRect l="33771" t="49050" r="55082" b="39345"/>
            <a:stretch/>
          </p:blipFill>
          <p:spPr>
            <a:xfrm>
              <a:off x="2721831" y="4611739"/>
              <a:ext cx="266750" cy="342900"/>
            </a:xfrm>
            <a:prstGeom prst="rect">
              <a:avLst/>
            </a:prstGeom>
          </p:spPr>
        </p:pic>
        <p:pic>
          <p:nvPicPr>
            <p:cNvPr id="361" name="Imagen 360">
              <a:extLst>
                <a:ext uri="{FF2B5EF4-FFF2-40B4-BE49-F238E27FC236}">
                  <a16:creationId xmlns:a16="http://schemas.microsoft.com/office/drawing/2014/main" id="{522BFEE0-C714-63CB-AE63-DFC0BD0D1571}"/>
                </a:ext>
              </a:extLst>
            </p:cNvPr>
            <p:cNvPicPr>
              <a:picLocks noChangeAspect="1"/>
            </p:cNvPicPr>
            <p:nvPr/>
          </p:nvPicPr>
          <p:blipFill>
            <a:blip r:embed="rId5"/>
            <a:srcRect l="44426" t="49100" r="44426" b="39295"/>
            <a:stretch/>
          </p:blipFill>
          <p:spPr>
            <a:xfrm>
              <a:off x="4989399" y="4611739"/>
              <a:ext cx="266750" cy="342900"/>
            </a:xfrm>
            <a:prstGeom prst="rect">
              <a:avLst/>
            </a:prstGeom>
          </p:spPr>
        </p:pic>
        <p:grpSp>
          <p:nvGrpSpPr>
            <p:cNvPr id="366" name="Grupo 365">
              <a:extLst>
                <a:ext uri="{FF2B5EF4-FFF2-40B4-BE49-F238E27FC236}">
                  <a16:creationId xmlns:a16="http://schemas.microsoft.com/office/drawing/2014/main" id="{44AC39EC-D45E-8052-745F-3A82C6F513D9}"/>
                </a:ext>
              </a:extLst>
            </p:cNvPr>
            <p:cNvGrpSpPr/>
            <p:nvPr/>
          </p:nvGrpSpPr>
          <p:grpSpPr>
            <a:xfrm>
              <a:off x="3859814" y="1291071"/>
              <a:ext cx="266750" cy="342900"/>
              <a:chOff x="5053733" y="4472706"/>
              <a:chExt cx="764498" cy="795862"/>
            </a:xfrm>
          </p:grpSpPr>
          <p:pic>
            <p:nvPicPr>
              <p:cNvPr id="367" name="Imagen 366">
                <a:extLst>
                  <a:ext uri="{FF2B5EF4-FFF2-40B4-BE49-F238E27FC236}">
                    <a16:creationId xmlns:a16="http://schemas.microsoft.com/office/drawing/2014/main" id="{AE9254AE-B3E3-3AEE-EDCF-EEF7D6868C1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368" name="Imagen 367">
                <a:extLst>
                  <a:ext uri="{FF2B5EF4-FFF2-40B4-BE49-F238E27FC236}">
                    <a16:creationId xmlns:a16="http://schemas.microsoft.com/office/drawing/2014/main" id="{4E7D0484-3E82-12FF-556E-6604FD8277B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369" name="Grupo 368">
              <a:extLst>
                <a:ext uri="{FF2B5EF4-FFF2-40B4-BE49-F238E27FC236}">
                  <a16:creationId xmlns:a16="http://schemas.microsoft.com/office/drawing/2014/main" id="{87E470F8-A681-2B5C-62AF-16C985B7851D}"/>
                </a:ext>
              </a:extLst>
            </p:cNvPr>
            <p:cNvGrpSpPr/>
            <p:nvPr/>
          </p:nvGrpSpPr>
          <p:grpSpPr>
            <a:xfrm>
              <a:off x="3573465" y="1656161"/>
              <a:ext cx="266750" cy="342900"/>
              <a:chOff x="5053733" y="4472706"/>
              <a:chExt cx="764498" cy="795862"/>
            </a:xfrm>
          </p:grpSpPr>
          <p:pic>
            <p:nvPicPr>
              <p:cNvPr id="370" name="Imagen 369">
                <a:extLst>
                  <a:ext uri="{FF2B5EF4-FFF2-40B4-BE49-F238E27FC236}">
                    <a16:creationId xmlns:a16="http://schemas.microsoft.com/office/drawing/2014/main" id="{AC6E2123-E2AB-391F-C6D9-3AECACFC62D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371" name="Imagen 370">
                <a:extLst>
                  <a:ext uri="{FF2B5EF4-FFF2-40B4-BE49-F238E27FC236}">
                    <a16:creationId xmlns:a16="http://schemas.microsoft.com/office/drawing/2014/main" id="{E2A9B8CC-DCF0-38C0-4CF7-EE542BD0640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375" name="Grupo 374">
              <a:extLst>
                <a:ext uri="{FF2B5EF4-FFF2-40B4-BE49-F238E27FC236}">
                  <a16:creationId xmlns:a16="http://schemas.microsoft.com/office/drawing/2014/main" id="{7B1F6A74-7207-B4FD-6D32-A5D7D083F279}"/>
                </a:ext>
              </a:extLst>
            </p:cNvPr>
            <p:cNvGrpSpPr/>
            <p:nvPr/>
          </p:nvGrpSpPr>
          <p:grpSpPr>
            <a:xfrm>
              <a:off x="3855615" y="3140200"/>
              <a:ext cx="266750" cy="342900"/>
              <a:chOff x="5053733" y="4472706"/>
              <a:chExt cx="764498" cy="795862"/>
            </a:xfrm>
          </p:grpSpPr>
          <p:pic>
            <p:nvPicPr>
              <p:cNvPr id="376" name="Imagen 375">
                <a:extLst>
                  <a:ext uri="{FF2B5EF4-FFF2-40B4-BE49-F238E27FC236}">
                    <a16:creationId xmlns:a16="http://schemas.microsoft.com/office/drawing/2014/main" id="{F44016A1-9100-6CDC-6D61-DF622F9A32A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377" name="Imagen 376">
                <a:extLst>
                  <a:ext uri="{FF2B5EF4-FFF2-40B4-BE49-F238E27FC236}">
                    <a16:creationId xmlns:a16="http://schemas.microsoft.com/office/drawing/2014/main" id="{6CF9A187-83A1-1928-FD7D-F9ECD6C2277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381" name="Grupo 380">
              <a:extLst>
                <a:ext uri="{FF2B5EF4-FFF2-40B4-BE49-F238E27FC236}">
                  <a16:creationId xmlns:a16="http://schemas.microsoft.com/office/drawing/2014/main" id="{FD4731B2-64F5-FF1B-3A48-051663FF24E5}"/>
                </a:ext>
              </a:extLst>
            </p:cNvPr>
            <p:cNvGrpSpPr/>
            <p:nvPr/>
          </p:nvGrpSpPr>
          <p:grpSpPr>
            <a:xfrm>
              <a:off x="4422507" y="3502366"/>
              <a:ext cx="266750" cy="342900"/>
              <a:chOff x="5053733" y="4472706"/>
              <a:chExt cx="764498" cy="795862"/>
            </a:xfrm>
          </p:grpSpPr>
          <p:pic>
            <p:nvPicPr>
              <p:cNvPr id="382" name="Imagen 381">
                <a:extLst>
                  <a:ext uri="{FF2B5EF4-FFF2-40B4-BE49-F238E27FC236}">
                    <a16:creationId xmlns:a16="http://schemas.microsoft.com/office/drawing/2014/main" id="{AE7BB2C6-919C-84F9-E7EC-43DAEE555C5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383" name="Imagen 382">
                <a:extLst>
                  <a:ext uri="{FF2B5EF4-FFF2-40B4-BE49-F238E27FC236}">
                    <a16:creationId xmlns:a16="http://schemas.microsoft.com/office/drawing/2014/main" id="{FBEBA883-0C4A-8A24-C43D-5FEF56ED68F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384" name="Grupo 383">
              <a:extLst>
                <a:ext uri="{FF2B5EF4-FFF2-40B4-BE49-F238E27FC236}">
                  <a16:creationId xmlns:a16="http://schemas.microsoft.com/office/drawing/2014/main" id="{708EEE1F-016F-797B-03D7-EAFF2910B280}"/>
                </a:ext>
              </a:extLst>
            </p:cNvPr>
            <p:cNvGrpSpPr/>
            <p:nvPr/>
          </p:nvGrpSpPr>
          <p:grpSpPr>
            <a:xfrm>
              <a:off x="3846762" y="3873611"/>
              <a:ext cx="842490" cy="342900"/>
              <a:chOff x="3403670" y="4472706"/>
              <a:chExt cx="2414558" cy="795862"/>
            </a:xfrm>
          </p:grpSpPr>
          <p:pic>
            <p:nvPicPr>
              <p:cNvPr id="385" name="Imagen 384">
                <a:extLst>
                  <a:ext uri="{FF2B5EF4-FFF2-40B4-BE49-F238E27FC236}">
                    <a16:creationId xmlns:a16="http://schemas.microsoft.com/office/drawing/2014/main" id="{9906F3CC-A30C-E9C3-F05D-79841BE6F1BE}"/>
                  </a:ext>
                </a:extLst>
              </p:cNvPr>
              <p:cNvPicPr>
                <a:picLocks noChangeAspect="1"/>
              </p:cNvPicPr>
              <p:nvPr/>
            </p:nvPicPr>
            <p:blipFill>
              <a:blip r:embed="rId5"/>
              <a:srcRect l="65685" t="49149" r="23168" b="39246"/>
              <a:stretch/>
            </p:blipFill>
            <p:spPr>
              <a:xfrm>
                <a:off x="5053728" y="4472706"/>
                <a:ext cx="764500" cy="795862"/>
              </a:xfrm>
              <a:prstGeom prst="rect">
                <a:avLst/>
              </a:prstGeom>
            </p:spPr>
          </p:pic>
          <p:pic>
            <p:nvPicPr>
              <p:cNvPr id="386" name="Imagen 385">
                <a:extLst>
                  <a:ext uri="{FF2B5EF4-FFF2-40B4-BE49-F238E27FC236}">
                    <a16:creationId xmlns:a16="http://schemas.microsoft.com/office/drawing/2014/main" id="{D11F7F64-0CE8-02A8-A46F-E0E26E7BC29D}"/>
                  </a:ext>
                </a:extLst>
              </p:cNvPr>
              <p:cNvPicPr>
                <a:picLocks noChangeAspect="1"/>
              </p:cNvPicPr>
              <p:nvPr/>
            </p:nvPicPr>
            <p:blipFill>
              <a:blip r:embed="rId5"/>
              <a:srcRect l="68939" t="57493" r="29532" b="40331"/>
              <a:stretch/>
            </p:blipFill>
            <p:spPr>
              <a:xfrm>
                <a:off x="5383593" y="5038724"/>
                <a:ext cx="128207" cy="149225"/>
              </a:xfrm>
              <a:prstGeom prst="rect">
                <a:avLst/>
              </a:prstGeom>
            </p:spPr>
          </p:pic>
          <p:pic>
            <p:nvPicPr>
              <p:cNvPr id="7" name="Imagen 6">
                <a:extLst>
                  <a:ext uri="{FF2B5EF4-FFF2-40B4-BE49-F238E27FC236}">
                    <a16:creationId xmlns:a16="http://schemas.microsoft.com/office/drawing/2014/main" id="{C4BDE975-AD6F-0BD1-108E-C3641513ABAB}"/>
                  </a:ext>
                </a:extLst>
              </p:cNvPr>
              <p:cNvPicPr>
                <a:picLocks noChangeAspect="1"/>
              </p:cNvPicPr>
              <p:nvPr/>
            </p:nvPicPr>
            <p:blipFill>
              <a:blip r:embed="rId5"/>
              <a:srcRect l="65685" t="49149" r="23168" b="39246"/>
              <a:stretch/>
            </p:blipFill>
            <p:spPr>
              <a:xfrm>
                <a:off x="3403670" y="4472706"/>
                <a:ext cx="764500" cy="795862"/>
              </a:xfrm>
              <a:prstGeom prst="rect">
                <a:avLst/>
              </a:prstGeom>
            </p:spPr>
          </p:pic>
          <p:pic>
            <p:nvPicPr>
              <p:cNvPr id="14" name="Imagen 13">
                <a:extLst>
                  <a:ext uri="{FF2B5EF4-FFF2-40B4-BE49-F238E27FC236}">
                    <a16:creationId xmlns:a16="http://schemas.microsoft.com/office/drawing/2014/main" id="{43CE27A4-0FE1-ED21-4995-4BDFA17797BC}"/>
                  </a:ext>
                </a:extLst>
              </p:cNvPr>
              <p:cNvPicPr>
                <a:picLocks noChangeAspect="1"/>
              </p:cNvPicPr>
              <p:nvPr/>
            </p:nvPicPr>
            <p:blipFill>
              <a:blip r:embed="rId5"/>
              <a:srcRect l="68939" t="57493" r="29532" b="40331"/>
              <a:stretch/>
            </p:blipFill>
            <p:spPr>
              <a:xfrm>
                <a:off x="3733531" y="5038724"/>
                <a:ext cx="128207" cy="149225"/>
              </a:xfrm>
              <a:prstGeom prst="rect">
                <a:avLst/>
              </a:prstGeom>
            </p:spPr>
          </p:pic>
        </p:grpSp>
        <p:grpSp>
          <p:nvGrpSpPr>
            <p:cNvPr id="387" name="Grupo 386">
              <a:extLst>
                <a:ext uri="{FF2B5EF4-FFF2-40B4-BE49-F238E27FC236}">
                  <a16:creationId xmlns:a16="http://schemas.microsoft.com/office/drawing/2014/main" id="{B1F7C652-A4D5-491C-3A05-680917D72713}"/>
                </a:ext>
              </a:extLst>
            </p:cNvPr>
            <p:cNvGrpSpPr/>
            <p:nvPr/>
          </p:nvGrpSpPr>
          <p:grpSpPr>
            <a:xfrm>
              <a:off x="4705953" y="3873611"/>
              <a:ext cx="266750" cy="342900"/>
              <a:chOff x="5053733" y="4472706"/>
              <a:chExt cx="764498" cy="795862"/>
            </a:xfrm>
          </p:grpSpPr>
          <p:pic>
            <p:nvPicPr>
              <p:cNvPr id="388" name="Imagen 387">
                <a:extLst>
                  <a:ext uri="{FF2B5EF4-FFF2-40B4-BE49-F238E27FC236}">
                    <a16:creationId xmlns:a16="http://schemas.microsoft.com/office/drawing/2014/main" id="{3DB907CD-A79D-F4D3-772F-44B44039268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389" name="Imagen 388">
                <a:extLst>
                  <a:ext uri="{FF2B5EF4-FFF2-40B4-BE49-F238E27FC236}">
                    <a16:creationId xmlns:a16="http://schemas.microsoft.com/office/drawing/2014/main" id="{633CE0B3-5DBC-F530-9D46-0995C97B128A}"/>
                  </a:ext>
                </a:extLst>
              </p:cNvPr>
              <p:cNvPicPr>
                <a:picLocks noChangeAspect="1"/>
              </p:cNvPicPr>
              <p:nvPr/>
            </p:nvPicPr>
            <p:blipFill>
              <a:blip r:embed="rId5"/>
              <a:srcRect l="68939" t="57493" r="29532" b="40331"/>
              <a:stretch/>
            </p:blipFill>
            <p:spPr>
              <a:xfrm>
                <a:off x="5383592" y="5038724"/>
                <a:ext cx="128207" cy="149225"/>
              </a:xfrm>
              <a:prstGeom prst="rect">
                <a:avLst/>
              </a:prstGeom>
            </p:spPr>
          </p:pic>
        </p:grpSp>
        <p:grpSp>
          <p:nvGrpSpPr>
            <p:cNvPr id="393" name="Grupo 392">
              <a:extLst>
                <a:ext uri="{FF2B5EF4-FFF2-40B4-BE49-F238E27FC236}">
                  <a16:creationId xmlns:a16="http://schemas.microsoft.com/office/drawing/2014/main" id="{DD4F9A12-7ECE-5DCC-B0BB-7279D4017739}"/>
                </a:ext>
              </a:extLst>
            </p:cNvPr>
            <p:cNvGrpSpPr/>
            <p:nvPr/>
          </p:nvGrpSpPr>
          <p:grpSpPr>
            <a:xfrm>
              <a:off x="4989399" y="4255458"/>
              <a:ext cx="266750" cy="342900"/>
              <a:chOff x="5053733" y="4472706"/>
              <a:chExt cx="764498" cy="795862"/>
            </a:xfrm>
          </p:grpSpPr>
          <p:pic>
            <p:nvPicPr>
              <p:cNvPr id="394" name="Imagen 393">
                <a:extLst>
                  <a:ext uri="{FF2B5EF4-FFF2-40B4-BE49-F238E27FC236}">
                    <a16:creationId xmlns:a16="http://schemas.microsoft.com/office/drawing/2014/main" id="{BACC7419-7356-88B1-6744-C3661113B00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395" name="Imagen 394">
                <a:extLst>
                  <a:ext uri="{FF2B5EF4-FFF2-40B4-BE49-F238E27FC236}">
                    <a16:creationId xmlns:a16="http://schemas.microsoft.com/office/drawing/2014/main" id="{559CB285-643B-E7F3-BBCF-D63EB9D8505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08" name="Grupo 407">
              <a:extLst>
                <a:ext uri="{FF2B5EF4-FFF2-40B4-BE49-F238E27FC236}">
                  <a16:creationId xmlns:a16="http://schemas.microsoft.com/office/drawing/2014/main" id="{649E931F-1969-106A-510B-F21C8CD91C5E}"/>
                </a:ext>
              </a:extLst>
            </p:cNvPr>
            <p:cNvGrpSpPr/>
            <p:nvPr/>
          </p:nvGrpSpPr>
          <p:grpSpPr>
            <a:xfrm>
              <a:off x="4143583" y="1291071"/>
              <a:ext cx="266750" cy="342900"/>
              <a:chOff x="5053733" y="4472706"/>
              <a:chExt cx="764498" cy="795862"/>
            </a:xfrm>
          </p:grpSpPr>
          <p:pic>
            <p:nvPicPr>
              <p:cNvPr id="409" name="Imagen 408">
                <a:extLst>
                  <a:ext uri="{FF2B5EF4-FFF2-40B4-BE49-F238E27FC236}">
                    <a16:creationId xmlns:a16="http://schemas.microsoft.com/office/drawing/2014/main" id="{B4E52266-1ACB-A2FA-B409-86BA897AC4D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10" name="Imagen 409">
                <a:extLst>
                  <a:ext uri="{FF2B5EF4-FFF2-40B4-BE49-F238E27FC236}">
                    <a16:creationId xmlns:a16="http://schemas.microsoft.com/office/drawing/2014/main" id="{3869E598-4710-F40C-1679-B2F47417C94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11" name="Grupo 410">
              <a:extLst>
                <a:ext uri="{FF2B5EF4-FFF2-40B4-BE49-F238E27FC236}">
                  <a16:creationId xmlns:a16="http://schemas.microsoft.com/office/drawing/2014/main" id="{2F685813-C141-B94E-F45C-BC3E55E98230}"/>
                </a:ext>
              </a:extLst>
            </p:cNvPr>
            <p:cNvGrpSpPr/>
            <p:nvPr/>
          </p:nvGrpSpPr>
          <p:grpSpPr>
            <a:xfrm>
              <a:off x="4427352" y="1291071"/>
              <a:ext cx="266750" cy="342900"/>
              <a:chOff x="5053733" y="4472706"/>
              <a:chExt cx="764498" cy="795862"/>
            </a:xfrm>
          </p:grpSpPr>
          <p:pic>
            <p:nvPicPr>
              <p:cNvPr id="412" name="Imagen 411">
                <a:extLst>
                  <a:ext uri="{FF2B5EF4-FFF2-40B4-BE49-F238E27FC236}">
                    <a16:creationId xmlns:a16="http://schemas.microsoft.com/office/drawing/2014/main" id="{79804AB5-D598-D46F-79EC-972C292DB52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13" name="Imagen 412">
                <a:extLst>
                  <a:ext uri="{FF2B5EF4-FFF2-40B4-BE49-F238E27FC236}">
                    <a16:creationId xmlns:a16="http://schemas.microsoft.com/office/drawing/2014/main" id="{3ACCB402-30ED-78BC-3EF1-DB59C625957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20" name="Grupo 419">
              <a:extLst>
                <a:ext uri="{FF2B5EF4-FFF2-40B4-BE49-F238E27FC236}">
                  <a16:creationId xmlns:a16="http://schemas.microsoft.com/office/drawing/2014/main" id="{F426690A-14E4-074B-6848-98848FD4D786}"/>
                </a:ext>
              </a:extLst>
            </p:cNvPr>
            <p:cNvGrpSpPr/>
            <p:nvPr/>
          </p:nvGrpSpPr>
          <p:grpSpPr>
            <a:xfrm>
              <a:off x="4139061" y="3140200"/>
              <a:ext cx="266750" cy="342900"/>
              <a:chOff x="5053733" y="4472706"/>
              <a:chExt cx="764498" cy="795862"/>
            </a:xfrm>
          </p:grpSpPr>
          <p:pic>
            <p:nvPicPr>
              <p:cNvPr id="421" name="Imagen 420">
                <a:extLst>
                  <a:ext uri="{FF2B5EF4-FFF2-40B4-BE49-F238E27FC236}">
                    <a16:creationId xmlns:a16="http://schemas.microsoft.com/office/drawing/2014/main" id="{8A0EB257-8760-11E7-FA35-AF9C03CD40A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22" name="Imagen 421">
                <a:extLst>
                  <a:ext uri="{FF2B5EF4-FFF2-40B4-BE49-F238E27FC236}">
                    <a16:creationId xmlns:a16="http://schemas.microsoft.com/office/drawing/2014/main" id="{FC95DE45-813D-2FC6-ED19-A45E69A3B72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23" name="Grupo 422">
              <a:extLst>
                <a:ext uri="{FF2B5EF4-FFF2-40B4-BE49-F238E27FC236}">
                  <a16:creationId xmlns:a16="http://schemas.microsoft.com/office/drawing/2014/main" id="{D7D50EDA-6EB1-8825-6EE2-FD83FFA41723}"/>
                </a:ext>
              </a:extLst>
            </p:cNvPr>
            <p:cNvGrpSpPr/>
            <p:nvPr/>
          </p:nvGrpSpPr>
          <p:grpSpPr>
            <a:xfrm>
              <a:off x="4422507" y="3140200"/>
              <a:ext cx="266750" cy="342900"/>
              <a:chOff x="5053733" y="4472706"/>
              <a:chExt cx="764498" cy="795862"/>
            </a:xfrm>
          </p:grpSpPr>
          <p:pic>
            <p:nvPicPr>
              <p:cNvPr id="424" name="Imagen 423">
                <a:extLst>
                  <a:ext uri="{FF2B5EF4-FFF2-40B4-BE49-F238E27FC236}">
                    <a16:creationId xmlns:a16="http://schemas.microsoft.com/office/drawing/2014/main" id="{69E41F49-F166-5F05-AA16-9F7BD20B948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25" name="Imagen 424">
                <a:extLst>
                  <a:ext uri="{FF2B5EF4-FFF2-40B4-BE49-F238E27FC236}">
                    <a16:creationId xmlns:a16="http://schemas.microsoft.com/office/drawing/2014/main" id="{9767ABB7-FA56-CF4D-DDF8-EFC15EF5D88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29" name="Grupo 428">
              <a:extLst>
                <a:ext uri="{FF2B5EF4-FFF2-40B4-BE49-F238E27FC236}">
                  <a16:creationId xmlns:a16="http://schemas.microsoft.com/office/drawing/2014/main" id="{AB0DD152-3E1B-3D1F-0CF5-FACF9F07C2B5}"/>
                </a:ext>
              </a:extLst>
            </p:cNvPr>
            <p:cNvGrpSpPr/>
            <p:nvPr/>
          </p:nvGrpSpPr>
          <p:grpSpPr>
            <a:xfrm>
              <a:off x="4989399" y="3502366"/>
              <a:ext cx="266750" cy="342900"/>
              <a:chOff x="5053733" y="4472706"/>
              <a:chExt cx="764498" cy="795862"/>
            </a:xfrm>
          </p:grpSpPr>
          <p:pic>
            <p:nvPicPr>
              <p:cNvPr id="430" name="Imagen 429">
                <a:extLst>
                  <a:ext uri="{FF2B5EF4-FFF2-40B4-BE49-F238E27FC236}">
                    <a16:creationId xmlns:a16="http://schemas.microsoft.com/office/drawing/2014/main" id="{2722D552-8F93-92B4-1893-EDA6B50F5F1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31" name="Imagen 430">
                <a:extLst>
                  <a:ext uri="{FF2B5EF4-FFF2-40B4-BE49-F238E27FC236}">
                    <a16:creationId xmlns:a16="http://schemas.microsoft.com/office/drawing/2014/main" id="{9FE0B9F8-0608-619D-CD9B-06C7C342016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32" name="Grupo 431">
              <a:extLst>
                <a:ext uri="{FF2B5EF4-FFF2-40B4-BE49-F238E27FC236}">
                  <a16:creationId xmlns:a16="http://schemas.microsoft.com/office/drawing/2014/main" id="{8BE853FD-8386-24BC-77D7-4A77FBADD0AA}"/>
                </a:ext>
              </a:extLst>
            </p:cNvPr>
            <p:cNvGrpSpPr/>
            <p:nvPr/>
          </p:nvGrpSpPr>
          <p:grpSpPr>
            <a:xfrm>
              <a:off x="4989399" y="3873611"/>
              <a:ext cx="266750" cy="342900"/>
              <a:chOff x="5053733" y="4472706"/>
              <a:chExt cx="764498" cy="795862"/>
            </a:xfrm>
          </p:grpSpPr>
          <p:pic>
            <p:nvPicPr>
              <p:cNvPr id="433" name="Imagen 432">
                <a:extLst>
                  <a:ext uri="{FF2B5EF4-FFF2-40B4-BE49-F238E27FC236}">
                    <a16:creationId xmlns:a16="http://schemas.microsoft.com/office/drawing/2014/main" id="{8BD40AA5-3F5D-D16B-B381-C0C368DC85C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34" name="Imagen 433">
                <a:extLst>
                  <a:ext uri="{FF2B5EF4-FFF2-40B4-BE49-F238E27FC236}">
                    <a16:creationId xmlns:a16="http://schemas.microsoft.com/office/drawing/2014/main" id="{109F0746-74EF-B3A0-7097-51157753A87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41" name="Grupo 440">
              <a:extLst>
                <a:ext uri="{FF2B5EF4-FFF2-40B4-BE49-F238E27FC236}">
                  <a16:creationId xmlns:a16="http://schemas.microsoft.com/office/drawing/2014/main" id="{74FE6894-F749-9904-6ED0-A89DECE33178}"/>
                </a:ext>
              </a:extLst>
            </p:cNvPr>
            <p:cNvGrpSpPr/>
            <p:nvPr/>
          </p:nvGrpSpPr>
          <p:grpSpPr>
            <a:xfrm>
              <a:off x="4994890" y="1291071"/>
              <a:ext cx="266750" cy="342900"/>
              <a:chOff x="5053733" y="4472706"/>
              <a:chExt cx="764498" cy="795862"/>
            </a:xfrm>
          </p:grpSpPr>
          <p:pic>
            <p:nvPicPr>
              <p:cNvPr id="442" name="Imagen 441">
                <a:extLst>
                  <a:ext uri="{FF2B5EF4-FFF2-40B4-BE49-F238E27FC236}">
                    <a16:creationId xmlns:a16="http://schemas.microsoft.com/office/drawing/2014/main" id="{5B466C47-D973-9063-1300-52F986786F8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43" name="Imagen 442">
                <a:extLst>
                  <a:ext uri="{FF2B5EF4-FFF2-40B4-BE49-F238E27FC236}">
                    <a16:creationId xmlns:a16="http://schemas.microsoft.com/office/drawing/2014/main" id="{FDF9E87E-EEE5-98CA-5EAE-00791B4F3B5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47" name="Grupo 446">
              <a:extLst>
                <a:ext uri="{FF2B5EF4-FFF2-40B4-BE49-F238E27FC236}">
                  <a16:creationId xmlns:a16="http://schemas.microsoft.com/office/drawing/2014/main" id="{3052FD93-2A27-653E-B722-B8017201A5E0}"/>
                </a:ext>
              </a:extLst>
            </p:cNvPr>
            <p:cNvGrpSpPr/>
            <p:nvPr/>
          </p:nvGrpSpPr>
          <p:grpSpPr>
            <a:xfrm>
              <a:off x="4989399" y="3140200"/>
              <a:ext cx="266750" cy="342900"/>
              <a:chOff x="5053733" y="4472706"/>
              <a:chExt cx="764498" cy="795862"/>
            </a:xfrm>
          </p:grpSpPr>
          <p:pic>
            <p:nvPicPr>
              <p:cNvPr id="448" name="Imagen 447">
                <a:extLst>
                  <a:ext uri="{FF2B5EF4-FFF2-40B4-BE49-F238E27FC236}">
                    <a16:creationId xmlns:a16="http://schemas.microsoft.com/office/drawing/2014/main" id="{286E067A-0028-C3BC-B543-F784157574F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49" name="Imagen 448">
                <a:extLst>
                  <a:ext uri="{FF2B5EF4-FFF2-40B4-BE49-F238E27FC236}">
                    <a16:creationId xmlns:a16="http://schemas.microsoft.com/office/drawing/2014/main" id="{335DFAE7-9375-82B4-9796-386CBABBA45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50" name="Grupo 449">
              <a:extLst>
                <a:ext uri="{FF2B5EF4-FFF2-40B4-BE49-F238E27FC236}">
                  <a16:creationId xmlns:a16="http://schemas.microsoft.com/office/drawing/2014/main" id="{60984B2D-E5A8-98E4-27EE-EE18D16295C1}"/>
                </a:ext>
              </a:extLst>
            </p:cNvPr>
            <p:cNvGrpSpPr/>
            <p:nvPr/>
          </p:nvGrpSpPr>
          <p:grpSpPr>
            <a:xfrm>
              <a:off x="4705953" y="3502366"/>
              <a:ext cx="266750" cy="342900"/>
              <a:chOff x="5053733" y="4472706"/>
              <a:chExt cx="764498" cy="795862"/>
            </a:xfrm>
          </p:grpSpPr>
          <p:pic>
            <p:nvPicPr>
              <p:cNvPr id="451" name="Imagen 450">
                <a:extLst>
                  <a:ext uri="{FF2B5EF4-FFF2-40B4-BE49-F238E27FC236}">
                    <a16:creationId xmlns:a16="http://schemas.microsoft.com/office/drawing/2014/main" id="{51C05D95-C00F-B62A-DE4E-46C2A3433E1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52" name="Imagen 451">
                <a:extLst>
                  <a:ext uri="{FF2B5EF4-FFF2-40B4-BE49-F238E27FC236}">
                    <a16:creationId xmlns:a16="http://schemas.microsoft.com/office/drawing/2014/main" id="{13ABC6B2-59FD-B2C6-CCB0-27309752B74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62" name="Grupo 461">
              <a:extLst>
                <a:ext uri="{FF2B5EF4-FFF2-40B4-BE49-F238E27FC236}">
                  <a16:creationId xmlns:a16="http://schemas.microsoft.com/office/drawing/2014/main" id="{020164FD-479A-99E8-9BFB-5D6F138A047B}"/>
                </a:ext>
              </a:extLst>
            </p:cNvPr>
            <p:cNvGrpSpPr/>
            <p:nvPr/>
          </p:nvGrpSpPr>
          <p:grpSpPr>
            <a:xfrm>
              <a:off x="4711121" y="1291071"/>
              <a:ext cx="266750" cy="342900"/>
              <a:chOff x="5053733" y="4472706"/>
              <a:chExt cx="764498" cy="795862"/>
            </a:xfrm>
          </p:grpSpPr>
          <p:pic>
            <p:nvPicPr>
              <p:cNvPr id="463" name="Imagen 462">
                <a:extLst>
                  <a:ext uri="{FF2B5EF4-FFF2-40B4-BE49-F238E27FC236}">
                    <a16:creationId xmlns:a16="http://schemas.microsoft.com/office/drawing/2014/main" id="{B8F12E42-B74D-C2C2-0306-7B689151B7D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64" name="Imagen 463">
                <a:extLst>
                  <a:ext uri="{FF2B5EF4-FFF2-40B4-BE49-F238E27FC236}">
                    <a16:creationId xmlns:a16="http://schemas.microsoft.com/office/drawing/2014/main" id="{B3997AEF-B291-A8EC-4F08-6FB496E91B3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68" name="Grupo 467">
              <a:extLst>
                <a:ext uri="{FF2B5EF4-FFF2-40B4-BE49-F238E27FC236}">
                  <a16:creationId xmlns:a16="http://schemas.microsoft.com/office/drawing/2014/main" id="{0E16BE72-E224-9296-DD44-9291E6C27CF4}"/>
                </a:ext>
              </a:extLst>
            </p:cNvPr>
            <p:cNvGrpSpPr/>
            <p:nvPr/>
          </p:nvGrpSpPr>
          <p:grpSpPr>
            <a:xfrm>
              <a:off x="4705953" y="3140200"/>
              <a:ext cx="266750" cy="342900"/>
              <a:chOff x="5053733" y="4472706"/>
              <a:chExt cx="764498" cy="795862"/>
            </a:xfrm>
          </p:grpSpPr>
          <p:pic>
            <p:nvPicPr>
              <p:cNvPr id="469" name="Imagen 468">
                <a:extLst>
                  <a:ext uri="{FF2B5EF4-FFF2-40B4-BE49-F238E27FC236}">
                    <a16:creationId xmlns:a16="http://schemas.microsoft.com/office/drawing/2014/main" id="{48DFF698-90BB-5DE3-6874-E55F941EAFB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70" name="Imagen 469">
                <a:extLst>
                  <a:ext uri="{FF2B5EF4-FFF2-40B4-BE49-F238E27FC236}">
                    <a16:creationId xmlns:a16="http://schemas.microsoft.com/office/drawing/2014/main" id="{1DE1ACA5-40BB-45ED-15D5-A604321F3C7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471" name="Imagen 470">
              <a:extLst>
                <a:ext uri="{FF2B5EF4-FFF2-40B4-BE49-F238E27FC236}">
                  <a16:creationId xmlns:a16="http://schemas.microsoft.com/office/drawing/2014/main" id="{3B2F6C5B-3F3C-E0AB-7E87-7438E0221DBF}"/>
                </a:ext>
              </a:extLst>
            </p:cNvPr>
            <p:cNvPicPr>
              <a:picLocks noChangeAspect="1"/>
            </p:cNvPicPr>
            <p:nvPr/>
          </p:nvPicPr>
          <p:blipFill>
            <a:blip r:embed="rId5"/>
            <a:srcRect l="12601" t="21080" r="76252" b="67315"/>
            <a:stretch/>
          </p:blipFill>
          <p:spPr>
            <a:xfrm>
              <a:off x="2154939" y="4970263"/>
              <a:ext cx="266750" cy="342900"/>
            </a:xfrm>
            <a:prstGeom prst="rect">
              <a:avLst/>
            </a:prstGeom>
          </p:spPr>
        </p:pic>
        <p:pic>
          <p:nvPicPr>
            <p:cNvPr id="472" name="Imagen 471">
              <a:extLst>
                <a:ext uri="{FF2B5EF4-FFF2-40B4-BE49-F238E27FC236}">
                  <a16:creationId xmlns:a16="http://schemas.microsoft.com/office/drawing/2014/main" id="{BF98EE8F-BA49-1E6E-1A2D-D1BE30B5980A}"/>
                </a:ext>
              </a:extLst>
            </p:cNvPr>
            <p:cNvPicPr>
              <a:picLocks noChangeAspect="1"/>
            </p:cNvPicPr>
            <p:nvPr/>
          </p:nvPicPr>
          <p:blipFill>
            <a:blip r:embed="rId5"/>
            <a:srcRect l="12605" t="6975" r="76248" b="81420"/>
            <a:stretch/>
          </p:blipFill>
          <p:spPr>
            <a:xfrm>
              <a:off x="2438385" y="5311489"/>
              <a:ext cx="266750" cy="342900"/>
            </a:xfrm>
            <a:prstGeom prst="rect">
              <a:avLst/>
            </a:prstGeom>
          </p:spPr>
        </p:pic>
        <p:pic>
          <p:nvPicPr>
            <p:cNvPr id="473" name="Imagen 472">
              <a:extLst>
                <a:ext uri="{FF2B5EF4-FFF2-40B4-BE49-F238E27FC236}">
                  <a16:creationId xmlns:a16="http://schemas.microsoft.com/office/drawing/2014/main" id="{B3F8EC79-8261-2682-5720-BBBDE60352E3}"/>
                </a:ext>
              </a:extLst>
            </p:cNvPr>
            <p:cNvPicPr>
              <a:picLocks noChangeAspect="1"/>
            </p:cNvPicPr>
            <p:nvPr/>
          </p:nvPicPr>
          <p:blipFill>
            <a:blip r:embed="rId5"/>
            <a:srcRect l="76281" t="21082" r="12572" b="67313"/>
            <a:stretch/>
          </p:blipFill>
          <p:spPr>
            <a:xfrm>
              <a:off x="2721831" y="4970263"/>
              <a:ext cx="266750" cy="342900"/>
            </a:xfrm>
            <a:prstGeom prst="rect">
              <a:avLst/>
            </a:prstGeom>
          </p:spPr>
        </p:pic>
        <p:pic>
          <p:nvPicPr>
            <p:cNvPr id="474" name="Imagen 473">
              <a:extLst>
                <a:ext uri="{FF2B5EF4-FFF2-40B4-BE49-F238E27FC236}">
                  <a16:creationId xmlns:a16="http://schemas.microsoft.com/office/drawing/2014/main" id="{7D7BF70B-CA3A-7119-1359-A90C6D5C492C}"/>
                </a:ext>
              </a:extLst>
            </p:cNvPr>
            <p:cNvPicPr>
              <a:picLocks noChangeAspect="1"/>
            </p:cNvPicPr>
            <p:nvPr/>
          </p:nvPicPr>
          <p:blipFill>
            <a:blip r:embed="rId5"/>
            <a:srcRect l="12624" t="34906" r="76229" b="53489"/>
            <a:stretch/>
          </p:blipFill>
          <p:spPr>
            <a:xfrm>
              <a:off x="3005277" y="4970263"/>
              <a:ext cx="266750" cy="342900"/>
            </a:xfrm>
            <a:prstGeom prst="rect">
              <a:avLst/>
            </a:prstGeom>
          </p:spPr>
        </p:pic>
        <p:pic>
          <p:nvPicPr>
            <p:cNvPr id="475" name="Imagen 474">
              <a:extLst>
                <a:ext uri="{FF2B5EF4-FFF2-40B4-BE49-F238E27FC236}">
                  <a16:creationId xmlns:a16="http://schemas.microsoft.com/office/drawing/2014/main" id="{66530716-0BB3-CEA1-1904-ED46917384EE}"/>
                </a:ext>
              </a:extLst>
            </p:cNvPr>
            <p:cNvPicPr>
              <a:picLocks noChangeAspect="1"/>
            </p:cNvPicPr>
            <p:nvPr/>
          </p:nvPicPr>
          <p:blipFill>
            <a:blip r:embed="rId5"/>
            <a:srcRect l="23278" t="21261" r="65575" b="67134"/>
            <a:stretch/>
          </p:blipFill>
          <p:spPr>
            <a:xfrm>
              <a:off x="3288723" y="4970263"/>
              <a:ext cx="266750" cy="342900"/>
            </a:xfrm>
            <a:prstGeom prst="rect">
              <a:avLst/>
            </a:prstGeom>
          </p:spPr>
        </p:pic>
        <p:grpSp>
          <p:nvGrpSpPr>
            <p:cNvPr id="476" name="Grupo 475">
              <a:extLst>
                <a:ext uri="{FF2B5EF4-FFF2-40B4-BE49-F238E27FC236}">
                  <a16:creationId xmlns:a16="http://schemas.microsoft.com/office/drawing/2014/main" id="{827BE5FF-82AD-FD07-301F-5A5934722E77}"/>
                </a:ext>
              </a:extLst>
            </p:cNvPr>
            <p:cNvGrpSpPr/>
            <p:nvPr/>
          </p:nvGrpSpPr>
          <p:grpSpPr>
            <a:xfrm>
              <a:off x="3572169" y="4970263"/>
              <a:ext cx="266750" cy="342900"/>
              <a:chOff x="5053733" y="4472706"/>
              <a:chExt cx="764498" cy="795862"/>
            </a:xfrm>
          </p:grpSpPr>
          <p:pic>
            <p:nvPicPr>
              <p:cNvPr id="477" name="Imagen 476">
                <a:extLst>
                  <a:ext uri="{FF2B5EF4-FFF2-40B4-BE49-F238E27FC236}">
                    <a16:creationId xmlns:a16="http://schemas.microsoft.com/office/drawing/2014/main" id="{114DB917-2ACF-88EA-2261-697300702C3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78" name="Imagen 477">
                <a:extLst>
                  <a:ext uri="{FF2B5EF4-FFF2-40B4-BE49-F238E27FC236}">
                    <a16:creationId xmlns:a16="http://schemas.microsoft.com/office/drawing/2014/main" id="{1F37927E-3284-535D-6743-07E428E392A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79" name="Grupo 478">
              <a:extLst>
                <a:ext uri="{FF2B5EF4-FFF2-40B4-BE49-F238E27FC236}">
                  <a16:creationId xmlns:a16="http://schemas.microsoft.com/office/drawing/2014/main" id="{43707463-23F9-DBD9-4889-F5FCC585A6F8}"/>
                </a:ext>
              </a:extLst>
            </p:cNvPr>
            <p:cNvGrpSpPr/>
            <p:nvPr/>
          </p:nvGrpSpPr>
          <p:grpSpPr>
            <a:xfrm>
              <a:off x="3855615" y="4970263"/>
              <a:ext cx="266750" cy="342900"/>
              <a:chOff x="5053733" y="4472706"/>
              <a:chExt cx="764498" cy="795862"/>
            </a:xfrm>
          </p:grpSpPr>
          <p:pic>
            <p:nvPicPr>
              <p:cNvPr id="480" name="Imagen 479">
                <a:extLst>
                  <a:ext uri="{FF2B5EF4-FFF2-40B4-BE49-F238E27FC236}">
                    <a16:creationId xmlns:a16="http://schemas.microsoft.com/office/drawing/2014/main" id="{BB2B4AF6-96B4-FF68-99E3-246D983DBFA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81" name="Imagen 480">
                <a:extLst>
                  <a:ext uri="{FF2B5EF4-FFF2-40B4-BE49-F238E27FC236}">
                    <a16:creationId xmlns:a16="http://schemas.microsoft.com/office/drawing/2014/main" id="{25F68FCF-F97D-8BF7-3DFE-61AB9C77A66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85" name="Grupo 484">
              <a:extLst>
                <a:ext uri="{FF2B5EF4-FFF2-40B4-BE49-F238E27FC236}">
                  <a16:creationId xmlns:a16="http://schemas.microsoft.com/office/drawing/2014/main" id="{1D653A07-F86C-4E04-B245-93F825A6F240}"/>
                </a:ext>
              </a:extLst>
            </p:cNvPr>
            <p:cNvGrpSpPr/>
            <p:nvPr/>
          </p:nvGrpSpPr>
          <p:grpSpPr>
            <a:xfrm>
              <a:off x="4139061" y="4970263"/>
              <a:ext cx="266750" cy="342900"/>
              <a:chOff x="5053733" y="4472706"/>
              <a:chExt cx="764498" cy="795862"/>
            </a:xfrm>
          </p:grpSpPr>
          <p:pic>
            <p:nvPicPr>
              <p:cNvPr id="486" name="Imagen 485">
                <a:extLst>
                  <a:ext uri="{FF2B5EF4-FFF2-40B4-BE49-F238E27FC236}">
                    <a16:creationId xmlns:a16="http://schemas.microsoft.com/office/drawing/2014/main" id="{197CAB43-3C73-0EE9-7CB7-0A4A853ED83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87" name="Imagen 486">
                <a:extLst>
                  <a:ext uri="{FF2B5EF4-FFF2-40B4-BE49-F238E27FC236}">
                    <a16:creationId xmlns:a16="http://schemas.microsoft.com/office/drawing/2014/main" id="{89F88B54-5E34-64E2-D28E-94DDC0D0BF2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88" name="Grupo 487">
              <a:extLst>
                <a:ext uri="{FF2B5EF4-FFF2-40B4-BE49-F238E27FC236}">
                  <a16:creationId xmlns:a16="http://schemas.microsoft.com/office/drawing/2014/main" id="{88928866-4B01-26A9-31EB-5258BE866C4B}"/>
                </a:ext>
              </a:extLst>
            </p:cNvPr>
            <p:cNvGrpSpPr/>
            <p:nvPr/>
          </p:nvGrpSpPr>
          <p:grpSpPr>
            <a:xfrm>
              <a:off x="4422507" y="4970263"/>
              <a:ext cx="266750" cy="342900"/>
              <a:chOff x="5053733" y="4472706"/>
              <a:chExt cx="764498" cy="795862"/>
            </a:xfrm>
          </p:grpSpPr>
          <p:pic>
            <p:nvPicPr>
              <p:cNvPr id="489" name="Imagen 488">
                <a:extLst>
                  <a:ext uri="{FF2B5EF4-FFF2-40B4-BE49-F238E27FC236}">
                    <a16:creationId xmlns:a16="http://schemas.microsoft.com/office/drawing/2014/main" id="{98129281-21ED-9D50-7126-5018E3A8941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90" name="Imagen 489">
                <a:extLst>
                  <a:ext uri="{FF2B5EF4-FFF2-40B4-BE49-F238E27FC236}">
                    <a16:creationId xmlns:a16="http://schemas.microsoft.com/office/drawing/2014/main" id="{CAD755FD-6834-32BD-3D8B-CD4ED92CB28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91" name="Grupo 490">
              <a:extLst>
                <a:ext uri="{FF2B5EF4-FFF2-40B4-BE49-F238E27FC236}">
                  <a16:creationId xmlns:a16="http://schemas.microsoft.com/office/drawing/2014/main" id="{9E945BB1-3161-EFAA-D5A2-1461B729FB7E}"/>
                </a:ext>
              </a:extLst>
            </p:cNvPr>
            <p:cNvGrpSpPr/>
            <p:nvPr/>
          </p:nvGrpSpPr>
          <p:grpSpPr>
            <a:xfrm>
              <a:off x="4705953" y="4970263"/>
              <a:ext cx="266750" cy="342900"/>
              <a:chOff x="5053733" y="4472706"/>
              <a:chExt cx="764498" cy="795862"/>
            </a:xfrm>
          </p:grpSpPr>
          <p:pic>
            <p:nvPicPr>
              <p:cNvPr id="492" name="Imagen 491">
                <a:extLst>
                  <a:ext uri="{FF2B5EF4-FFF2-40B4-BE49-F238E27FC236}">
                    <a16:creationId xmlns:a16="http://schemas.microsoft.com/office/drawing/2014/main" id="{83DBD8C6-A8EB-7499-00F3-AD191291049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93" name="Imagen 492">
                <a:extLst>
                  <a:ext uri="{FF2B5EF4-FFF2-40B4-BE49-F238E27FC236}">
                    <a16:creationId xmlns:a16="http://schemas.microsoft.com/office/drawing/2014/main" id="{69C59A48-9369-5A55-BEF5-9FFC82F780E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94" name="Grupo 493">
              <a:extLst>
                <a:ext uri="{FF2B5EF4-FFF2-40B4-BE49-F238E27FC236}">
                  <a16:creationId xmlns:a16="http://schemas.microsoft.com/office/drawing/2014/main" id="{9AAD8B40-27ED-DAB9-438F-5F12F97374A0}"/>
                </a:ext>
              </a:extLst>
            </p:cNvPr>
            <p:cNvGrpSpPr/>
            <p:nvPr/>
          </p:nvGrpSpPr>
          <p:grpSpPr>
            <a:xfrm>
              <a:off x="4989399" y="4970263"/>
              <a:ext cx="266750" cy="342900"/>
              <a:chOff x="5053733" y="4472706"/>
              <a:chExt cx="764498" cy="795862"/>
            </a:xfrm>
          </p:grpSpPr>
          <p:pic>
            <p:nvPicPr>
              <p:cNvPr id="495" name="Imagen 494">
                <a:extLst>
                  <a:ext uri="{FF2B5EF4-FFF2-40B4-BE49-F238E27FC236}">
                    <a16:creationId xmlns:a16="http://schemas.microsoft.com/office/drawing/2014/main" id="{E684859F-7141-14D2-FB8F-555DCE911E4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96" name="Imagen 495">
                <a:extLst>
                  <a:ext uri="{FF2B5EF4-FFF2-40B4-BE49-F238E27FC236}">
                    <a16:creationId xmlns:a16="http://schemas.microsoft.com/office/drawing/2014/main" id="{592CB8B1-D472-A500-8D2C-EEC44E57EA2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497" name="Grupo 496">
              <a:extLst>
                <a:ext uri="{FF2B5EF4-FFF2-40B4-BE49-F238E27FC236}">
                  <a16:creationId xmlns:a16="http://schemas.microsoft.com/office/drawing/2014/main" id="{8CAB8762-EBC4-6B90-C443-140C5336EA18}"/>
                </a:ext>
              </a:extLst>
            </p:cNvPr>
            <p:cNvGrpSpPr/>
            <p:nvPr/>
          </p:nvGrpSpPr>
          <p:grpSpPr>
            <a:xfrm>
              <a:off x="4705953" y="4255458"/>
              <a:ext cx="266750" cy="342900"/>
              <a:chOff x="5053733" y="4472706"/>
              <a:chExt cx="764498" cy="795862"/>
            </a:xfrm>
          </p:grpSpPr>
          <p:pic>
            <p:nvPicPr>
              <p:cNvPr id="498" name="Imagen 497">
                <a:extLst>
                  <a:ext uri="{FF2B5EF4-FFF2-40B4-BE49-F238E27FC236}">
                    <a16:creationId xmlns:a16="http://schemas.microsoft.com/office/drawing/2014/main" id="{59FD0096-C906-1175-B981-6F994F9A1F8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499" name="Imagen 498">
                <a:extLst>
                  <a:ext uri="{FF2B5EF4-FFF2-40B4-BE49-F238E27FC236}">
                    <a16:creationId xmlns:a16="http://schemas.microsoft.com/office/drawing/2014/main" id="{BAB315D1-5DBE-CFEA-01DD-EB916B872F2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00" name="Grupo 499">
              <a:extLst>
                <a:ext uri="{FF2B5EF4-FFF2-40B4-BE49-F238E27FC236}">
                  <a16:creationId xmlns:a16="http://schemas.microsoft.com/office/drawing/2014/main" id="{9E50FA66-31D9-AABD-141C-597787EFD47E}"/>
                </a:ext>
              </a:extLst>
            </p:cNvPr>
            <p:cNvGrpSpPr/>
            <p:nvPr/>
          </p:nvGrpSpPr>
          <p:grpSpPr>
            <a:xfrm>
              <a:off x="4422507" y="4255458"/>
              <a:ext cx="266750" cy="342900"/>
              <a:chOff x="5053733" y="4472706"/>
              <a:chExt cx="764498" cy="795862"/>
            </a:xfrm>
          </p:grpSpPr>
          <p:pic>
            <p:nvPicPr>
              <p:cNvPr id="501" name="Imagen 500">
                <a:extLst>
                  <a:ext uri="{FF2B5EF4-FFF2-40B4-BE49-F238E27FC236}">
                    <a16:creationId xmlns:a16="http://schemas.microsoft.com/office/drawing/2014/main" id="{0E9BF9D7-D858-CB92-927D-AF45847A8FC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02" name="Imagen 501">
                <a:extLst>
                  <a:ext uri="{FF2B5EF4-FFF2-40B4-BE49-F238E27FC236}">
                    <a16:creationId xmlns:a16="http://schemas.microsoft.com/office/drawing/2014/main" id="{3E53E5D0-3E38-2132-D83D-30792DECD6B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03" name="Grupo 502">
              <a:extLst>
                <a:ext uri="{FF2B5EF4-FFF2-40B4-BE49-F238E27FC236}">
                  <a16:creationId xmlns:a16="http://schemas.microsoft.com/office/drawing/2014/main" id="{D5A1B9AC-4B31-4719-77B1-7193868F6090}"/>
                </a:ext>
              </a:extLst>
            </p:cNvPr>
            <p:cNvGrpSpPr/>
            <p:nvPr/>
          </p:nvGrpSpPr>
          <p:grpSpPr>
            <a:xfrm>
              <a:off x="3855615" y="4255458"/>
              <a:ext cx="266750" cy="342900"/>
              <a:chOff x="5053733" y="4472706"/>
              <a:chExt cx="764498" cy="795862"/>
            </a:xfrm>
          </p:grpSpPr>
          <p:pic>
            <p:nvPicPr>
              <p:cNvPr id="504" name="Imagen 503">
                <a:extLst>
                  <a:ext uri="{FF2B5EF4-FFF2-40B4-BE49-F238E27FC236}">
                    <a16:creationId xmlns:a16="http://schemas.microsoft.com/office/drawing/2014/main" id="{683BF6D2-8220-EE6D-F132-8C514D7C49E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05" name="Imagen 504">
                <a:extLst>
                  <a:ext uri="{FF2B5EF4-FFF2-40B4-BE49-F238E27FC236}">
                    <a16:creationId xmlns:a16="http://schemas.microsoft.com/office/drawing/2014/main" id="{009AE395-0D14-FCCA-2AE2-746510134D6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06" name="Grupo 505">
              <a:extLst>
                <a:ext uri="{FF2B5EF4-FFF2-40B4-BE49-F238E27FC236}">
                  <a16:creationId xmlns:a16="http://schemas.microsoft.com/office/drawing/2014/main" id="{127769E7-EB06-338B-5C4B-AB2BCB1681B2}"/>
                </a:ext>
              </a:extLst>
            </p:cNvPr>
            <p:cNvGrpSpPr/>
            <p:nvPr/>
          </p:nvGrpSpPr>
          <p:grpSpPr>
            <a:xfrm>
              <a:off x="4139061" y="4255458"/>
              <a:ext cx="266750" cy="342900"/>
              <a:chOff x="5053733" y="4472706"/>
              <a:chExt cx="764498" cy="795862"/>
            </a:xfrm>
          </p:grpSpPr>
          <p:pic>
            <p:nvPicPr>
              <p:cNvPr id="507" name="Imagen 506">
                <a:extLst>
                  <a:ext uri="{FF2B5EF4-FFF2-40B4-BE49-F238E27FC236}">
                    <a16:creationId xmlns:a16="http://schemas.microsoft.com/office/drawing/2014/main" id="{8D61014B-9DD8-E610-6E96-869B9022261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08" name="Imagen 507">
                <a:extLst>
                  <a:ext uri="{FF2B5EF4-FFF2-40B4-BE49-F238E27FC236}">
                    <a16:creationId xmlns:a16="http://schemas.microsoft.com/office/drawing/2014/main" id="{EBA77830-9875-E921-AA6C-BB54CC369CD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12" name="Grupo 511">
              <a:extLst>
                <a:ext uri="{FF2B5EF4-FFF2-40B4-BE49-F238E27FC236}">
                  <a16:creationId xmlns:a16="http://schemas.microsoft.com/office/drawing/2014/main" id="{EFB2B91C-43FC-354E-0897-CB64B124A5DA}"/>
                </a:ext>
              </a:extLst>
            </p:cNvPr>
            <p:cNvGrpSpPr/>
            <p:nvPr/>
          </p:nvGrpSpPr>
          <p:grpSpPr>
            <a:xfrm>
              <a:off x="3288723" y="4255458"/>
              <a:ext cx="266750" cy="342900"/>
              <a:chOff x="5053733" y="4472706"/>
              <a:chExt cx="764498" cy="795862"/>
            </a:xfrm>
          </p:grpSpPr>
          <p:pic>
            <p:nvPicPr>
              <p:cNvPr id="513" name="Imagen 512">
                <a:extLst>
                  <a:ext uri="{FF2B5EF4-FFF2-40B4-BE49-F238E27FC236}">
                    <a16:creationId xmlns:a16="http://schemas.microsoft.com/office/drawing/2014/main" id="{18E2EBAC-83DF-609E-7FCF-64412E648FD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14" name="Imagen 513">
                <a:extLst>
                  <a:ext uri="{FF2B5EF4-FFF2-40B4-BE49-F238E27FC236}">
                    <a16:creationId xmlns:a16="http://schemas.microsoft.com/office/drawing/2014/main" id="{62D99BE7-A834-0C33-528A-DF8A01B98B2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516" name="Imagen 515">
              <a:extLst>
                <a:ext uri="{FF2B5EF4-FFF2-40B4-BE49-F238E27FC236}">
                  <a16:creationId xmlns:a16="http://schemas.microsoft.com/office/drawing/2014/main" id="{766C33E1-2AF6-0AE8-34D8-07E2830451B8}"/>
                </a:ext>
              </a:extLst>
            </p:cNvPr>
            <p:cNvPicPr>
              <a:picLocks noChangeAspect="1"/>
            </p:cNvPicPr>
            <p:nvPr/>
          </p:nvPicPr>
          <p:blipFill>
            <a:blip r:embed="rId5"/>
            <a:srcRect l="55122" t="21082" r="33731" b="67313"/>
            <a:stretch/>
          </p:blipFill>
          <p:spPr>
            <a:xfrm>
              <a:off x="2157200" y="1291071"/>
              <a:ext cx="266750" cy="342900"/>
            </a:xfrm>
            <a:prstGeom prst="rect">
              <a:avLst/>
            </a:prstGeom>
          </p:spPr>
        </p:pic>
        <p:pic>
          <p:nvPicPr>
            <p:cNvPr id="517" name="Imagen 516">
              <a:extLst>
                <a:ext uri="{FF2B5EF4-FFF2-40B4-BE49-F238E27FC236}">
                  <a16:creationId xmlns:a16="http://schemas.microsoft.com/office/drawing/2014/main" id="{9E913BBF-0FF3-8913-EE43-1753524D3B23}"/>
                </a:ext>
              </a:extLst>
            </p:cNvPr>
            <p:cNvPicPr>
              <a:picLocks noChangeAspect="1"/>
            </p:cNvPicPr>
            <p:nvPr/>
          </p:nvPicPr>
          <p:blipFill>
            <a:blip r:embed="rId5"/>
            <a:srcRect l="12624" t="34906" r="76229" b="53489"/>
            <a:stretch/>
          </p:blipFill>
          <p:spPr>
            <a:xfrm>
              <a:off x="2440969" y="1291071"/>
              <a:ext cx="266750" cy="342900"/>
            </a:xfrm>
            <a:prstGeom prst="rect">
              <a:avLst/>
            </a:prstGeom>
          </p:spPr>
        </p:pic>
        <p:pic>
          <p:nvPicPr>
            <p:cNvPr id="518" name="Imagen 517">
              <a:extLst>
                <a:ext uri="{FF2B5EF4-FFF2-40B4-BE49-F238E27FC236}">
                  <a16:creationId xmlns:a16="http://schemas.microsoft.com/office/drawing/2014/main" id="{7733504C-7001-693B-888B-1F4F88660D62}"/>
                </a:ext>
              </a:extLst>
            </p:cNvPr>
            <p:cNvPicPr>
              <a:picLocks noChangeAspect="1"/>
            </p:cNvPicPr>
            <p:nvPr/>
          </p:nvPicPr>
          <p:blipFill>
            <a:blip r:embed="rId5"/>
            <a:srcRect l="76281" t="21082" r="12572" b="67313"/>
            <a:stretch/>
          </p:blipFill>
          <p:spPr>
            <a:xfrm>
              <a:off x="2724738" y="1291071"/>
              <a:ext cx="266750" cy="342900"/>
            </a:xfrm>
            <a:prstGeom prst="rect">
              <a:avLst/>
            </a:prstGeom>
          </p:spPr>
        </p:pic>
        <p:pic>
          <p:nvPicPr>
            <p:cNvPr id="519" name="Imagen 518">
              <a:extLst>
                <a:ext uri="{FF2B5EF4-FFF2-40B4-BE49-F238E27FC236}">
                  <a16:creationId xmlns:a16="http://schemas.microsoft.com/office/drawing/2014/main" id="{0E5E5669-B17C-2FE5-2A11-645979319CDD}"/>
                </a:ext>
              </a:extLst>
            </p:cNvPr>
            <p:cNvPicPr>
              <a:picLocks noChangeAspect="1"/>
            </p:cNvPicPr>
            <p:nvPr/>
          </p:nvPicPr>
          <p:blipFill>
            <a:blip r:embed="rId5"/>
            <a:srcRect l="44516" t="6975" r="44337" b="81420"/>
            <a:stretch/>
          </p:blipFill>
          <p:spPr>
            <a:xfrm>
              <a:off x="3008507" y="1291071"/>
              <a:ext cx="266750" cy="342900"/>
            </a:xfrm>
            <a:prstGeom prst="rect">
              <a:avLst/>
            </a:prstGeom>
          </p:spPr>
        </p:pic>
        <p:pic>
          <p:nvPicPr>
            <p:cNvPr id="520" name="Imagen 519">
              <a:extLst>
                <a:ext uri="{FF2B5EF4-FFF2-40B4-BE49-F238E27FC236}">
                  <a16:creationId xmlns:a16="http://schemas.microsoft.com/office/drawing/2014/main" id="{237C6288-A782-8EFF-C30A-06921F6A3113}"/>
                </a:ext>
              </a:extLst>
            </p:cNvPr>
            <p:cNvPicPr>
              <a:picLocks noChangeAspect="1"/>
            </p:cNvPicPr>
            <p:nvPr/>
          </p:nvPicPr>
          <p:blipFill>
            <a:blip r:embed="rId5"/>
            <a:srcRect l="66027" t="77100" r="22826" b="11295"/>
            <a:stretch/>
          </p:blipFill>
          <p:spPr>
            <a:xfrm>
              <a:off x="3292276" y="1291071"/>
              <a:ext cx="266750" cy="342900"/>
            </a:xfrm>
            <a:prstGeom prst="rect">
              <a:avLst/>
            </a:prstGeom>
          </p:spPr>
        </p:pic>
        <p:pic>
          <p:nvPicPr>
            <p:cNvPr id="521" name="Imagen 520">
              <a:extLst>
                <a:ext uri="{FF2B5EF4-FFF2-40B4-BE49-F238E27FC236}">
                  <a16:creationId xmlns:a16="http://schemas.microsoft.com/office/drawing/2014/main" id="{047DFAF8-AEAD-1906-ECF0-279ABF069A35}"/>
                </a:ext>
              </a:extLst>
            </p:cNvPr>
            <p:cNvPicPr>
              <a:picLocks noChangeAspect="1"/>
            </p:cNvPicPr>
            <p:nvPr/>
          </p:nvPicPr>
          <p:blipFill>
            <a:blip r:embed="rId5"/>
            <a:srcRect l="76281" t="21082" r="12572" b="67313"/>
            <a:stretch/>
          </p:blipFill>
          <p:spPr>
            <a:xfrm>
              <a:off x="3576045" y="1291071"/>
              <a:ext cx="266750" cy="342900"/>
            </a:xfrm>
            <a:prstGeom prst="rect">
              <a:avLst/>
            </a:prstGeom>
          </p:spPr>
        </p:pic>
        <p:pic>
          <p:nvPicPr>
            <p:cNvPr id="522" name="Imagen 521">
              <a:extLst>
                <a:ext uri="{FF2B5EF4-FFF2-40B4-BE49-F238E27FC236}">
                  <a16:creationId xmlns:a16="http://schemas.microsoft.com/office/drawing/2014/main" id="{B592AA43-9EC0-C4C6-C794-D830E9535360}"/>
                </a:ext>
              </a:extLst>
            </p:cNvPr>
            <p:cNvPicPr>
              <a:picLocks noChangeAspect="1"/>
            </p:cNvPicPr>
            <p:nvPr/>
          </p:nvPicPr>
          <p:blipFill>
            <a:blip r:embed="rId5"/>
            <a:srcRect l="65751" t="21142" r="23101" b="67253"/>
            <a:stretch/>
          </p:blipFill>
          <p:spPr>
            <a:xfrm>
              <a:off x="2154939" y="4611739"/>
              <a:ext cx="266750" cy="342900"/>
            </a:xfrm>
            <a:prstGeom prst="rect">
              <a:avLst/>
            </a:prstGeom>
          </p:spPr>
        </p:pic>
        <p:pic>
          <p:nvPicPr>
            <p:cNvPr id="523" name="Imagen 522">
              <a:extLst>
                <a:ext uri="{FF2B5EF4-FFF2-40B4-BE49-F238E27FC236}">
                  <a16:creationId xmlns:a16="http://schemas.microsoft.com/office/drawing/2014/main" id="{D06206E0-1F4D-CD64-13B2-A55D9C03F279}"/>
                </a:ext>
              </a:extLst>
            </p:cNvPr>
            <p:cNvPicPr>
              <a:picLocks noChangeAspect="1"/>
            </p:cNvPicPr>
            <p:nvPr/>
          </p:nvPicPr>
          <p:blipFill>
            <a:blip r:embed="rId5"/>
            <a:srcRect l="12605" t="6975" r="76248" b="81420"/>
            <a:stretch/>
          </p:blipFill>
          <p:spPr>
            <a:xfrm>
              <a:off x="2438385" y="4970263"/>
              <a:ext cx="266750" cy="342900"/>
            </a:xfrm>
            <a:prstGeom prst="rect">
              <a:avLst/>
            </a:prstGeom>
          </p:spPr>
        </p:pic>
        <p:pic>
          <p:nvPicPr>
            <p:cNvPr id="524" name="Imagen 523">
              <a:extLst>
                <a:ext uri="{FF2B5EF4-FFF2-40B4-BE49-F238E27FC236}">
                  <a16:creationId xmlns:a16="http://schemas.microsoft.com/office/drawing/2014/main" id="{99B52F96-5D0F-F05B-24E4-8DE1D7085E67}"/>
                </a:ext>
              </a:extLst>
            </p:cNvPr>
            <p:cNvPicPr>
              <a:picLocks noChangeAspect="1"/>
            </p:cNvPicPr>
            <p:nvPr/>
          </p:nvPicPr>
          <p:blipFill>
            <a:blip r:embed="rId5"/>
            <a:srcRect l="76281" t="21082" r="12572" b="67313"/>
            <a:stretch/>
          </p:blipFill>
          <p:spPr>
            <a:xfrm>
              <a:off x="2721831" y="5311489"/>
              <a:ext cx="266750" cy="342900"/>
            </a:xfrm>
            <a:prstGeom prst="rect">
              <a:avLst/>
            </a:prstGeom>
          </p:spPr>
        </p:pic>
        <p:pic>
          <p:nvPicPr>
            <p:cNvPr id="525" name="Imagen 524">
              <a:extLst>
                <a:ext uri="{FF2B5EF4-FFF2-40B4-BE49-F238E27FC236}">
                  <a16:creationId xmlns:a16="http://schemas.microsoft.com/office/drawing/2014/main" id="{FE287D04-54F3-ED42-2E08-1A82AB92011D}"/>
                </a:ext>
              </a:extLst>
            </p:cNvPr>
            <p:cNvPicPr>
              <a:picLocks noChangeAspect="1"/>
            </p:cNvPicPr>
            <p:nvPr/>
          </p:nvPicPr>
          <p:blipFill>
            <a:blip r:embed="rId5"/>
            <a:srcRect l="23278" t="21261" r="65575" b="67134"/>
            <a:stretch/>
          </p:blipFill>
          <p:spPr>
            <a:xfrm>
              <a:off x="3005277" y="5311489"/>
              <a:ext cx="266750" cy="342900"/>
            </a:xfrm>
            <a:prstGeom prst="rect">
              <a:avLst/>
            </a:prstGeom>
          </p:spPr>
        </p:pic>
        <p:pic>
          <p:nvPicPr>
            <p:cNvPr id="526" name="Imagen 525">
              <a:extLst>
                <a:ext uri="{FF2B5EF4-FFF2-40B4-BE49-F238E27FC236}">
                  <a16:creationId xmlns:a16="http://schemas.microsoft.com/office/drawing/2014/main" id="{33B01004-5322-95F1-F4C8-6B5F4F656F0E}"/>
                </a:ext>
              </a:extLst>
            </p:cNvPr>
            <p:cNvPicPr>
              <a:picLocks noChangeAspect="1"/>
            </p:cNvPicPr>
            <p:nvPr/>
          </p:nvPicPr>
          <p:blipFill>
            <a:blip r:embed="rId5"/>
            <a:srcRect l="55122" t="21082" r="33731" b="67313"/>
            <a:stretch/>
          </p:blipFill>
          <p:spPr>
            <a:xfrm>
              <a:off x="3288723" y="5311489"/>
              <a:ext cx="266750" cy="342900"/>
            </a:xfrm>
            <a:prstGeom prst="rect">
              <a:avLst/>
            </a:prstGeom>
          </p:spPr>
        </p:pic>
        <p:pic>
          <p:nvPicPr>
            <p:cNvPr id="527" name="Imagen 526">
              <a:extLst>
                <a:ext uri="{FF2B5EF4-FFF2-40B4-BE49-F238E27FC236}">
                  <a16:creationId xmlns:a16="http://schemas.microsoft.com/office/drawing/2014/main" id="{FBBD1A4A-ABDC-7CE1-95FB-7040B0CB1673}"/>
                </a:ext>
              </a:extLst>
            </p:cNvPr>
            <p:cNvPicPr>
              <a:picLocks noChangeAspect="1"/>
            </p:cNvPicPr>
            <p:nvPr/>
          </p:nvPicPr>
          <p:blipFill>
            <a:blip r:embed="rId5"/>
            <a:srcRect l="12605" t="6975" r="76248" b="81420"/>
            <a:stretch/>
          </p:blipFill>
          <p:spPr>
            <a:xfrm>
              <a:off x="3572169" y="5311489"/>
              <a:ext cx="266750" cy="342900"/>
            </a:xfrm>
            <a:prstGeom prst="rect">
              <a:avLst/>
            </a:prstGeom>
          </p:spPr>
        </p:pic>
        <p:pic>
          <p:nvPicPr>
            <p:cNvPr id="528" name="Imagen 527">
              <a:extLst>
                <a:ext uri="{FF2B5EF4-FFF2-40B4-BE49-F238E27FC236}">
                  <a16:creationId xmlns:a16="http://schemas.microsoft.com/office/drawing/2014/main" id="{8E7F6804-B7F6-C83E-E1AC-18FC323602A1}"/>
                </a:ext>
              </a:extLst>
            </p:cNvPr>
            <p:cNvPicPr>
              <a:picLocks noChangeAspect="1"/>
            </p:cNvPicPr>
            <p:nvPr/>
          </p:nvPicPr>
          <p:blipFill>
            <a:blip r:embed="rId5"/>
            <a:srcRect l="12601" t="21080" r="76252" b="67315"/>
            <a:stretch/>
          </p:blipFill>
          <p:spPr>
            <a:xfrm>
              <a:off x="2154939" y="5686427"/>
              <a:ext cx="266750" cy="342900"/>
            </a:xfrm>
            <a:prstGeom prst="rect">
              <a:avLst/>
            </a:prstGeom>
          </p:spPr>
        </p:pic>
        <p:pic>
          <p:nvPicPr>
            <p:cNvPr id="529" name="Imagen 528">
              <a:extLst>
                <a:ext uri="{FF2B5EF4-FFF2-40B4-BE49-F238E27FC236}">
                  <a16:creationId xmlns:a16="http://schemas.microsoft.com/office/drawing/2014/main" id="{D89A2918-B55A-3475-302D-AE7203EEA405}"/>
                </a:ext>
              </a:extLst>
            </p:cNvPr>
            <p:cNvPicPr>
              <a:picLocks noChangeAspect="1"/>
            </p:cNvPicPr>
            <p:nvPr/>
          </p:nvPicPr>
          <p:blipFill>
            <a:blip r:embed="rId5"/>
            <a:srcRect l="12624" t="34906" r="76229" b="53489"/>
            <a:stretch/>
          </p:blipFill>
          <p:spPr>
            <a:xfrm>
              <a:off x="2438385" y="5686427"/>
              <a:ext cx="266750" cy="342900"/>
            </a:xfrm>
            <a:prstGeom prst="rect">
              <a:avLst/>
            </a:prstGeom>
          </p:spPr>
        </p:pic>
        <p:pic>
          <p:nvPicPr>
            <p:cNvPr id="530" name="Imagen 529">
              <a:extLst>
                <a:ext uri="{FF2B5EF4-FFF2-40B4-BE49-F238E27FC236}">
                  <a16:creationId xmlns:a16="http://schemas.microsoft.com/office/drawing/2014/main" id="{74B6CC85-F7F3-8468-DAA1-37FFBDAB4AE7}"/>
                </a:ext>
              </a:extLst>
            </p:cNvPr>
            <p:cNvPicPr>
              <a:picLocks noChangeAspect="1"/>
            </p:cNvPicPr>
            <p:nvPr/>
          </p:nvPicPr>
          <p:blipFill>
            <a:blip r:embed="rId5"/>
            <a:srcRect l="76281" t="21082" r="12572" b="67313"/>
            <a:stretch/>
          </p:blipFill>
          <p:spPr>
            <a:xfrm>
              <a:off x="2721831" y="5686427"/>
              <a:ext cx="266750" cy="342900"/>
            </a:xfrm>
            <a:prstGeom prst="rect">
              <a:avLst/>
            </a:prstGeom>
          </p:spPr>
        </p:pic>
        <p:pic>
          <p:nvPicPr>
            <p:cNvPr id="531" name="Imagen 530">
              <a:extLst>
                <a:ext uri="{FF2B5EF4-FFF2-40B4-BE49-F238E27FC236}">
                  <a16:creationId xmlns:a16="http://schemas.microsoft.com/office/drawing/2014/main" id="{E01ED6E7-8089-2610-1347-05324A1357C3}"/>
                </a:ext>
              </a:extLst>
            </p:cNvPr>
            <p:cNvPicPr>
              <a:picLocks noChangeAspect="1"/>
            </p:cNvPicPr>
            <p:nvPr/>
          </p:nvPicPr>
          <p:blipFill>
            <a:blip r:embed="rId5"/>
            <a:srcRect l="76305" t="7039" r="12548" b="81356"/>
            <a:stretch/>
          </p:blipFill>
          <p:spPr>
            <a:xfrm>
              <a:off x="3005277" y="5686427"/>
              <a:ext cx="266750" cy="342900"/>
            </a:xfrm>
            <a:prstGeom prst="rect">
              <a:avLst/>
            </a:prstGeom>
          </p:spPr>
        </p:pic>
        <p:pic>
          <p:nvPicPr>
            <p:cNvPr id="532" name="Imagen 531">
              <a:extLst>
                <a:ext uri="{FF2B5EF4-FFF2-40B4-BE49-F238E27FC236}">
                  <a16:creationId xmlns:a16="http://schemas.microsoft.com/office/drawing/2014/main" id="{4E136B06-C765-B2ED-F61B-3135615BC632}"/>
                </a:ext>
              </a:extLst>
            </p:cNvPr>
            <p:cNvPicPr>
              <a:picLocks noChangeAspect="1"/>
            </p:cNvPicPr>
            <p:nvPr/>
          </p:nvPicPr>
          <p:blipFill>
            <a:blip r:embed="rId5"/>
            <a:srcRect l="44426" t="21260" r="44426" b="67135"/>
            <a:stretch/>
          </p:blipFill>
          <p:spPr>
            <a:xfrm>
              <a:off x="3288723" y="5686427"/>
              <a:ext cx="266750" cy="342900"/>
            </a:xfrm>
            <a:prstGeom prst="rect">
              <a:avLst/>
            </a:prstGeom>
          </p:spPr>
        </p:pic>
        <p:pic>
          <p:nvPicPr>
            <p:cNvPr id="533" name="Imagen 532">
              <a:extLst>
                <a:ext uri="{FF2B5EF4-FFF2-40B4-BE49-F238E27FC236}">
                  <a16:creationId xmlns:a16="http://schemas.microsoft.com/office/drawing/2014/main" id="{44389541-1C2A-FEE9-6187-AF09A1160BCE}"/>
                </a:ext>
              </a:extLst>
            </p:cNvPr>
            <p:cNvPicPr>
              <a:picLocks noChangeAspect="1"/>
            </p:cNvPicPr>
            <p:nvPr/>
          </p:nvPicPr>
          <p:blipFill>
            <a:blip r:embed="rId5"/>
            <a:srcRect l="12624" t="34906" r="76229" b="53489"/>
            <a:stretch/>
          </p:blipFill>
          <p:spPr>
            <a:xfrm>
              <a:off x="3572169" y="5686427"/>
              <a:ext cx="266750" cy="342900"/>
            </a:xfrm>
            <a:prstGeom prst="rect">
              <a:avLst/>
            </a:prstGeom>
          </p:spPr>
        </p:pic>
        <p:pic>
          <p:nvPicPr>
            <p:cNvPr id="534" name="Imagen 533">
              <a:extLst>
                <a:ext uri="{FF2B5EF4-FFF2-40B4-BE49-F238E27FC236}">
                  <a16:creationId xmlns:a16="http://schemas.microsoft.com/office/drawing/2014/main" id="{32F5CED3-3DB2-3C40-BA42-C066A872CCB5}"/>
                </a:ext>
              </a:extLst>
            </p:cNvPr>
            <p:cNvPicPr>
              <a:picLocks noChangeAspect="1"/>
            </p:cNvPicPr>
            <p:nvPr/>
          </p:nvPicPr>
          <p:blipFill>
            <a:blip r:embed="rId5"/>
            <a:srcRect l="76281" t="21082" r="12572" b="67313"/>
            <a:stretch/>
          </p:blipFill>
          <p:spPr>
            <a:xfrm>
              <a:off x="3855615" y="5686427"/>
              <a:ext cx="266750" cy="342900"/>
            </a:xfrm>
            <a:prstGeom prst="rect">
              <a:avLst/>
            </a:prstGeom>
          </p:spPr>
        </p:pic>
        <p:pic>
          <p:nvPicPr>
            <p:cNvPr id="535" name="Imagen 534">
              <a:extLst>
                <a:ext uri="{FF2B5EF4-FFF2-40B4-BE49-F238E27FC236}">
                  <a16:creationId xmlns:a16="http://schemas.microsoft.com/office/drawing/2014/main" id="{38548B67-AD02-67AD-DF77-27BE58AD50D8}"/>
                </a:ext>
              </a:extLst>
            </p:cNvPr>
            <p:cNvPicPr>
              <a:picLocks noChangeAspect="1"/>
            </p:cNvPicPr>
            <p:nvPr/>
          </p:nvPicPr>
          <p:blipFill>
            <a:blip r:embed="rId5"/>
            <a:srcRect l="76305" t="7039" r="12548" b="81356"/>
            <a:stretch/>
          </p:blipFill>
          <p:spPr>
            <a:xfrm>
              <a:off x="4139061" y="5686427"/>
              <a:ext cx="266750" cy="342900"/>
            </a:xfrm>
            <a:prstGeom prst="rect">
              <a:avLst/>
            </a:prstGeom>
          </p:spPr>
        </p:pic>
        <p:grpSp>
          <p:nvGrpSpPr>
            <p:cNvPr id="536" name="Grupo 535">
              <a:extLst>
                <a:ext uri="{FF2B5EF4-FFF2-40B4-BE49-F238E27FC236}">
                  <a16:creationId xmlns:a16="http://schemas.microsoft.com/office/drawing/2014/main" id="{D8D0ACD7-0E9A-B08B-FC56-0D14E9F270F5}"/>
                </a:ext>
              </a:extLst>
            </p:cNvPr>
            <p:cNvGrpSpPr/>
            <p:nvPr/>
          </p:nvGrpSpPr>
          <p:grpSpPr>
            <a:xfrm>
              <a:off x="4422507" y="5686427"/>
              <a:ext cx="266750" cy="342900"/>
              <a:chOff x="5053733" y="4472706"/>
              <a:chExt cx="764498" cy="795862"/>
            </a:xfrm>
          </p:grpSpPr>
          <p:pic>
            <p:nvPicPr>
              <p:cNvPr id="537" name="Imagen 536">
                <a:extLst>
                  <a:ext uri="{FF2B5EF4-FFF2-40B4-BE49-F238E27FC236}">
                    <a16:creationId xmlns:a16="http://schemas.microsoft.com/office/drawing/2014/main" id="{27ACA815-34DE-343D-5016-69ED0137E61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38" name="Imagen 537">
                <a:extLst>
                  <a:ext uri="{FF2B5EF4-FFF2-40B4-BE49-F238E27FC236}">
                    <a16:creationId xmlns:a16="http://schemas.microsoft.com/office/drawing/2014/main" id="{74560D48-1CA5-6D31-6F84-BF3555AB179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39" name="Grupo 538">
              <a:extLst>
                <a:ext uri="{FF2B5EF4-FFF2-40B4-BE49-F238E27FC236}">
                  <a16:creationId xmlns:a16="http://schemas.microsoft.com/office/drawing/2014/main" id="{16458B31-6B28-3C9E-F33A-675E53160A5B}"/>
                </a:ext>
              </a:extLst>
            </p:cNvPr>
            <p:cNvGrpSpPr/>
            <p:nvPr/>
          </p:nvGrpSpPr>
          <p:grpSpPr>
            <a:xfrm>
              <a:off x="4705953" y="5686427"/>
              <a:ext cx="266750" cy="342900"/>
              <a:chOff x="5053733" y="4472706"/>
              <a:chExt cx="764498" cy="795862"/>
            </a:xfrm>
          </p:grpSpPr>
          <p:pic>
            <p:nvPicPr>
              <p:cNvPr id="540" name="Imagen 539">
                <a:extLst>
                  <a:ext uri="{FF2B5EF4-FFF2-40B4-BE49-F238E27FC236}">
                    <a16:creationId xmlns:a16="http://schemas.microsoft.com/office/drawing/2014/main" id="{1192E290-9C3F-140C-E636-762EA67E5B4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41" name="Imagen 540">
                <a:extLst>
                  <a:ext uri="{FF2B5EF4-FFF2-40B4-BE49-F238E27FC236}">
                    <a16:creationId xmlns:a16="http://schemas.microsoft.com/office/drawing/2014/main" id="{E237409A-C501-B7D9-434D-0582E244EE4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42" name="Grupo 541">
              <a:extLst>
                <a:ext uri="{FF2B5EF4-FFF2-40B4-BE49-F238E27FC236}">
                  <a16:creationId xmlns:a16="http://schemas.microsoft.com/office/drawing/2014/main" id="{D9A75DBE-9EB1-59E3-CED1-489673FF0DC6}"/>
                </a:ext>
              </a:extLst>
            </p:cNvPr>
            <p:cNvGrpSpPr/>
            <p:nvPr/>
          </p:nvGrpSpPr>
          <p:grpSpPr>
            <a:xfrm>
              <a:off x="4989399" y="5686427"/>
              <a:ext cx="266750" cy="342900"/>
              <a:chOff x="5053733" y="4472706"/>
              <a:chExt cx="764498" cy="795862"/>
            </a:xfrm>
          </p:grpSpPr>
          <p:pic>
            <p:nvPicPr>
              <p:cNvPr id="543" name="Imagen 542">
                <a:extLst>
                  <a:ext uri="{FF2B5EF4-FFF2-40B4-BE49-F238E27FC236}">
                    <a16:creationId xmlns:a16="http://schemas.microsoft.com/office/drawing/2014/main" id="{E434313B-0269-B883-2B69-A7F88AF914B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44" name="Imagen 543">
                <a:extLst>
                  <a:ext uri="{FF2B5EF4-FFF2-40B4-BE49-F238E27FC236}">
                    <a16:creationId xmlns:a16="http://schemas.microsoft.com/office/drawing/2014/main" id="{040EAEAD-7565-B69E-84F3-D7F17D805D0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45" name="Grupo 544">
              <a:extLst>
                <a:ext uri="{FF2B5EF4-FFF2-40B4-BE49-F238E27FC236}">
                  <a16:creationId xmlns:a16="http://schemas.microsoft.com/office/drawing/2014/main" id="{8F7857AB-281B-00F6-0FFF-664902E59955}"/>
                </a:ext>
              </a:extLst>
            </p:cNvPr>
            <p:cNvGrpSpPr/>
            <p:nvPr/>
          </p:nvGrpSpPr>
          <p:grpSpPr>
            <a:xfrm>
              <a:off x="3855615" y="5311489"/>
              <a:ext cx="266750" cy="342900"/>
              <a:chOff x="5053733" y="4472706"/>
              <a:chExt cx="764498" cy="795862"/>
            </a:xfrm>
          </p:grpSpPr>
          <p:pic>
            <p:nvPicPr>
              <p:cNvPr id="546" name="Imagen 545">
                <a:extLst>
                  <a:ext uri="{FF2B5EF4-FFF2-40B4-BE49-F238E27FC236}">
                    <a16:creationId xmlns:a16="http://schemas.microsoft.com/office/drawing/2014/main" id="{AE0C4007-C525-7382-4A9D-F97CF90A545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47" name="Imagen 546">
                <a:extLst>
                  <a:ext uri="{FF2B5EF4-FFF2-40B4-BE49-F238E27FC236}">
                    <a16:creationId xmlns:a16="http://schemas.microsoft.com/office/drawing/2014/main" id="{0C0751BB-3788-DE4B-0255-BFDF945E5DB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48" name="Grupo 547">
              <a:extLst>
                <a:ext uri="{FF2B5EF4-FFF2-40B4-BE49-F238E27FC236}">
                  <a16:creationId xmlns:a16="http://schemas.microsoft.com/office/drawing/2014/main" id="{0E22CEAD-AB63-1293-B3CD-11B1B10DDBE8}"/>
                </a:ext>
              </a:extLst>
            </p:cNvPr>
            <p:cNvGrpSpPr/>
            <p:nvPr/>
          </p:nvGrpSpPr>
          <p:grpSpPr>
            <a:xfrm>
              <a:off x="4139061" y="5311489"/>
              <a:ext cx="266750" cy="342900"/>
              <a:chOff x="5053733" y="4472706"/>
              <a:chExt cx="764498" cy="795862"/>
            </a:xfrm>
          </p:grpSpPr>
          <p:pic>
            <p:nvPicPr>
              <p:cNvPr id="549" name="Imagen 548">
                <a:extLst>
                  <a:ext uri="{FF2B5EF4-FFF2-40B4-BE49-F238E27FC236}">
                    <a16:creationId xmlns:a16="http://schemas.microsoft.com/office/drawing/2014/main" id="{076FAF0F-39A7-89FA-250F-04DBB28D8DF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50" name="Imagen 549">
                <a:extLst>
                  <a:ext uri="{FF2B5EF4-FFF2-40B4-BE49-F238E27FC236}">
                    <a16:creationId xmlns:a16="http://schemas.microsoft.com/office/drawing/2014/main" id="{5F7A3E76-BDBF-2FA3-30B0-D3EB0C80C88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51" name="Grupo 550">
              <a:extLst>
                <a:ext uri="{FF2B5EF4-FFF2-40B4-BE49-F238E27FC236}">
                  <a16:creationId xmlns:a16="http://schemas.microsoft.com/office/drawing/2014/main" id="{542E32D1-14F0-3CE8-1021-1AA63B4FF641}"/>
                </a:ext>
              </a:extLst>
            </p:cNvPr>
            <p:cNvGrpSpPr/>
            <p:nvPr/>
          </p:nvGrpSpPr>
          <p:grpSpPr>
            <a:xfrm>
              <a:off x="4422507" y="5311489"/>
              <a:ext cx="266750" cy="342900"/>
              <a:chOff x="5053733" y="4472706"/>
              <a:chExt cx="764498" cy="795862"/>
            </a:xfrm>
          </p:grpSpPr>
          <p:pic>
            <p:nvPicPr>
              <p:cNvPr id="552" name="Imagen 551">
                <a:extLst>
                  <a:ext uri="{FF2B5EF4-FFF2-40B4-BE49-F238E27FC236}">
                    <a16:creationId xmlns:a16="http://schemas.microsoft.com/office/drawing/2014/main" id="{C36ADC68-7A3E-3006-9C69-F8A6BC3D8FD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53" name="Imagen 552">
                <a:extLst>
                  <a:ext uri="{FF2B5EF4-FFF2-40B4-BE49-F238E27FC236}">
                    <a16:creationId xmlns:a16="http://schemas.microsoft.com/office/drawing/2014/main" id="{43437594-36ED-C676-B6A4-63C8FAEA8AD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54" name="Grupo 553">
              <a:extLst>
                <a:ext uri="{FF2B5EF4-FFF2-40B4-BE49-F238E27FC236}">
                  <a16:creationId xmlns:a16="http://schemas.microsoft.com/office/drawing/2014/main" id="{E043CEF7-593F-64F2-A104-C52FF25B42D5}"/>
                </a:ext>
              </a:extLst>
            </p:cNvPr>
            <p:cNvGrpSpPr/>
            <p:nvPr/>
          </p:nvGrpSpPr>
          <p:grpSpPr>
            <a:xfrm>
              <a:off x="4705953" y="5311489"/>
              <a:ext cx="266750" cy="342900"/>
              <a:chOff x="5053733" y="4472706"/>
              <a:chExt cx="764498" cy="795862"/>
            </a:xfrm>
          </p:grpSpPr>
          <p:pic>
            <p:nvPicPr>
              <p:cNvPr id="555" name="Imagen 554">
                <a:extLst>
                  <a:ext uri="{FF2B5EF4-FFF2-40B4-BE49-F238E27FC236}">
                    <a16:creationId xmlns:a16="http://schemas.microsoft.com/office/drawing/2014/main" id="{6B996C0C-BCF9-89C4-AA8E-B33CCF3A186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56" name="Imagen 555">
                <a:extLst>
                  <a:ext uri="{FF2B5EF4-FFF2-40B4-BE49-F238E27FC236}">
                    <a16:creationId xmlns:a16="http://schemas.microsoft.com/office/drawing/2014/main" id="{38B16050-7803-3EA3-6E2D-5C03C14B948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57" name="Grupo 556">
              <a:extLst>
                <a:ext uri="{FF2B5EF4-FFF2-40B4-BE49-F238E27FC236}">
                  <a16:creationId xmlns:a16="http://schemas.microsoft.com/office/drawing/2014/main" id="{9CABED6D-1C3A-20A5-58A2-E997381509FF}"/>
                </a:ext>
              </a:extLst>
            </p:cNvPr>
            <p:cNvGrpSpPr/>
            <p:nvPr/>
          </p:nvGrpSpPr>
          <p:grpSpPr>
            <a:xfrm>
              <a:off x="4989399" y="5311489"/>
              <a:ext cx="266750" cy="342900"/>
              <a:chOff x="5053733" y="4472706"/>
              <a:chExt cx="764498" cy="795862"/>
            </a:xfrm>
          </p:grpSpPr>
          <p:pic>
            <p:nvPicPr>
              <p:cNvPr id="558" name="Imagen 557">
                <a:extLst>
                  <a:ext uri="{FF2B5EF4-FFF2-40B4-BE49-F238E27FC236}">
                    <a16:creationId xmlns:a16="http://schemas.microsoft.com/office/drawing/2014/main" id="{736E71D1-EFAF-5DF5-B404-2EAD330D42D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59" name="Imagen 558">
                <a:extLst>
                  <a:ext uri="{FF2B5EF4-FFF2-40B4-BE49-F238E27FC236}">
                    <a16:creationId xmlns:a16="http://schemas.microsoft.com/office/drawing/2014/main" id="{56797A44-280D-7847-2CCD-AC561F571FB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565" name="Imagen 564">
              <a:extLst>
                <a:ext uri="{FF2B5EF4-FFF2-40B4-BE49-F238E27FC236}">
                  <a16:creationId xmlns:a16="http://schemas.microsoft.com/office/drawing/2014/main" id="{F1E74E37-B911-EE6E-80F0-AB381F93590A}"/>
                </a:ext>
              </a:extLst>
            </p:cNvPr>
            <p:cNvPicPr>
              <a:picLocks noChangeAspect="1"/>
            </p:cNvPicPr>
            <p:nvPr/>
          </p:nvPicPr>
          <p:blipFill>
            <a:blip r:embed="rId5"/>
            <a:srcRect l="12605" t="6975" r="76248" b="81420"/>
            <a:stretch/>
          </p:blipFill>
          <p:spPr>
            <a:xfrm>
              <a:off x="2154939" y="3140200"/>
              <a:ext cx="266750" cy="342900"/>
            </a:xfrm>
            <a:prstGeom prst="rect">
              <a:avLst/>
            </a:prstGeom>
          </p:spPr>
        </p:pic>
        <p:pic>
          <p:nvPicPr>
            <p:cNvPr id="566" name="Imagen 565">
              <a:extLst>
                <a:ext uri="{FF2B5EF4-FFF2-40B4-BE49-F238E27FC236}">
                  <a16:creationId xmlns:a16="http://schemas.microsoft.com/office/drawing/2014/main" id="{775B5720-C6F9-FDC3-9022-DB66F0A4C213}"/>
                </a:ext>
              </a:extLst>
            </p:cNvPr>
            <p:cNvPicPr>
              <a:picLocks noChangeAspect="1"/>
            </p:cNvPicPr>
            <p:nvPr/>
          </p:nvPicPr>
          <p:blipFill>
            <a:blip r:embed="rId5"/>
            <a:srcRect l="23315" t="6975" r="65538" b="81420"/>
            <a:stretch/>
          </p:blipFill>
          <p:spPr>
            <a:xfrm>
              <a:off x="2438385" y="3140200"/>
              <a:ext cx="266750" cy="342900"/>
            </a:xfrm>
            <a:prstGeom prst="rect">
              <a:avLst/>
            </a:prstGeom>
          </p:spPr>
        </p:pic>
        <p:pic>
          <p:nvPicPr>
            <p:cNvPr id="568" name="Imagen 567">
              <a:extLst>
                <a:ext uri="{FF2B5EF4-FFF2-40B4-BE49-F238E27FC236}">
                  <a16:creationId xmlns:a16="http://schemas.microsoft.com/office/drawing/2014/main" id="{05D6F559-9A38-AC64-0E3A-108D73DA813B}"/>
                </a:ext>
              </a:extLst>
            </p:cNvPr>
            <p:cNvPicPr>
              <a:picLocks noChangeAspect="1"/>
            </p:cNvPicPr>
            <p:nvPr/>
          </p:nvPicPr>
          <p:blipFill>
            <a:blip r:embed="rId5"/>
            <a:srcRect l="76337" t="34935" r="12515" b="53460"/>
            <a:stretch/>
          </p:blipFill>
          <p:spPr>
            <a:xfrm>
              <a:off x="2721831" y="3140200"/>
              <a:ext cx="266750" cy="342900"/>
            </a:xfrm>
            <a:prstGeom prst="rect">
              <a:avLst/>
            </a:prstGeom>
          </p:spPr>
        </p:pic>
        <p:pic>
          <p:nvPicPr>
            <p:cNvPr id="569" name="Imagen 568">
              <a:extLst>
                <a:ext uri="{FF2B5EF4-FFF2-40B4-BE49-F238E27FC236}">
                  <a16:creationId xmlns:a16="http://schemas.microsoft.com/office/drawing/2014/main" id="{EEF29A0E-74C8-7244-39AB-A8B4213D5873}"/>
                </a:ext>
              </a:extLst>
            </p:cNvPr>
            <p:cNvPicPr>
              <a:picLocks noChangeAspect="1"/>
            </p:cNvPicPr>
            <p:nvPr/>
          </p:nvPicPr>
          <p:blipFill>
            <a:blip r:embed="rId5"/>
            <a:srcRect l="44426" t="49100" r="44426" b="39295"/>
            <a:stretch/>
          </p:blipFill>
          <p:spPr>
            <a:xfrm>
              <a:off x="3005277" y="3140200"/>
              <a:ext cx="266750" cy="342900"/>
            </a:xfrm>
            <a:prstGeom prst="rect">
              <a:avLst/>
            </a:prstGeom>
          </p:spPr>
        </p:pic>
        <p:pic>
          <p:nvPicPr>
            <p:cNvPr id="570" name="Imagen 569">
              <a:extLst>
                <a:ext uri="{FF2B5EF4-FFF2-40B4-BE49-F238E27FC236}">
                  <a16:creationId xmlns:a16="http://schemas.microsoft.com/office/drawing/2014/main" id="{A493BA42-A619-F6C0-0D4B-ACDEB40D9A58}"/>
                </a:ext>
              </a:extLst>
            </p:cNvPr>
            <p:cNvPicPr>
              <a:picLocks noChangeAspect="1"/>
            </p:cNvPicPr>
            <p:nvPr/>
          </p:nvPicPr>
          <p:blipFill>
            <a:blip r:embed="rId5"/>
            <a:srcRect l="12605" t="6975" r="76248" b="81420"/>
            <a:stretch/>
          </p:blipFill>
          <p:spPr>
            <a:xfrm>
              <a:off x="3288723" y="3140200"/>
              <a:ext cx="266750" cy="342900"/>
            </a:xfrm>
            <a:prstGeom prst="rect">
              <a:avLst/>
            </a:prstGeom>
          </p:spPr>
        </p:pic>
        <p:grpSp>
          <p:nvGrpSpPr>
            <p:cNvPr id="571" name="Grupo 570">
              <a:extLst>
                <a:ext uri="{FF2B5EF4-FFF2-40B4-BE49-F238E27FC236}">
                  <a16:creationId xmlns:a16="http://schemas.microsoft.com/office/drawing/2014/main" id="{5940C001-F965-54DD-C8CC-372075A54950}"/>
                </a:ext>
              </a:extLst>
            </p:cNvPr>
            <p:cNvGrpSpPr/>
            <p:nvPr/>
          </p:nvGrpSpPr>
          <p:grpSpPr>
            <a:xfrm>
              <a:off x="3572169" y="3140200"/>
              <a:ext cx="266750" cy="342900"/>
              <a:chOff x="5053733" y="4472706"/>
              <a:chExt cx="764498" cy="795862"/>
            </a:xfrm>
          </p:grpSpPr>
          <p:pic>
            <p:nvPicPr>
              <p:cNvPr id="572" name="Imagen 571">
                <a:extLst>
                  <a:ext uri="{FF2B5EF4-FFF2-40B4-BE49-F238E27FC236}">
                    <a16:creationId xmlns:a16="http://schemas.microsoft.com/office/drawing/2014/main" id="{9C33C0E2-874F-4C5D-8BB7-D629C79306E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73" name="Imagen 572">
                <a:extLst>
                  <a:ext uri="{FF2B5EF4-FFF2-40B4-BE49-F238E27FC236}">
                    <a16:creationId xmlns:a16="http://schemas.microsoft.com/office/drawing/2014/main" id="{236048DE-B7FB-BBAC-DFC0-7835F22465B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74" name="Grupo 573">
              <a:extLst>
                <a:ext uri="{FF2B5EF4-FFF2-40B4-BE49-F238E27FC236}">
                  <a16:creationId xmlns:a16="http://schemas.microsoft.com/office/drawing/2014/main" id="{24C8097D-0984-8DCF-4EDD-F2639F972B99}"/>
                </a:ext>
              </a:extLst>
            </p:cNvPr>
            <p:cNvGrpSpPr/>
            <p:nvPr/>
          </p:nvGrpSpPr>
          <p:grpSpPr>
            <a:xfrm>
              <a:off x="3565169" y="6062704"/>
              <a:ext cx="266750" cy="342900"/>
              <a:chOff x="5053733" y="4472706"/>
              <a:chExt cx="764498" cy="795862"/>
            </a:xfrm>
          </p:grpSpPr>
          <p:pic>
            <p:nvPicPr>
              <p:cNvPr id="575" name="Imagen 574">
                <a:extLst>
                  <a:ext uri="{FF2B5EF4-FFF2-40B4-BE49-F238E27FC236}">
                    <a16:creationId xmlns:a16="http://schemas.microsoft.com/office/drawing/2014/main" id="{80042AB1-EE85-D7FA-6FD4-117F6355E19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76" name="Imagen 575">
                <a:extLst>
                  <a:ext uri="{FF2B5EF4-FFF2-40B4-BE49-F238E27FC236}">
                    <a16:creationId xmlns:a16="http://schemas.microsoft.com/office/drawing/2014/main" id="{65980F73-CE56-5722-8DF7-45D6FD71B51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77" name="Grupo 576">
              <a:extLst>
                <a:ext uri="{FF2B5EF4-FFF2-40B4-BE49-F238E27FC236}">
                  <a16:creationId xmlns:a16="http://schemas.microsoft.com/office/drawing/2014/main" id="{F707533D-6671-9FA4-D35F-BCB82DD2CFFD}"/>
                </a:ext>
              </a:extLst>
            </p:cNvPr>
            <p:cNvGrpSpPr/>
            <p:nvPr/>
          </p:nvGrpSpPr>
          <p:grpSpPr>
            <a:xfrm>
              <a:off x="3848615" y="6062704"/>
              <a:ext cx="266750" cy="342900"/>
              <a:chOff x="5053733" y="4472706"/>
              <a:chExt cx="764498" cy="795862"/>
            </a:xfrm>
          </p:grpSpPr>
          <p:pic>
            <p:nvPicPr>
              <p:cNvPr id="578" name="Imagen 577">
                <a:extLst>
                  <a:ext uri="{FF2B5EF4-FFF2-40B4-BE49-F238E27FC236}">
                    <a16:creationId xmlns:a16="http://schemas.microsoft.com/office/drawing/2014/main" id="{0448F142-8239-A294-9072-E90C8D25A7C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79" name="Imagen 578">
                <a:extLst>
                  <a:ext uri="{FF2B5EF4-FFF2-40B4-BE49-F238E27FC236}">
                    <a16:creationId xmlns:a16="http://schemas.microsoft.com/office/drawing/2014/main" id="{F452C79B-AA3F-C25A-486D-1681A2BD052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80" name="Grupo 579">
              <a:extLst>
                <a:ext uri="{FF2B5EF4-FFF2-40B4-BE49-F238E27FC236}">
                  <a16:creationId xmlns:a16="http://schemas.microsoft.com/office/drawing/2014/main" id="{F04536E3-7CB7-D6DD-8C72-BCD84B7980C7}"/>
                </a:ext>
              </a:extLst>
            </p:cNvPr>
            <p:cNvGrpSpPr/>
            <p:nvPr/>
          </p:nvGrpSpPr>
          <p:grpSpPr>
            <a:xfrm>
              <a:off x="4132061" y="6062704"/>
              <a:ext cx="266750" cy="342900"/>
              <a:chOff x="5053733" y="4472706"/>
              <a:chExt cx="764498" cy="795862"/>
            </a:xfrm>
          </p:grpSpPr>
          <p:pic>
            <p:nvPicPr>
              <p:cNvPr id="581" name="Imagen 580">
                <a:extLst>
                  <a:ext uri="{FF2B5EF4-FFF2-40B4-BE49-F238E27FC236}">
                    <a16:creationId xmlns:a16="http://schemas.microsoft.com/office/drawing/2014/main" id="{37962889-58CF-107C-719D-1774A15CCA0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82" name="Imagen 581">
                <a:extLst>
                  <a:ext uri="{FF2B5EF4-FFF2-40B4-BE49-F238E27FC236}">
                    <a16:creationId xmlns:a16="http://schemas.microsoft.com/office/drawing/2014/main" id="{4AB1F129-7ECF-E3B4-3788-FBCC1AE4AA8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83" name="Grupo 582">
              <a:extLst>
                <a:ext uri="{FF2B5EF4-FFF2-40B4-BE49-F238E27FC236}">
                  <a16:creationId xmlns:a16="http://schemas.microsoft.com/office/drawing/2014/main" id="{9A7D1F5E-B1FE-8C8F-C1DA-B9306269CD20}"/>
                </a:ext>
              </a:extLst>
            </p:cNvPr>
            <p:cNvGrpSpPr/>
            <p:nvPr/>
          </p:nvGrpSpPr>
          <p:grpSpPr>
            <a:xfrm>
              <a:off x="1860944" y="6054270"/>
              <a:ext cx="266750" cy="342900"/>
              <a:chOff x="5053733" y="4472706"/>
              <a:chExt cx="764498" cy="795862"/>
            </a:xfrm>
          </p:grpSpPr>
          <p:pic>
            <p:nvPicPr>
              <p:cNvPr id="584" name="Imagen 583">
                <a:extLst>
                  <a:ext uri="{FF2B5EF4-FFF2-40B4-BE49-F238E27FC236}">
                    <a16:creationId xmlns:a16="http://schemas.microsoft.com/office/drawing/2014/main" id="{CB8213C4-B06D-F8DF-6D88-EC3D07ECA7B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85" name="Imagen 584">
                <a:extLst>
                  <a:ext uri="{FF2B5EF4-FFF2-40B4-BE49-F238E27FC236}">
                    <a16:creationId xmlns:a16="http://schemas.microsoft.com/office/drawing/2014/main" id="{49C79697-8533-49B5-87A4-A03638268F9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86" name="Grupo 585">
              <a:extLst>
                <a:ext uri="{FF2B5EF4-FFF2-40B4-BE49-F238E27FC236}">
                  <a16:creationId xmlns:a16="http://schemas.microsoft.com/office/drawing/2014/main" id="{80CEB4C8-9B49-4672-0372-9825EE42E1F9}"/>
                </a:ext>
              </a:extLst>
            </p:cNvPr>
            <p:cNvGrpSpPr/>
            <p:nvPr/>
          </p:nvGrpSpPr>
          <p:grpSpPr>
            <a:xfrm>
              <a:off x="4422507" y="6062704"/>
              <a:ext cx="266750" cy="342900"/>
              <a:chOff x="5053733" y="4472706"/>
              <a:chExt cx="764498" cy="795862"/>
            </a:xfrm>
          </p:grpSpPr>
          <p:pic>
            <p:nvPicPr>
              <p:cNvPr id="587" name="Imagen 586">
                <a:extLst>
                  <a:ext uri="{FF2B5EF4-FFF2-40B4-BE49-F238E27FC236}">
                    <a16:creationId xmlns:a16="http://schemas.microsoft.com/office/drawing/2014/main" id="{08CDA0AB-32ED-2476-24CA-68D20548914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88" name="Imagen 587">
                <a:extLst>
                  <a:ext uri="{FF2B5EF4-FFF2-40B4-BE49-F238E27FC236}">
                    <a16:creationId xmlns:a16="http://schemas.microsoft.com/office/drawing/2014/main" id="{DB4BB41E-F431-0B8A-2017-E82E7CC204D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89" name="Grupo 588">
              <a:extLst>
                <a:ext uri="{FF2B5EF4-FFF2-40B4-BE49-F238E27FC236}">
                  <a16:creationId xmlns:a16="http://schemas.microsoft.com/office/drawing/2014/main" id="{101519C7-3F1D-8B56-91AD-F6635624ACCE}"/>
                </a:ext>
              </a:extLst>
            </p:cNvPr>
            <p:cNvGrpSpPr/>
            <p:nvPr/>
          </p:nvGrpSpPr>
          <p:grpSpPr>
            <a:xfrm>
              <a:off x="4705953" y="6062704"/>
              <a:ext cx="266750" cy="342900"/>
              <a:chOff x="5053733" y="4472706"/>
              <a:chExt cx="764498" cy="795862"/>
            </a:xfrm>
          </p:grpSpPr>
          <p:pic>
            <p:nvPicPr>
              <p:cNvPr id="590" name="Imagen 589">
                <a:extLst>
                  <a:ext uri="{FF2B5EF4-FFF2-40B4-BE49-F238E27FC236}">
                    <a16:creationId xmlns:a16="http://schemas.microsoft.com/office/drawing/2014/main" id="{72B87DE2-F809-38AE-FECF-1154DC8A610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91" name="Imagen 590">
                <a:extLst>
                  <a:ext uri="{FF2B5EF4-FFF2-40B4-BE49-F238E27FC236}">
                    <a16:creationId xmlns:a16="http://schemas.microsoft.com/office/drawing/2014/main" id="{052588AD-FDE2-1B00-6A0C-A4F5E7F0A93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92" name="Grupo 591">
              <a:extLst>
                <a:ext uri="{FF2B5EF4-FFF2-40B4-BE49-F238E27FC236}">
                  <a16:creationId xmlns:a16="http://schemas.microsoft.com/office/drawing/2014/main" id="{1FD0E2A6-58FF-D6AA-DB5B-96D9BFCCB6ED}"/>
                </a:ext>
              </a:extLst>
            </p:cNvPr>
            <p:cNvGrpSpPr/>
            <p:nvPr/>
          </p:nvGrpSpPr>
          <p:grpSpPr>
            <a:xfrm>
              <a:off x="3857019" y="1656161"/>
              <a:ext cx="266750" cy="342900"/>
              <a:chOff x="5053733" y="4472706"/>
              <a:chExt cx="764498" cy="795862"/>
            </a:xfrm>
          </p:grpSpPr>
          <p:pic>
            <p:nvPicPr>
              <p:cNvPr id="593" name="Imagen 592">
                <a:extLst>
                  <a:ext uri="{FF2B5EF4-FFF2-40B4-BE49-F238E27FC236}">
                    <a16:creationId xmlns:a16="http://schemas.microsoft.com/office/drawing/2014/main" id="{DE3F195F-8453-2064-BDB6-6704A912EEA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94" name="Imagen 593">
                <a:extLst>
                  <a:ext uri="{FF2B5EF4-FFF2-40B4-BE49-F238E27FC236}">
                    <a16:creationId xmlns:a16="http://schemas.microsoft.com/office/drawing/2014/main" id="{4386330F-C73A-1DB1-F4DE-F9C771D0F46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95" name="Grupo 594">
              <a:extLst>
                <a:ext uri="{FF2B5EF4-FFF2-40B4-BE49-F238E27FC236}">
                  <a16:creationId xmlns:a16="http://schemas.microsoft.com/office/drawing/2014/main" id="{5D8223B2-B25F-39D6-EE02-00A42D1F0722}"/>
                </a:ext>
              </a:extLst>
            </p:cNvPr>
            <p:cNvGrpSpPr/>
            <p:nvPr/>
          </p:nvGrpSpPr>
          <p:grpSpPr>
            <a:xfrm>
              <a:off x="4140573" y="1656161"/>
              <a:ext cx="266750" cy="342900"/>
              <a:chOff x="5053733" y="4472706"/>
              <a:chExt cx="764498" cy="795862"/>
            </a:xfrm>
          </p:grpSpPr>
          <p:pic>
            <p:nvPicPr>
              <p:cNvPr id="596" name="Imagen 595">
                <a:extLst>
                  <a:ext uri="{FF2B5EF4-FFF2-40B4-BE49-F238E27FC236}">
                    <a16:creationId xmlns:a16="http://schemas.microsoft.com/office/drawing/2014/main" id="{DE1BFB88-F8B9-EB1D-D808-4C56F0C931C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97" name="Imagen 596">
                <a:extLst>
                  <a:ext uri="{FF2B5EF4-FFF2-40B4-BE49-F238E27FC236}">
                    <a16:creationId xmlns:a16="http://schemas.microsoft.com/office/drawing/2014/main" id="{1D91BBBC-B506-7C57-128F-741F37B139B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598" name="Grupo 597">
              <a:extLst>
                <a:ext uri="{FF2B5EF4-FFF2-40B4-BE49-F238E27FC236}">
                  <a16:creationId xmlns:a16="http://schemas.microsoft.com/office/drawing/2014/main" id="{CF413FE5-A626-0D34-A976-DB584D6858FC}"/>
                </a:ext>
              </a:extLst>
            </p:cNvPr>
            <p:cNvGrpSpPr/>
            <p:nvPr/>
          </p:nvGrpSpPr>
          <p:grpSpPr>
            <a:xfrm>
              <a:off x="4424127" y="1656161"/>
              <a:ext cx="266750" cy="342900"/>
              <a:chOff x="5053733" y="4472706"/>
              <a:chExt cx="764498" cy="795862"/>
            </a:xfrm>
          </p:grpSpPr>
          <p:pic>
            <p:nvPicPr>
              <p:cNvPr id="599" name="Imagen 598">
                <a:extLst>
                  <a:ext uri="{FF2B5EF4-FFF2-40B4-BE49-F238E27FC236}">
                    <a16:creationId xmlns:a16="http://schemas.microsoft.com/office/drawing/2014/main" id="{F6DBE48D-13FF-3618-37D6-3657F105B12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00" name="Imagen 599">
                <a:extLst>
                  <a:ext uri="{FF2B5EF4-FFF2-40B4-BE49-F238E27FC236}">
                    <a16:creationId xmlns:a16="http://schemas.microsoft.com/office/drawing/2014/main" id="{4706E5C3-163B-D5EF-EBAF-F2CBD4A64D0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01" name="Grupo 600">
              <a:extLst>
                <a:ext uri="{FF2B5EF4-FFF2-40B4-BE49-F238E27FC236}">
                  <a16:creationId xmlns:a16="http://schemas.microsoft.com/office/drawing/2014/main" id="{472D7A7D-D4EB-6993-4D79-38BA2B948486}"/>
                </a:ext>
              </a:extLst>
            </p:cNvPr>
            <p:cNvGrpSpPr/>
            <p:nvPr/>
          </p:nvGrpSpPr>
          <p:grpSpPr>
            <a:xfrm>
              <a:off x="4991235" y="1656161"/>
              <a:ext cx="266750" cy="342900"/>
              <a:chOff x="5053733" y="4472706"/>
              <a:chExt cx="764498" cy="795862"/>
            </a:xfrm>
          </p:grpSpPr>
          <p:pic>
            <p:nvPicPr>
              <p:cNvPr id="602" name="Imagen 601">
                <a:extLst>
                  <a:ext uri="{FF2B5EF4-FFF2-40B4-BE49-F238E27FC236}">
                    <a16:creationId xmlns:a16="http://schemas.microsoft.com/office/drawing/2014/main" id="{5E0398E0-361C-0B21-7C28-C7D82B89D2F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03" name="Imagen 602">
                <a:extLst>
                  <a:ext uri="{FF2B5EF4-FFF2-40B4-BE49-F238E27FC236}">
                    <a16:creationId xmlns:a16="http://schemas.microsoft.com/office/drawing/2014/main" id="{E41DE9DA-FD21-B014-A9D4-A310AD07756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04" name="Grupo 603">
              <a:extLst>
                <a:ext uri="{FF2B5EF4-FFF2-40B4-BE49-F238E27FC236}">
                  <a16:creationId xmlns:a16="http://schemas.microsoft.com/office/drawing/2014/main" id="{B1D0F65C-44AE-45BC-1B36-66F3040D7C12}"/>
                </a:ext>
              </a:extLst>
            </p:cNvPr>
            <p:cNvGrpSpPr/>
            <p:nvPr/>
          </p:nvGrpSpPr>
          <p:grpSpPr>
            <a:xfrm>
              <a:off x="4707681" y="1656161"/>
              <a:ext cx="266750" cy="342900"/>
              <a:chOff x="5053733" y="4472706"/>
              <a:chExt cx="764498" cy="795862"/>
            </a:xfrm>
          </p:grpSpPr>
          <p:pic>
            <p:nvPicPr>
              <p:cNvPr id="605" name="Imagen 604">
                <a:extLst>
                  <a:ext uri="{FF2B5EF4-FFF2-40B4-BE49-F238E27FC236}">
                    <a16:creationId xmlns:a16="http://schemas.microsoft.com/office/drawing/2014/main" id="{299B1A46-34BC-332B-0176-97F2648C631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06" name="Imagen 605">
                <a:extLst>
                  <a:ext uri="{FF2B5EF4-FFF2-40B4-BE49-F238E27FC236}">
                    <a16:creationId xmlns:a16="http://schemas.microsoft.com/office/drawing/2014/main" id="{F2DFDEA3-4895-FB30-5C92-4662CFBCBA8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07" name="Grupo 606">
              <a:extLst>
                <a:ext uri="{FF2B5EF4-FFF2-40B4-BE49-F238E27FC236}">
                  <a16:creationId xmlns:a16="http://schemas.microsoft.com/office/drawing/2014/main" id="{77700F89-6123-2504-FD3D-4981AA7652BA}"/>
                </a:ext>
              </a:extLst>
            </p:cNvPr>
            <p:cNvGrpSpPr/>
            <p:nvPr/>
          </p:nvGrpSpPr>
          <p:grpSpPr>
            <a:xfrm>
              <a:off x="3572169" y="2025139"/>
              <a:ext cx="266750" cy="342900"/>
              <a:chOff x="5053733" y="4472706"/>
              <a:chExt cx="764498" cy="795862"/>
            </a:xfrm>
          </p:grpSpPr>
          <p:pic>
            <p:nvPicPr>
              <p:cNvPr id="608" name="Imagen 607">
                <a:extLst>
                  <a:ext uri="{FF2B5EF4-FFF2-40B4-BE49-F238E27FC236}">
                    <a16:creationId xmlns:a16="http://schemas.microsoft.com/office/drawing/2014/main" id="{C4DFFA80-8310-40D8-849C-433A7957239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09" name="Imagen 608">
                <a:extLst>
                  <a:ext uri="{FF2B5EF4-FFF2-40B4-BE49-F238E27FC236}">
                    <a16:creationId xmlns:a16="http://schemas.microsoft.com/office/drawing/2014/main" id="{D0D1BE7B-AFDC-1323-C89E-CF4A63CFB4E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10" name="Grupo 609">
              <a:extLst>
                <a:ext uri="{FF2B5EF4-FFF2-40B4-BE49-F238E27FC236}">
                  <a16:creationId xmlns:a16="http://schemas.microsoft.com/office/drawing/2014/main" id="{B2822EB5-C64A-9BA2-D70E-6AF8BF6EE1EA}"/>
                </a:ext>
              </a:extLst>
            </p:cNvPr>
            <p:cNvGrpSpPr/>
            <p:nvPr/>
          </p:nvGrpSpPr>
          <p:grpSpPr>
            <a:xfrm>
              <a:off x="3855615" y="2025139"/>
              <a:ext cx="266750" cy="342900"/>
              <a:chOff x="5053733" y="4472706"/>
              <a:chExt cx="764498" cy="795862"/>
            </a:xfrm>
          </p:grpSpPr>
          <p:pic>
            <p:nvPicPr>
              <p:cNvPr id="611" name="Imagen 610">
                <a:extLst>
                  <a:ext uri="{FF2B5EF4-FFF2-40B4-BE49-F238E27FC236}">
                    <a16:creationId xmlns:a16="http://schemas.microsoft.com/office/drawing/2014/main" id="{FFC6F935-1845-1457-BD3F-8B0045C7941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12" name="Imagen 611">
                <a:extLst>
                  <a:ext uri="{FF2B5EF4-FFF2-40B4-BE49-F238E27FC236}">
                    <a16:creationId xmlns:a16="http://schemas.microsoft.com/office/drawing/2014/main" id="{7EBE2E30-1D99-333F-1339-5A63177409E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13" name="Grupo 612">
              <a:extLst>
                <a:ext uri="{FF2B5EF4-FFF2-40B4-BE49-F238E27FC236}">
                  <a16:creationId xmlns:a16="http://schemas.microsoft.com/office/drawing/2014/main" id="{B19DCDAA-7FDA-A5C3-6DD3-785B3D737F6E}"/>
                </a:ext>
              </a:extLst>
            </p:cNvPr>
            <p:cNvGrpSpPr/>
            <p:nvPr/>
          </p:nvGrpSpPr>
          <p:grpSpPr>
            <a:xfrm>
              <a:off x="4139061" y="2025139"/>
              <a:ext cx="266750" cy="342900"/>
              <a:chOff x="5053733" y="4472706"/>
              <a:chExt cx="764498" cy="795862"/>
            </a:xfrm>
          </p:grpSpPr>
          <p:pic>
            <p:nvPicPr>
              <p:cNvPr id="614" name="Imagen 613">
                <a:extLst>
                  <a:ext uri="{FF2B5EF4-FFF2-40B4-BE49-F238E27FC236}">
                    <a16:creationId xmlns:a16="http://schemas.microsoft.com/office/drawing/2014/main" id="{5A7EF071-1793-6F8F-3273-C588F1CD5F0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15" name="Imagen 614">
                <a:extLst>
                  <a:ext uri="{FF2B5EF4-FFF2-40B4-BE49-F238E27FC236}">
                    <a16:creationId xmlns:a16="http://schemas.microsoft.com/office/drawing/2014/main" id="{430BD9EB-32AA-3EB6-E563-99F1D56DA95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16" name="Grupo 615">
              <a:extLst>
                <a:ext uri="{FF2B5EF4-FFF2-40B4-BE49-F238E27FC236}">
                  <a16:creationId xmlns:a16="http://schemas.microsoft.com/office/drawing/2014/main" id="{A134DD86-590E-D764-0A36-37C577529E0E}"/>
                </a:ext>
              </a:extLst>
            </p:cNvPr>
            <p:cNvGrpSpPr/>
            <p:nvPr/>
          </p:nvGrpSpPr>
          <p:grpSpPr>
            <a:xfrm>
              <a:off x="4422507" y="2025139"/>
              <a:ext cx="266750" cy="342900"/>
              <a:chOff x="5053733" y="4472706"/>
              <a:chExt cx="764498" cy="795862"/>
            </a:xfrm>
          </p:grpSpPr>
          <p:pic>
            <p:nvPicPr>
              <p:cNvPr id="617" name="Imagen 616">
                <a:extLst>
                  <a:ext uri="{FF2B5EF4-FFF2-40B4-BE49-F238E27FC236}">
                    <a16:creationId xmlns:a16="http://schemas.microsoft.com/office/drawing/2014/main" id="{B60B2DB0-ECBC-F7AA-6F93-A8D6E638F7C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18" name="Imagen 617">
                <a:extLst>
                  <a:ext uri="{FF2B5EF4-FFF2-40B4-BE49-F238E27FC236}">
                    <a16:creationId xmlns:a16="http://schemas.microsoft.com/office/drawing/2014/main" id="{B5095F1E-DB17-E3E3-F4B6-5BC4865CD8F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25" name="Grupo 624">
              <a:extLst>
                <a:ext uri="{FF2B5EF4-FFF2-40B4-BE49-F238E27FC236}">
                  <a16:creationId xmlns:a16="http://schemas.microsoft.com/office/drawing/2014/main" id="{C14A149C-A256-37D4-0C9A-A03BC0387A66}"/>
                </a:ext>
              </a:extLst>
            </p:cNvPr>
            <p:cNvGrpSpPr/>
            <p:nvPr/>
          </p:nvGrpSpPr>
          <p:grpSpPr>
            <a:xfrm>
              <a:off x="3855615" y="2384545"/>
              <a:ext cx="266750" cy="342900"/>
              <a:chOff x="5053733" y="4472706"/>
              <a:chExt cx="764498" cy="795862"/>
            </a:xfrm>
          </p:grpSpPr>
          <p:pic>
            <p:nvPicPr>
              <p:cNvPr id="626" name="Imagen 625">
                <a:extLst>
                  <a:ext uri="{FF2B5EF4-FFF2-40B4-BE49-F238E27FC236}">
                    <a16:creationId xmlns:a16="http://schemas.microsoft.com/office/drawing/2014/main" id="{6B189584-32AA-25B5-38E0-E68977730EC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27" name="Imagen 626">
                <a:extLst>
                  <a:ext uri="{FF2B5EF4-FFF2-40B4-BE49-F238E27FC236}">
                    <a16:creationId xmlns:a16="http://schemas.microsoft.com/office/drawing/2014/main" id="{BCE7FC92-CD31-6CB2-2EB3-6C7270066B1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53" name="Imagen 652">
              <a:extLst>
                <a:ext uri="{FF2B5EF4-FFF2-40B4-BE49-F238E27FC236}">
                  <a16:creationId xmlns:a16="http://schemas.microsoft.com/office/drawing/2014/main" id="{F9875A17-3E28-7DD5-DF05-65149DF88B44}"/>
                </a:ext>
              </a:extLst>
            </p:cNvPr>
            <p:cNvPicPr>
              <a:picLocks noChangeAspect="1"/>
            </p:cNvPicPr>
            <p:nvPr/>
          </p:nvPicPr>
          <p:blipFill>
            <a:blip r:embed="rId5"/>
            <a:srcRect l="23315" t="6975" r="65538" b="81420"/>
            <a:stretch/>
          </p:blipFill>
          <p:spPr>
            <a:xfrm>
              <a:off x="5846197" y="1291071"/>
              <a:ext cx="266750" cy="342900"/>
            </a:xfrm>
            <a:prstGeom prst="rect">
              <a:avLst/>
            </a:prstGeom>
          </p:spPr>
        </p:pic>
        <p:grpSp>
          <p:nvGrpSpPr>
            <p:cNvPr id="628" name="Grupo 627">
              <a:extLst>
                <a:ext uri="{FF2B5EF4-FFF2-40B4-BE49-F238E27FC236}">
                  <a16:creationId xmlns:a16="http://schemas.microsoft.com/office/drawing/2014/main" id="{F8C450FF-6B3E-5D08-60F6-AD0AF7C31264}"/>
                </a:ext>
              </a:extLst>
            </p:cNvPr>
            <p:cNvGrpSpPr/>
            <p:nvPr/>
          </p:nvGrpSpPr>
          <p:grpSpPr>
            <a:xfrm>
              <a:off x="4139061" y="2384545"/>
              <a:ext cx="266750" cy="342900"/>
              <a:chOff x="5053733" y="4472706"/>
              <a:chExt cx="764498" cy="795862"/>
            </a:xfrm>
          </p:grpSpPr>
          <p:pic>
            <p:nvPicPr>
              <p:cNvPr id="629" name="Imagen 628">
                <a:extLst>
                  <a:ext uri="{FF2B5EF4-FFF2-40B4-BE49-F238E27FC236}">
                    <a16:creationId xmlns:a16="http://schemas.microsoft.com/office/drawing/2014/main" id="{97F403B2-441E-EF6F-0D7A-7DA55FAA614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30" name="Imagen 629">
                <a:extLst>
                  <a:ext uri="{FF2B5EF4-FFF2-40B4-BE49-F238E27FC236}">
                    <a16:creationId xmlns:a16="http://schemas.microsoft.com/office/drawing/2014/main" id="{C32F207E-49BE-0579-2629-0A31384E58F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54" name="Imagen 653">
              <a:extLst>
                <a:ext uri="{FF2B5EF4-FFF2-40B4-BE49-F238E27FC236}">
                  <a16:creationId xmlns:a16="http://schemas.microsoft.com/office/drawing/2014/main" id="{94BAA2AC-A719-2E50-A8EE-C51C86497122}"/>
                </a:ext>
              </a:extLst>
            </p:cNvPr>
            <p:cNvPicPr>
              <a:picLocks noChangeAspect="1"/>
            </p:cNvPicPr>
            <p:nvPr/>
          </p:nvPicPr>
          <p:blipFill>
            <a:blip r:embed="rId5"/>
            <a:srcRect l="12605" t="6975" r="76248" b="81420"/>
            <a:stretch/>
          </p:blipFill>
          <p:spPr>
            <a:xfrm>
              <a:off x="6129966" y="1291071"/>
              <a:ext cx="266750" cy="342900"/>
            </a:xfrm>
            <a:prstGeom prst="rect">
              <a:avLst/>
            </a:prstGeom>
          </p:spPr>
        </p:pic>
        <p:grpSp>
          <p:nvGrpSpPr>
            <p:cNvPr id="631" name="Grupo 630">
              <a:extLst>
                <a:ext uri="{FF2B5EF4-FFF2-40B4-BE49-F238E27FC236}">
                  <a16:creationId xmlns:a16="http://schemas.microsoft.com/office/drawing/2014/main" id="{779113D3-DF6F-8C14-6705-719F05A84F5D}"/>
                </a:ext>
              </a:extLst>
            </p:cNvPr>
            <p:cNvGrpSpPr/>
            <p:nvPr/>
          </p:nvGrpSpPr>
          <p:grpSpPr>
            <a:xfrm>
              <a:off x="4422507" y="2384545"/>
              <a:ext cx="266750" cy="342900"/>
              <a:chOff x="5053733" y="4472706"/>
              <a:chExt cx="764498" cy="795862"/>
            </a:xfrm>
          </p:grpSpPr>
          <p:pic>
            <p:nvPicPr>
              <p:cNvPr id="632" name="Imagen 631">
                <a:extLst>
                  <a:ext uri="{FF2B5EF4-FFF2-40B4-BE49-F238E27FC236}">
                    <a16:creationId xmlns:a16="http://schemas.microsoft.com/office/drawing/2014/main" id="{50BC58A3-9488-BCAC-452A-A4004B98B9C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33" name="Imagen 632">
                <a:extLst>
                  <a:ext uri="{FF2B5EF4-FFF2-40B4-BE49-F238E27FC236}">
                    <a16:creationId xmlns:a16="http://schemas.microsoft.com/office/drawing/2014/main" id="{D4BD3A90-2592-3CAD-C81D-6F2F0323F6C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634" name="Grupo 633">
              <a:extLst>
                <a:ext uri="{FF2B5EF4-FFF2-40B4-BE49-F238E27FC236}">
                  <a16:creationId xmlns:a16="http://schemas.microsoft.com/office/drawing/2014/main" id="{001D7F20-DE5A-AC63-7710-33BFEE2E09BA}"/>
                </a:ext>
              </a:extLst>
            </p:cNvPr>
            <p:cNvGrpSpPr/>
            <p:nvPr/>
          </p:nvGrpSpPr>
          <p:grpSpPr>
            <a:xfrm>
              <a:off x="4989399" y="2384545"/>
              <a:ext cx="266750" cy="342900"/>
              <a:chOff x="5053733" y="4472706"/>
              <a:chExt cx="764498" cy="795862"/>
            </a:xfrm>
          </p:grpSpPr>
          <p:pic>
            <p:nvPicPr>
              <p:cNvPr id="635" name="Imagen 634">
                <a:extLst>
                  <a:ext uri="{FF2B5EF4-FFF2-40B4-BE49-F238E27FC236}">
                    <a16:creationId xmlns:a16="http://schemas.microsoft.com/office/drawing/2014/main" id="{08036A59-90F8-A975-0025-626BFD111B5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36" name="Imagen 635">
                <a:extLst>
                  <a:ext uri="{FF2B5EF4-FFF2-40B4-BE49-F238E27FC236}">
                    <a16:creationId xmlns:a16="http://schemas.microsoft.com/office/drawing/2014/main" id="{97E2B7B2-0BB7-1E91-7427-1FBBCD41B07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56" name="Imagen 655">
              <a:extLst>
                <a:ext uri="{FF2B5EF4-FFF2-40B4-BE49-F238E27FC236}">
                  <a16:creationId xmlns:a16="http://schemas.microsoft.com/office/drawing/2014/main" id="{FE2EFAD1-94EC-A8BC-60C4-AB340B538EEB}"/>
                </a:ext>
              </a:extLst>
            </p:cNvPr>
            <p:cNvPicPr>
              <a:picLocks noChangeAspect="1"/>
            </p:cNvPicPr>
            <p:nvPr/>
          </p:nvPicPr>
          <p:blipFill>
            <a:blip r:embed="rId5"/>
            <a:srcRect l="33921" t="21142" r="54932" b="67253"/>
            <a:stretch/>
          </p:blipFill>
          <p:spPr>
            <a:xfrm>
              <a:off x="5841897" y="1656161"/>
              <a:ext cx="266750" cy="342900"/>
            </a:xfrm>
            <a:prstGeom prst="rect">
              <a:avLst/>
            </a:prstGeom>
          </p:spPr>
        </p:pic>
        <p:grpSp>
          <p:nvGrpSpPr>
            <p:cNvPr id="637" name="Grupo 636">
              <a:extLst>
                <a:ext uri="{FF2B5EF4-FFF2-40B4-BE49-F238E27FC236}">
                  <a16:creationId xmlns:a16="http://schemas.microsoft.com/office/drawing/2014/main" id="{DED90159-5BD7-1175-04CE-E0CE1A699010}"/>
                </a:ext>
              </a:extLst>
            </p:cNvPr>
            <p:cNvGrpSpPr/>
            <p:nvPr/>
          </p:nvGrpSpPr>
          <p:grpSpPr>
            <a:xfrm>
              <a:off x="4705953" y="2384545"/>
              <a:ext cx="266750" cy="342900"/>
              <a:chOff x="5053733" y="4472706"/>
              <a:chExt cx="764498" cy="795862"/>
            </a:xfrm>
          </p:grpSpPr>
          <p:pic>
            <p:nvPicPr>
              <p:cNvPr id="638" name="Imagen 637">
                <a:extLst>
                  <a:ext uri="{FF2B5EF4-FFF2-40B4-BE49-F238E27FC236}">
                    <a16:creationId xmlns:a16="http://schemas.microsoft.com/office/drawing/2014/main" id="{BB9D6C34-C5A4-400F-D6A6-25A9395081A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39" name="Imagen 638">
                <a:extLst>
                  <a:ext uri="{FF2B5EF4-FFF2-40B4-BE49-F238E27FC236}">
                    <a16:creationId xmlns:a16="http://schemas.microsoft.com/office/drawing/2014/main" id="{295B2DC1-34E6-73C6-7D3E-F73F148F51B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57" name="Imagen 656">
              <a:extLst>
                <a:ext uri="{FF2B5EF4-FFF2-40B4-BE49-F238E27FC236}">
                  <a16:creationId xmlns:a16="http://schemas.microsoft.com/office/drawing/2014/main" id="{DFB275CC-B711-FB82-6A51-25F4A824619C}"/>
                </a:ext>
              </a:extLst>
            </p:cNvPr>
            <p:cNvPicPr>
              <a:picLocks noChangeAspect="1"/>
            </p:cNvPicPr>
            <p:nvPr/>
          </p:nvPicPr>
          <p:blipFill>
            <a:blip r:embed="rId5"/>
            <a:srcRect l="12605" t="6975" r="76248" b="81420"/>
            <a:stretch/>
          </p:blipFill>
          <p:spPr>
            <a:xfrm>
              <a:off x="6125451" y="1656161"/>
              <a:ext cx="266750" cy="342900"/>
            </a:xfrm>
            <a:prstGeom prst="rect">
              <a:avLst/>
            </a:prstGeom>
          </p:spPr>
        </p:pic>
        <p:grpSp>
          <p:nvGrpSpPr>
            <p:cNvPr id="640" name="Grupo 639">
              <a:extLst>
                <a:ext uri="{FF2B5EF4-FFF2-40B4-BE49-F238E27FC236}">
                  <a16:creationId xmlns:a16="http://schemas.microsoft.com/office/drawing/2014/main" id="{EAF6B3A0-6A4E-9EDD-F7F8-2FB566D34186}"/>
                </a:ext>
              </a:extLst>
            </p:cNvPr>
            <p:cNvGrpSpPr/>
            <p:nvPr/>
          </p:nvGrpSpPr>
          <p:grpSpPr>
            <a:xfrm>
              <a:off x="4989399" y="2758116"/>
              <a:ext cx="266750" cy="342900"/>
              <a:chOff x="5053733" y="4472706"/>
              <a:chExt cx="764498" cy="795862"/>
            </a:xfrm>
          </p:grpSpPr>
          <p:pic>
            <p:nvPicPr>
              <p:cNvPr id="641" name="Imagen 640">
                <a:extLst>
                  <a:ext uri="{FF2B5EF4-FFF2-40B4-BE49-F238E27FC236}">
                    <a16:creationId xmlns:a16="http://schemas.microsoft.com/office/drawing/2014/main" id="{2B5AB6B8-939C-BC2D-EEA8-87BF909F97D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42" name="Imagen 641">
                <a:extLst>
                  <a:ext uri="{FF2B5EF4-FFF2-40B4-BE49-F238E27FC236}">
                    <a16:creationId xmlns:a16="http://schemas.microsoft.com/office/drawing/2014/main" id="{F2E3CA2A-04AA-E4E9-A7EE-DE5C4CE5FFD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58" name="Imagen 657">
              <a:extLst>
                <a:ext uri="{FF2B5EF4-FFF2-40B4-BE49-F238E27FC236}">
                  <a16:creationId xmlns:a16="http://schemas.microsoft.com/office/drawing/2014/main" id="{2DB4AE96-9CFF-AC1F-E124-21894E7EAE39}"/>
                </a:ext>
              </a:extLst>
            </p:cNvPr>
            <p:cNvPicPr>
              <a:picLocks noChangeAspect="1"/>
            </p:cNvPicPr>
            <p:nvPr/>
          </p:nvPicPr>
          <p:blipFill>
            <a:blip r:embed="rId5"/>
            <a:srcRect l="12605" t="6975" r="76248" b="81420"/>
            <a:stretch/>
          </p:blipFill>
          <p:spPr>
            <a:xfrm>
              <a:off x="5854003" y="2025139"/>
              <a:ext cx="266750" cy="342900"/>
            </a:xfrm>
            <a:prstGeom prst="rect">
              <a:avLst/>
            </a:prstGeom>
          </p:spPr>
        </p:pic>
        <p:grpSp>
          <p:nvGrpSpPr>
            <p:cNvPr id="643" name="Grupo 642">
              <a:extLst>
                <a:ext uri="{FF2B5EF4-FFF2-40B4-BE49-F238E27FC236}">
                  <a16:creationId xmlns:a16="http://schemas.microsoft.com/office/drawing/2014/main" id="{FD1BCBEE-ABCD-76B8-F660-E5843F9CA1AC}"/>
                </a:ext>
              </a:extLst>
            </p:cNvPr>
            <p:cNvGrpSpPr/>
            <p:nvPr/>
          </p:nvGrpSpPr>
          <p:grpSpPr>
            <a:xfrm>
              <a:off x="4705953" y="2758116"/>
              <a:ext cx="266750" cy="342900"/>
              <a:chOff x="5053733" y="4472706"/>
              <a:chExt cx="764498" cy="795862"/>
            </a:xfrm>
          </p:grpSpPr>
          <p:pic>
            <p:nvPicPr>
              <p:cNvPr id="644" name="Imagen 643">
                <a:extLst>
                  <a:ext uri="{FF2B5EF4-FFF2-40B4-BE49-F238E27FC236}">
                    <a16:creationId xmlns:a16="http://schemas.microsoft.com/office/drawing/2014/main" id="{3CE2CFB4-5C56-9129-07FD-083024607CB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45" name="Imagen 644">
                <a:extLst>
                  <a:ext uri="{FF2B5EF4-FFF2-40B4-BE49-F238E27FC236}">
                    <a16:creationId xmlns:a16="http://schemas.microsoft.com/office/drawing/2014/main" id="{2D78D1B9-A365-1543-4284-0516E217609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60" name="Imagen 659">
              <a:extLst>
                <a:ext uri="{FF2B5EF4-FFF2-40B4-BE49-F238E27FC236}">
                  <a16:creationId xmlns:a16="http://schemas.microsoft.com/office/drawing/2014/main" id="{D7801C1C-A9B5-4D43-3195-643759985573}"/>
                </a:ext>
              </a:extLst>
            </p:cNvPr>
            <p:cNvPicPr>
              <a:picLocks noChangeAspect="1"/>
            </p:cNvPicPr>
            <p:nvPr/>
          </p:nvPicPr>
          <p:blipFill>
            <a:blip r:embed="rId5"/>
            <a:srcRect l="65717" t="6975" r="23136" b="81420"/>
            <a:stretch/>
          </p:blipFill>
          <p:spPr>
            <a:xfrm>
              <a:off x="6137449" y="2025139"/>
              <a:ext cx="266750" cy="342900"/>
            </a:xfrm>
            <a:prstGeom prst="rect">
              <a:avLst/>
            </a:prstGeom>
          </p:spPr>
        </p:pic>
        <p:grpSp>
          <p:nvGrpSpPr>
            <p:cNvPr id="647" name="Grupo 646">
              <a:extLst>
                <a:ext uri="{FF2B5EF4-FFF2-40B4-BE49-F238E27FC236}">
                  <a16:creationId xmlns:a16="http://schemas.microsoft.com/office/drawing/2014/main" id="{79C60280-CA3A-E3C2-25D1-B399D8FC9EBA}"/>
                </a:ext>
              </a:extLst>
            </p:cNvPr>
            <p:cNvGrpSpPr/>
            <p:nvPr/>
          </p:nvGrpSpPr>
          <p:grpSpPr>
            <a:xfrm>
              <a:off x="3572169" y="4255458"/>
              <a:ext cx="266750" cy="342900"/>
              <a:chOff x="5053733" y="4472706"/>
              <a:chExt cx="764498" cy="795862"/>
            </a:xfrm>
          </p:grpSpPr>
          <p:pic>
            <p:nvPicPr>
              <p:cNvPr id="648" name="Imagen 647">
                <a:extLst>
                  <a:ext uri="{FF2B5EF4-FFF2-40B4-BE49-F238E27FC236}">
                    <a16:creationId xmlns:a16="http://schemas.microsoft.com/office/drawing/2014/main" id="{FCA2D290-C230-0B7B-2B3F-3DF668D5851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49" name="Imagen 648">
                <a:extLst>
                  <a:ext uri="{FF2B5EF4-FFF2-40B4-BE49-F238E27FC236}">
                    <a16:creationId xmlns:a16="http://schemas.microsoft.com/office/drawing/2014/main" id="{AF1D4EB8-3C59-FC96-63B8-B0CB70A7EA2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61" name="Imagen 660">
              <a:extLst>
                <a:ext uri="{FF2B5EF4-FFF2-40B4-BE49-F238E27FC236}">
                  <a16:creationId xmlns:a16="http://schemas.microsoft.com/office/drawing/2014/main" id="{07B254C2-E7CF-827A-39DE-69C5B80C3AEF}"/>
                </a:ext>
              </a:extLst>
            </p:cNvPr>
            <p:cNvPicPr>
              <a:picLocks noChangeAspect="1"/>
            </p:cNvPicPr>
            <p:nvPr/>
          </p:nvPicPr>
          <p:blipFill>
            <a:blip r:embed="rId5"/>
            <a:srcRect l="12605" t="6975" r="76248" b="81420"/>
            <a:stretch/>
          </p:blipFill>
          <p:spPr>
            <a:xfrm>
              <a:off x="5839737" y="2384545"/>
              <a:ext cx="266750" cy="342900"/>
            </a:xfrm>
            <a:prstGeom prst="rect">
              <a:avLst/>
            </a:prstGeom>
          </p:spPr>
        </p:pic>
        <p:grpSp>
          <p:nvGrpSpPr>
            <p:cNvPr id="650" name="Grupo 649">
              <a:extLst>
                <a:ext uri="{FF2B5EF4-FFF2-40B4-BE49-F238E27FC236}">
                  <a16:creationId xmlns:a16="http://schemas.microsoft.com/office/drawing/2014/main" id="{E9BB99C8-E114-85DB-7064-39C2E3E52AC0}"/>
                </a:ext>
              </a:extLst>
            </p:cNvPr>
            <p:cNvGrpSpPr/>
            <p:nvPr/>
          </p:nvGrpSpPr>
          <p:grpSpPr>
            <a:xfrm>
              <a:off x="3855615" y="4611739"/>
              <a:ext cx="266750" cy="342900"/>
              <a:chOff x="5053733" y="4472706"/>
              <a:chExt cx="764498" cy="795862"/>
            </a:xfrm>
          </p:grpSpPr>
          <p:pic>
            <p:nvPicPr>
              <p:cNvPr id="651" name="Imagen 650">
                <a:extLst>
                  <a:ext uri="{FF2B5EF4-FFF2-40B4-BE49-F238E27FC236}">
                    <a16:creationId xmlns:a16="http://schemas.microsoft.com/office/drawing/2014/main" id="{8D51F35B-4CF7-5EAB-C79D-0BE53901573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652" name="Imagen 651">
                <a:extLst>
                  <a:ext uri="{FF2B5EF4-FFF2-40B4-BE49-F238E27FC236}">
                    <a16:creationId xmlns:a16="http://schemas.microsoft.com/office/drawing/2014/main" id="{67EC08B0-DF3E-C71E-DD35-98C265418ED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63" name="Imagen 662">
              <a:extLst>
                <a:ext uri="{FF2B5EF4-FFF2-40B4-BE49-F238E27FC236}">
                  <a16:creationId xmlns:a16="http://schemas.microsoft.com/office/drawing/2014/main" id="{03F9BAA8-76BD-9801-6792-E2F4734A1A6D}"/>
                </a:ext>
              </a:extLst>
            </p:cNvPr>
            <p:cNvPicPr>
              <a:picLocks noChangeAspect="1"/>
            </p:cNvPicPr>
            <p:nvPr/>
          </p:nvPicPr>
          <p:blipFill>
            <a:blip r:embed="rId5"/>
            <a:srcRect l="12506" t="49167" r="76346" b="39228"/>
            <a:stretch/>
          </p:blipFill>
          <p:spPr>
            <a:xfrm>
              <a:off x="6123183" y="2384545"/>
              <a:ext cx="266750" cy="342900"/>
            </a:xfrm>
            <a:prstGeom prst="rect">
              <a:avLst/>
            </a:prstGeom>
          </p:spPr>
        </p:pic>
        <p:pic>
          <p:nvPicPr>
            <p:cNvPr id="664" name="Imagen 663">
              <a:extLst>
                <a:ext uri="{FF2B5EF4-FFF2-40B4-BE49-F238E27FC236}">
                  <a16:creationId xmlns:a16="http://schemas.microsoft.com/office/drawing/2014/main" id="{90E3DA3E-0D47-1F4A-67A0-D8ECEB8F0300}"/>
                </a:ext>
              </a:extLst>
            </p:cNvPr>
            <p:cNvPicPr>
              <a:picLocks noChangeAspect="1"/>
            </p:cNvPicPr>
            <p:nvPr/>
          </p:nvPicPr>
          <p:blipFill>
            <a:blip r:embed="rId5"/>
            <a:srcRect l="76281" t="21082" r="12572" b="67313"/>
            <a:stretch/>
          </p:blipFill>
          <p:spPr>
            <a:xfrm>
              <a:off x="5839737" y="2758116"/>
              <a:ext cx="266750" cy="342900"/>
            </a:xfrm>
            <a:prstGeom prst="rect">
              <a:avLst/>
            </a:prstGeom>
          </p:spPr>
        </p:pic>
        <p:pic>
          <p:nvPicPr>
            <p:cNvPr id="665" name="Imagen 664">
              <a:extLst>
                <a:ext uri="{FF2B5EF4-FFF2-40B4-BE49-F238E27FC236}">
                  <a16:creationId xmlns:a16="http://schemas.microsoft.com/office/drawing/2014/main" id="{B6EB33D5-3F0E-F18C-B1F0-AE62716DA9E7}"/>
                </a:ext>
              </a:extLst>
            </p:cNvPr>
            <p:cNvPicPr>
              <a:picLocks noChangeAspect="1"/>
            </p:cNvPicPr>
            <p:nvPr/>
          </p:nvPicPr>
          <p:blipFill>
            <a:blip r:embed="rId5"/>
            <a:srcRect l="12605" t="6975" r="76248" b="81420"/>
            <a:stretch/>
          </p:blipFill>
          <p:spPr>
            <a:xfrm>
              <a:off x="6123183" y="2758116"/>
              <a:ext cx="266750" cy="342900"/>
            </a:xfrm>
            <a:prstGeom prst="rect">
              <a:avLst/>
            </a:prstGeom>
          </p:spPr>
        </p:pic>
        <p:pic>
          <p:nvPicPr>
            <p:cNvPr id="666" name="Imagen 665">
              <a:extLst>
                <a:ext uri="{FF2B5EF4-FFF2-40B4-BE49-F238E27FC236}">
                  <a16:creationId xmlns:a16="http://schemas.microsoft.com/office/drawing/2014/main" id="{CA2FF333-F36B-CDE0-9A5F-064793AC1321}"/>
                </a:ext>
              </a:extLst>
            </p:cNvPr>
            <p:cNvPicPr>
              <a:picLocks noChangeAspect="1"/>
            </p:cNvPicPr>
            <p:nvPr/>
          </p:nvPicPr>
          <p:blipFill>
            <a:blip r:embed="rId5"/>
            <a:srcRect l="12601" t="21080" r="76252" b="67315"/>
            <a:stretch/>
          </p:blipFill>
          <p:spPr>
            <a:xfrm>
              <a:off x="5839737" y="3140200"/>
              <a:ext cx="266750" cy="342900"/>
            </a:xfrm>
            <a:prstGeom prst="rect">
              <a:avLst/>
            </a:prstGeom>
          </p:spPr>
        </p:pic>
        <p:pic>
          <p:nvPicPr>
            <p:cNvPr id="667" name="Imagen 666">
              <a:extLst>
                <a:ext uri="{FF2B5EF4-FFF2-40B4-BE49-F238E27FC236}">
                  <a16:creationId xmlns:a16="http://schemas.microsoft.com/office/drawing/2014/main" id="{6C4F5F1A-F0C4-BA89-3A91-EB84FD667A75}"/>
                </a:ext>
              </a:extLst>
            </p:cNvPr>
            <p:cNvPicPr>
              <a:picLocks noChangeAspect="1"/>
            </p:cNvPicPr>
            <p:nvPr/>
          </p:nvPicPr>
          <p:blipFill>
            <a:blip r:embed="rId5"/>
            <a:srcRect l="12605" t="6975" r="76248" b="81420"/>
            <a:stretch/>
          </p:blipFill>
          <p:spPr>
            <a:xfrm>
              <a:off x="6123183" y="3140200"/>
              <a:ext cx="266750" cy="342900"/>
            </a:xfrm>
            <a:prstGeom prst="rect">
              <a:avLst/>
            </a:prstGeom>
          </p:spPr>
        </p:pic>
        <p:pic>
          <p:nvPicPr>
            <p:cNvPr id="668" name="Imagen 667">
              <a:extLst>
                <a:ext uri="{FF2B5EF4-FFF2-40B4-BE49-F238E27FC236}">
                  <a16:creationId xmlns:a16="http://schemas.microsoft.com/office/drawing/2014/main" id="{1E37CC99-765A-AB22-D1E5-6FAE32E81189}"/>
                </a:ext>
              </a:extLst>
            </p:cNvPr>
            <p:cNvPicPr>
              <a:picLocks noChangeAspect="1"/>
            </p:cNvPicPr>
            <p:nvPr/>
          </p:nvPicPr>
          <p:blipFill>
            <a:blip r:embed="rId5"/>
            <a:srcRect l="65751" t="21142" r="23101" b="67253"/>
            <a:stretch/>
          </p:blipFill>
          <p:spPr>
            <a:xfrm>
              <a:off x="5839737" y="3502366"/>
              <a:ext cx="266750" cy="342900"/>
            </a:xfrm>
            <a:prstGeom prst="rect">
              <a:avLst/>
            </a:prstGeom>
          </p:spPr>
        </p:pic>
        <p:pic>
          <p:nvPicPr>
            <p:cNvPr id="669" name="Imagen 668">
              <a:extLst>
                <a:ext uri="{FF2B5EF4-FFF2-40B4-BE49-F238E27FC236}">
                  <a16:creationId xmlns:a16="http://schemas.microsoft.com/office/drawing/2014/main" id="{27E74475-940A-E623-C8BF-0D04AE22C632}"/>
                </a:ext>
              </a:extLst>
            </p:cNvPr>
            <p:cNvPicPr>
              <a:picLocks noChangeAspect="1"/>
            </p:cNvPicPr>
            <p:nvPr/>
          </p:nvPicPr>
          <p:blipFill>
            <a:blip r:embed="rId5"/>
            <a:srcRect l="12605" t="6975" r="76248" b="81420"/>
            <a:stretch/>
          </p:blipFill>
          <p:spPr>
            <a:xfrm>
              <a:off x="6123183" y="3502366"/>
              <a:ext cx="266750" cy="342900"/>
            </a:xfrm>
            <a:prstGeom prst="rect">
              <a:avLst/>
            </a:prstGeom>
          </p:spPr>
        </p:pic>
        <p:pic>
          <p:nvPicPr>
            <p:cNvPr id="670" name="Imagen 669">
              <a:extLst>
                <a:ext uri="{FF2B5EF4-FFF2-40B4-BE49-F238E27FC236}">
                  <a16:creationId xmlns:a16="http://schemas.microsoft.com/office/drawing/2014/main" id="{3B92DB34-D833-0C9A-183F-794836404CA3}"/>
                </a:ext>
              </a:extLst>
            </p:cNvPr>
            <p:cNvPicPr>
              <a:picLocks noChangeAspect="1"/>
            </p:cNvPicPr>
            <p:nvPr/>
          </p:nvPicPr>
          <p:blipFill>
            <a:blip r:embed="rId5"/>
            <a:srcRect l="12605" t="6975" r="76248" b="81420"/>
            <a:stretch/>
          </p:blipFill>
          <p:spPr>
            <a:xfrm>
              <a:off x="5839737" y="4611739"/>
              <a:ext cx="266750" cy="342900"/>
            </a:xfrm>
            <a:prstGeom prst="rect">
              <a:avLst/>
            </a:prstGeom>
          </p:spPr>
        </p:pic>
        <p:pic>
          <p:nvPicPr>
            <p:cNvPr id="671" name="Imagen 670">
              <a:extLst>
                <a:ext uri="{FF2B5EF4-FFF2-40B4-BE49-F238E27FC236}">
                  <a16:creationId xmlns:a16="http://schemas.microsoft.com/office/drawing/2014/main" id="{F10E020F-FE2B-7835-5B6E-4323A82135C0}"/>
                </a:ext>
              </a:extLst>
            </p:cNvPr>
            <p:cNvPicPr>
              <a:picLocks noChangeAspect="1"/>
            </p:cNvPicPr>
            <p:nvPr/>
          </p:nvPicPr>
          <p:blipFill>
            <a:blip r:embed="rId5"/>
            <a:srcRect l="65751" t="21142" r="23101" b="67253"/>
            <a:stretch/>
          </p:blipFill>
          <p:spPr>
            <a:xfrm>
              <a:off x="6123183" y="4611739"/>
              <a:ext cx="266750" cy="342900"/>
            </a:xfrm>
            <a:prstGeom prst="rect">
              <a:avLst/>
            </a:prstGeom>
          </p:spPr>
        </p:pic>
        <p:pic>
          <p:nvPicPr>
            <p:cNvPr id="672" name="Imagen 671">
              <a:extLst>
                <a:ext uri="{FF2B5EF4-FFF2-40B4-BE49-F238E27FC236}">
                  <a16:creationId xmlns:a16="http://schemas.microsoft.com/office/drawing/2014/main" id="{6B6C6823-B83B-CEA3-F511-781D9B9D9EA3}"/>
                </a:ext>
              </a:extLst>
            </p:cNvPr>
            <p:cNvPicPr>
              <a:picLocks noChangeAspect="1"/>
            </p:cNvPicPr>
            <p:nvPr/>
          </p:nvPicPr>
          <p:blipFill>
            <a:blip r:embed="rId5"/>
            <a:srcRect l="12506" t="49167" r="76346" b="39228"/>
            <a:stretch/>
          </p:blipFill>
          <p:spPr>
            <a:xfrm>
              <a:off x="5839737" y="4970263"/>
              <a:ext cx="266750" cy="342900"/>
            </a:xfrm>
            <a:prstGeom prst="rect">
              <a:avLst/>
            </a:prstGeom>
          </p:spPr>
        </p:pic>
        <p:pic>
          <p:nvPicPr>
            <p:cNvPr id="673" name="Imagen 672">
              <a:extLst>
                <a:ext uri="{FF2B5EF4-FFF2-40B4-BE49-F238E27FC236}">
                  <a16:creationId xmlns:a16="http://schemas.microsoft.com/office/drawing/2014/main" id="{6D2DAC11-4DE0-6B74-8AFD-8F723FEAB896}"/>
                </a:ext>
              </a:extLst>
            </p:cNvPr>
            <p:cNvPicPr>
              <a:picLocks noChangeAspect="1"/>
            </p:cNvPicPr>
            <p:nvPr/>
          </p:nvPicPr>
          <p:blipFill>
            <a:blip r:embed="rId5"/>
            <a:srcRect l="12605" t="6975" r="76248" b="81420"/>
            <a:stretch/>
          </p:blipFill>
          <p:spPr>
            <a:xfrm>
              <a:off x="6123183" y="4970263"/>
              <a:ext cx="266750" cy="342900"/>
            </a:xfrm>
            <a:prstGeom prst="rect">
              <a:avLst/>
            </a:prstGeom>
          </p:spPr>
        </p:pic>
        <p:pic>
          <p:nvPicPr>
            <p:cNvPr id="674" name="Imagen 673">
              <a:extLst>
                <a:ext uri="{FF2B5EF4-FFF2-40B4-BE49-F238E27FC236}">
                  <a16:creationId xmlns:a16="http://schemas.microsoft.com/office/drawing/2014/main" id="{9B2F1EFC-7010-8518-5581-97D3F162E401}"/>
                </a:ext>
              </a:extLst>
            </p:cNvPr>
            <p:cNvPicPr>
              <a:picLocks noChangeAspect="1"/>
            </p:cNvPicPr>
            <p:nvPr/>
          </p:nvPicPr>
          <p:blipFill>
            <a:blip r:embed="rId5"/>
            <a:srcRect l="65717" t="6975" r="23136" b="81420"/>
            <a:stretch/>
          </p:blipFill>
          <p:spPr>
            <a:xfrm>
              <a:off x="5839737" y="5311489"/>
              <a:ext cx="266750" cy="342900"/>
            </a:xfrm>
            <a:prstGeom prst="rect">
              <a:avLst/>
            </a:prstGeom>
          </p:spPr>
        </p:pic>
        <p:pic>
          <p:nvPicPr>
            <p:cNvPr id="675" name="Imagen 674">
              <a:extLst>
                <a:ext uri="{FF2B5EF4-FFF2-40B4-BE49-F238E27FC236}">
                  <a16:creationId xmlns:a16="http://schemas.microsoft.com/office/drawing/2014/main" id="{1F979769-41E6-E077-5680-0A165C9B848C}"/>
                </a:ext>
              </a:extLst>
            </p:cNvPr>
            <p:cNvPicPr>
              <a:picLocks noChangeAspect="1"/>
            </p:cNvPicPr>
            <p:nvPr/>
          </p:nvPicPr>
          <p:blipFill>
            <a:blip r:embed="rId5"/>
            <a:srcRect l="12605" t="6975" r="76248" b="81420"/>
            <a:stretch/>
          </p:blipFill>
          <p:spPr>
            <a:xfrm>
              <a:off x="6123183" y="5311489"/>
              <a:ext cx="266750" cy="342900"/>
            </a:xfrm>
            <a:prstGeom prst="rect">
              <a:avLst/>
            </a:prstGeom>
          </p:spPr>
        </p:pic>
        <p:pic>
          <p:nvPicPr>
            <p:cNvPr id="676" name="Imagen 675">
              <a:extLst>
                <a:ext uri="{FF2B5EF4-FFF2-40B4-BE49-F238E27FC236}">
                  <a16:creationId xmlns:a16="http://schemas.microsoft.com/office/drawing/2014/main" id="{F76029F4-ACB2-7554-4C4F-520483BAB41A}"/>
                </a:ext>
              </a:extLst>
            </p:cNvPr>
            <p:cNvPicPr>
              <a:picLocks noChangeAspect="1"/>
            </p:cNvPicPr>
            <p:nvPr/>
          </p:nvPicPr>
          <p:blipFill>
            <a:blip r:embed="rId5"/>
            <a:srcRect l="33916" t="6975" r="54937" b="81420"/>
            <a:stretch/>
          </p:blipFill>
          <p:spPr>
            <a:xfrm>
              <a:off x="5839737" y="5686427"/>
              <a:ext cx="266750" cy="342900"/>
            </a:xfrm>
            <a:prstGeom prst="rect">
              <a:avLst/>
            </a:prstGeom>
          </p:spPr>
        </p:pic>
        <p:pic>
          <p:nvPicPr>
            <p:cNvPr id="677" name="Imagen 676">
              <a:extLst>
                <a:ext uri="{FF2B5EF4-FFF2-40B4-BE49-F238E27FC236}">
                  <a16:creationId xmlns:a16="http://schemas.microsoft.com/office/drawing/2014/main" id="{D6738C5B-799F-9D51-F1F1-816754E6A528}"/>
                </a:ext>
              </a:extLst>
            </p:cNvPr>
            <p:cNvPicPr>
              <a:picLocks noChangeAspect="1"/>
            </p:cNvPicPr>
            <p:nvPr/>
          </p:nvPicPr>
          <p:blipFill>
            <a:blip r:embed="rId5"/>
            <a:srcRect l="23536" t="34892" r="65317" b="53503"/>
            <a:stretch/>
          </p:blipFill>
          <p:spPr>
            <a:xfrm>
              <a:off x="6123183" y="5686427"/>
              <a:ext cx="266750" cy="342900"/>
            </a:xfrm>
            <a:prstGeom prst="rect">
              <a:avLst/>
            </a:prstGeom>
          </p:spPr>
        </p:pic>
        <p:pic>
          <p:nvPicPr>
            <p:cNvPr id="678" name="Imagen 677">
              <a:extLst>
                <a:ext uri="{FF2B5EF4-FFF2-40B4-BE49-F238E27FC236}">
                  <a16:creationId xmlns:a16="http://schemas.microsoft.com/office/drawing/2014/main" id="{BA511993-14C7-E40F-5A69-6FAD2D585A9D}"/>
                </a:ext>
              </a:extLst>
            </p:cNvPr>
            <p:cNvPicPr>
              <a:picLocks noChangeAspect="1"/>
            </p:cNvPicPr>
            <p:nvPr/>
          </p:nvPicPr>
          <p:blipFill>
            <a:blip r:embed="rId5"/>
            <a:srcRect l="65685" t="34869" r="23168" b="53526"/>
            <a:stretch/>
          </p:blipFill>
          <p:spPr>
            <a:xfrm>
              <a:off x="2147939" y="6062704"/>
              <a:ext cx="266750" cy="342900"/>
            </a:xfrm>
            <a:prstGeom prst="rect">
              <a:avLst/>
            </a:prstGeom>
          </p:spPr>
        </p:pic>
        <p:pic>
          <p:nvPicPr>
            <p:cNvPr id="679" name="Imagen 678">
              <a:extLst>
                <a:ext uri="{FF2B5EF4-FFF2-40B4-BE49-F238E27FC236}">
                  <a16:creationId xmlns:a16="http://schemas.microsoft.com/office/drawing/2014/main" id="{222A64D4-2A65-58F4-EDBA-5BAB71950661}"/>
                </a:ext>
              </a:extLst>
            </p:cNvPr>
            <p:cNvPicPr>
              <a:picLocks noChangeAspect="1"/>
            </p:cNvPicPr>
            <p:nvPr/>
          </p:nvPicPr>
          <p:blipFill>
            <a:blip r:embed="rId5"/>
            <a:srcRect l="55117" t="6975" r="33736" b="81420"/>
            <a:stretch/>
          </p:blipFill>
          <p:spPr>
            <a:xfrm>
              <a:off x="2431385" y="6062704"/>
              <a:ext cx="266750" cy="342900"/>
            </a:xfrm>
            <a:prstGeom prst="rect">
              <a:avLst/>
            </a:prstGeom>
          </p:spPr>
        </p:pic>
        <p:pic>
          <p:nvPicPr>
            <p:cNvPr id="680" name="Imagen 679">
              <a:extLst>
                <a:ext uri="{FF2B5EF4-FFF2-40B4-BE49-F238E27FC236}">
                  <a16:creationId xmlns:a16="http://schemas.microsoft.com/office/drawing/2014/main" id="{77446FC1-8615-FDDE-14D7-0AB8481F0CA4}"/>
                </a:ext>
              </a:extLst>
            </p:cNvPr>
            <p:cNvPicPr>
              <a:picLocks noChangeAspect="1"/>
            </p:cNvPicPr>
            <p:nvPr/>
          </p:nvPicPr>
          <p:blipFill>
            <a:blip r:embed="rId5"/>
            <a:srcRect l="44479" t="34951" r="44374" b="53444"/>
            <a:stretch/>
          </p:blipFill>
          <p:spPr>
            <a:xfrm>
              <a:off x="2714831" y="6062704"/>
              <a:ext cx="266750" cy="342900"/>
            </a:xfrm>
            <a:prstGeom prst="rect">
              <a:avLst/>
            </a:prstGeom>
          </p:spPr>
        </p:pic>
        <p:pic>
          <p:nvPicPr>
            <p:cNvPr id="681" name="Imagen 680">
              <a:extLst>
                <a:ext uri="{FF2B5EF4-FFF2-40B4-BE49-F238E27FC236}">
                  <a16:creationId xmlns:a16="http://schemas.microsoft.com/office/drawing/2014/main" id="{A67FB518-3BB3-DB98-3AC8-0249364C7916}"/>
                </a:ext>
              </a:extLst>
            </p:cNvPr>
            <p:cNvPicPr>
              <a:picLocks noChangeAspect="1"/>
            </p:cNvPicPr>
            <p:nvPr/>
          </p:nvPicPr>
          <p:blipFill>
            <a:blip r:embed="rId5"/>
            <a:srcRect l="12605" t="6975" r="76248" b="81420"/>
            <a:stretch/>
          </p:blipFill>
          <p:spPr>
            <a:xfrm>
              <a:off x="2998277" y="6062704"/>
              <a:ext cx="266750" cy="342900"/>
            </a:xfrm>
            <a:prstGeom prst="rect">
              <a:avLst/>
            </a:prstGeom>
          </p:spPr>
        </p:pic>
        <p:pic>
          <p:nvPicPr>
            <p:cNvPr id="682" name="Imagen 681">
              <a:extLst>
                <a:ext uri="{FF2B5EF4-FFF2-40B4-BE49-F238E27FC236}">
                  <a16:creationId xmlns:a16="http://schemas.microsoft.com/office/drawing/2014/main" id="{C27911D7-86BF-7C2F-5112-7C407E5DF046}"/>
                </a:ext>
              </a:extLst>
            </p:cNvPr>
            <p:cNvPicPr>
              <a:picLocks noChangeAspect="1"/>
            </p:cNvPicPr>
            <p:nvPr/>
          </p:nvPicPr>
          <p:blipFill>
            <a:blip r:embed="rId5"/>
            <a:srcRect l="76281" t="21082" r="12572" b="67313"/>
            <a:stretch/>
          </p:blipFill>
          <p:spPr>
            <a:xfrm>
              <a:off x="3281723" y="6062704"/>
              <a:ext cx="266750" cy="342900"/>
            </a:xfrm>
            <a:prstGeom prst="rect">
              <a:avLst/>
            </a:prstGeom>
          </p:spPr>
        </p:pic>
        <p:pic>
          <p:nvPicPr>
            <p:cNvPr id="683" name="Imagen 682">
              <a:extLst>
                <a:ext uri="{FF2B5EF4-FFF2-40B4-BE49-F238E27FC236}">
                  <a16:creationId xmlns:a16="http://schemas.microsoft.com/office/drawing/2014/main" id="{0A008F00-2127-CBB0-AFC9-6427D93AD2BB}"/>
                </a:ext>
              </a:extLst>
            </p:cNvPr>
            <p:cNvPicPr>
              <a:picLocks noChangeAspect="1"/>
            </p:cNvPicPr>
            <p:nvPr/>
          </p:nvPicPr>
          <p:blipFill>
            <a:blip r:embed="rId5"/>
            <a:srcRect l="23278" t="21261" r="65575" b="67134"/>
            <a:stretch/>
          </p:blipFill>
          <p:spPr>
            <a:xfrm>
              <a:off x="5839737" y="6062704"/>
              <a:ext cx="266750" cy="342900"/>
            </a:xfrm>
            <a:prstGeom prst="rect">
              <a:avLst/>
            </a:prstGeom>
          </p:spPr>
        </p:pic>
        <p:pic>
          <p:nvPicPr>
            <p:cNvPr id="684" name="Imagen 683">
              <a:extLst>
                <a:ext uri="{FF2B5EF4-FFF2-40B4-BE49-F238E27FC236}">
                  <a16:creationId xmlns:a16="http://schemas.microsoft.com/office/drawing/2014/main" id="{C960EF68-C879-587D-91B5-7BDB158991DA}"/>
                </a:ext>
              </a:extLst>
            </p:cNvPr>
            <p:cNvPicPr>
              <a:picLocks noChangeAspect="1"/>
            </p:cNvPicPr>
            <p:nvPr/>
          </p:nvPicPr>
          <p:blipFill>
            <a:blip r:embed="rId5"/>
            <a:srcRect l="12605" t="6975" r="76248" b="81420"/>
            <a:stretch/>
          </p:blipFill>
          <p:spPr>
            <a:xfrm>
              <a:off x="6123183" y="6062704"/>
              <a:ext cx="266750" cy="342900"/>
            </a:xfrm>
            <a:prstGeom prst="rect">
              <a:avLst/>
            </a:prstGeom>
          </p:spPr>
        </p:pic>
        <p:pic>
          <p:nvPicPr>
            <p:cNvPr id="685" name="Imagen 684">
              <a:extLst>
                <a:ext uri="{FF2B5EF4-FFF2-40B4-BE49-F238E27FC236}">
                  <a16:creationId xmlns:a16="http://schemas.microsoft.com/office/drawing/2014/main" id="{016E726A-87F3-00BB-0220-241F29709350}"/>
                </a:ext>
              </a:extLst>
            </p:cNvPr>
            <p:cNvPicPr>
              <a:picLocks noChangeAspect="1"/>
            </p:cNvPicPr>
            <p:nvPr/>
          </p:nvPicPr>
          <p:blipFill>
            <a:blip r:embed="rId5"/>
            <a:srcRect l="44426" t="63168" r="44426" b="25227"/>
            <a:stretch/>
          </p:blipFill>
          <p:spPr>
            <a:xfrm>
              <a:off x="6406629" y="5311489"/>
              <a:ext cx="266750" cy="342900"/>
            </a:xfrm>
            <a:prstGeom prst="rect">
              <a:avLst/>
            </a:prstGeom>
          </p:spPr>
        </p:pic>
        <p:pic>
          <p:nvPicPr>
            <p:cNvPr id="686" name="Imagen 685">
              <a:extLst>
                <a:ext uri="{FF2B5EF4-FFF2-40B4-BE49-F238E27FC236}">
                  <a16:creationId xmlns:a16="http://schemas.microsoft.com/office/drawing/2014/main" id="{52E893A0-0D34-4333-A801-14488018F457}"/>
                </a:ext>
              </a:extLst>
            </p:cNvPr>
            <p:cNvPicPr>
              <a:picLocks noChangeAspect="1"/>
            </p:cNvPicPr>
            <p:nvPr/>
          </p:nvPicPr>
          <p:blipFill>
            <a:blip r:embed="rId5"/>
            <a:srcRect l="55142" t="63168" r="33711" b="25227"/>
            <a:stretch/>
          </p:blipFill>
          <p:spPr>
            <a:xfrm>
              <a:off x="6406629" y="5686427"/>
              <a:ext cx="266750" cy="342900"/>
            </a:xfrm>
            <a:prstGeom prst="rect">
              <a:avLst/>
            </a:prstGeom>
          </p:spPr>
        </p:pic>
        <p:pic>
          <p:nvPicPr>
            <p:cNvPr id="687" name="Imagen 686">
              <a:extLst>
                <a:ext uri="{FF2B5EF4-FFF2-40B4-BE49-F238E27FC236}">
                  <a16:creationId xmlns:a16="http://schemas.microsoft.com/office/drawing/2014/main" id="{49E51EDA-BEBE-E9DF-186D-31B2F3B4B5B0}"/>
                </a:ext>
              </a:extLst>
            </p:cNvPr>
            <p:cNvPicPr>
              <a:picLocks noChangeAspect="1"/>
            </p:cNvPicPr>
            <p:nvPr/>
          </p:nvPicPr>
          <p:blipFill>
            <a:blip r:embed="rId5"/>
            <a:srcRect l="65725" t="63168" r="23128" b="25227"/>
            <a:stretch/>
          </p:blipFill>
          <p:spPr>
            <a:xfrm>
              <a:off x="6406629" y="4611739"/>
              <a:ext cx="266750" cy="342900"/>
            </a:xfrm>
            <a:prstGeom prst="rect">
              <a:avLst/>
            </a:prstGeom>
          </p:spPr>
        </p:pic>
        <p:pic>
          <p:nvPicPr>
            <p:cNvPr id="689" name="Imagen 688">
              <a:extLst>
                <a:ext uri="{FF2B5EF4-FFF2-40B4-BE49-F238E27FC236}">
                  <a16:creationId xmlns:a16="http://schemas.microsoft.com/office/drawing/2014/main" id="{8DB73394-7F4F-5DE2-45D4-18728E1F1EA9}"/>
                </a:ext>
              </a:extLst>
            </p:cNvPr>
            <p:cNvPicPr>
              <a:picLocks noChangeAspect="1"/>
            </p:cNvPicPr>
            <p:nvPr/>
          </p:nvPicPr>
          <p:blipFill>
            <a:blip r:embed="rId5"/>
            <a:srcRect l="44778" t="77100" r="44075" b="11295"/>
            <a:stretch/>
          </p:blipFill>
          <p:spPr>
            <a:xfrm>
              <a:off x="6406629" y="6062704"/>
              <a:ext cx="266750" cy="342900"/>
            </a:xfrm>
            <a:prstGeom prst="rect">
              <a:avLst/>
            </a:prstGeom>
          </p:spPr>
        </p:pic>
        <p:pic>
          <p:nvPicPr>
            <p:cNvPr id="690" name="Imagen 689">
              <a:extLst>
                <a:ext uri="{FF2B5EF4-FFF2-40B4-BE49-F238E27FC236}">
                  <a16:creationId xmlns:a16="http://schemas.microsoft.com/office/drawing/2014/main" id="{39FC6888-397A-9D3B-8833-9AAF12DEC4C7}"/>
                </a:ext>
              </a:extLst>
            </p:cNvPr>
            <p:cNvPicPr>
              <a:picLocks noChangeAspect="1"/>
            </p:cNvPicPr>
            <p:nvPr/>
          </p:nvPicPr>
          <p:blipFill>
            <a:blip r:embed="rId5"/>
            <a:srcRect l="66027" t="77100" r="22826" b="11295"/>
            <a:stretch/>
          </p:blipFill>
          <p:spPr>
            <a:xfrm>
              <a:off x="6406629" y="3502366"/>
              <a:ext cx="266750" cy="342900"/>
            </a:xfrm>
            <a:prstGeom prst="rect">
              <a:avLst/>
            </a:prstGeom>
          </p:spPr>
        </p:pic>
        <p:pic>
          <p:nvPicPr>
            <p:cNvPr id="691" name="Imagen 690">
              <a:extLst>
                <a:ext uri="{FF2B5EF4-FFF2-40B4-BE49-F238E27FC236}">
                  <a16:creationId xmlns:a16="http://schemas.microsoft.com/office/drawing/2014/main" id="{41F88BBF-B70E-1BD4-872A-F9DB59354B66}"/>
                </a:ext>
              </a:extLst>
            </p:cNvPr>
            <p:cNvPicPr>
              <a:picLocks noChangeAspect="1"/>
            </p:cNvPicPr>
            <p:nvPr/>
          </p:nvPicPr>
          <p:blipFill>
            <a:blip r:embed="rId5"/>
            <a:srcRect l="76360" t="63168" r="12493" b="25227"/>
            <a:stretch/>
          </p:blipFill>
          <p:spPr>
            <a:xfrm>
              <a:off x="6406629" y="3140200"/>
              <a:ext cx="266750" cy="342900"/>
            </a:xfrm>
            <a:prstGeom prst="rect">
              <a:avLst/>
            </a:prstGeom>
          </p:spPr>
        </p:pic>
        <p:pic>
          <p:nvPicPr>
            <p:cNvPr id="692" name="Imagen 691">
              <a:extLst>
                <a:ext uri="{FF2B5EF4-FFF2-40B4-BE49-F238E27FC236}">
                  <a16:creationId xmlns:a16="http://schemas.microsoft.com/office/drawing/2014/main" id="{021E54DB-15A3-7263-2144-B75DE5D02798}"/>
                </a:ext>
              </a:extLst>
            </p:cNvPr>
            <p:cNvPicPr>
              <a:picLocks noChangeAspect="1"/>
            </p:cNvPicPr>
            <p:nvPr/>
          </p:nvPicPr>
          <p:blipFill>
            <a:blip r:embed="rId5"/>
            <a:srcRect l="23178" t="77100" r="65675" b="11295"/>
            <a:stretch/>
          </p:blipFill>
          <p:spPr>
            <a:xfrm>
              <a:off x="6409005" y="1656161"/>
              <a:ext cx="266750" cy="342900"/>
            </a:xfrm>
            <a:prstGeom prst="rect">
              <a:avLst/>
            </a:prstGeom>
          </p:spPr>
        </p:pic>
        <p:pic>
          <p:nvPicPr>
            <p:cNvPr id="695" name="Imagen 694">
              <a:extLst>
                <a:ext uri="{FF2B5EF4-FFF2-40B4-BE49-F238E27FC236}">
                  <a16:creationId xmlns:a16="http://schemas.microsoft.com/office/drawing/2014/main" id="{DE390D06-85BF-C864-35E5-4E69B9B68EC6}"/>
                </a:ext>
              </a:extLst>
            </p:cNvPr>
            <p:cNvPicPr>
              <a:picLocks noChangeAspect="1"/>
            </p:cNvPicPr>
            <p:nvPr/>
          </p:nvPicPr>
          <p:blipFill>
            <a:blip r:embed="rId5"/>
            <a:srcRect l="23178" t="77100" r="65675" b="11295"/>
            <a:stretch/>
          </p:blipFill>
          <p:spPr>
            <a:xfrm>
              <a:off x="6692559" y="1656161"/>
              <a:ext cx="266750" cy="342900"/>
            </a:xfrm>
            <a:prstGeom prst="rect">
              <a:avLst/>
            </a:prstGeom>
          </p:spPr>
        </p:pic>
        <p:pic>
          <p:nvPicPr>
            <p:cNvPr id="696" name="Imagen 695">
              <a:extLst>
                <a:ext uri="{FF2B5EF4-FFF2-40B4-BE49-F238E27FC236}">
                  <a16:creationId xmlns:a16="http://schemas.microsoft.com/office/drawing/2014/main" id="{E58624D5-6BB9-5D17-BB2D-FFD94FB5951A}"/>
                </a:ext>
              </a:extLst>
            </p:cNvPr>
            <p:cNvPicPr>
              <a:picLocks noChangeAspect="1"/>
            </p:cNvPicPr>
            <p:nvPr/>
          </p:nvPicPr>
          <p:blipFill>
            <a:blip r:embed="rId5"/>
            <a:srcRect l="33923" t="63168" r="54930" b="25227"/>
            <a:stretch/>
          </p:blipFill>
          <p:spPr>
            <a:xfrm>
              <a:off x="6697504" y="1291071"/>
              <a:ext cx="266750" cy="342900"/>
            </a:xfrm>
            <a:prstGeom prst="rect">
              <a:avLst/>
            </a:prstGeom>
          </p:spPr>
        </p:pic>
        <p:pic>
          <p:nvPicPr>
            <p:cNvPr id="697" name="Imagen 696">
              <a:extLst>
                <a:ext uri="{FF2B5EF4-FFF2-40B4-BE49-F238E27FC236}">
                  <a16:creationId xmlns:a16="http://schemas.microsoft.com/office/drawing/2014/main" id="{07CFDE2C-D3B8-03AB-11BD-12E0AA10C247}"/>
                </a:ext>
              </a:extLst>
            </p:cNvPr>
            <p:cNvPicPr>
              <a:picLocks noChangeAspect="1"/>
            </p:cNvPicPr>
            <p:nvPr/>
          </p:nvPicPr>
          <p:blipFill>
            <a:blip r:embed="rId5"/>
            <a:srcRect l="33923" t="63168" r="54930" b="25227"/>
            <a:stretch/>
          </p:blipFill>
          <p:spPr>
            <a:xfrm>
              <a:off x="6973521" y="4611739"/>
              <a:ext cx="266750" cy="342900"/>
            </a:xfrm>
            <a:prstGeom prst="rect">
              <a:avLst/>
            </a:prstGeom>
          </p:spPr>
        </p:pic>
        <p:pic>
          <p:nvPicPr>
            <p:cNvPr id="698" name="Imagen 697">
              <a:extLst>
                <a:ext uri="{FF2B5EF4-FFF2-40B4-BE49-F238E27FC236}">
                  <a16:creationId xmlns:a16="http://schemas.microsoft.com/office/drawing/2014/main" id="{761A023F-B713-A122-FA36-51AE1AC8B3AD}"/>
                </a:ext>
              </a:extLst>
            </p:cNvPr>
            <p:cNvPicPr>
              <a:picLocks noChangeAspect="1"/>
            </p:cNvPicPr>
            <p:nvPr/>
          </p:nvPicPr>
          <p:blipFill>
            <a:blip r:embed="rId5"/>
            <a:srcRect l="33923" t="63168" r="54930" b="25227"/>
            <a:stretch/>
          </p:blipFill>
          <p:spPr>
            <a:xfrm>
              <a:off x="6690075" y="6062704"/>
              <a:ext cx="266750" cy="342900"/>
            </a:xfrm>
            <a:prstGeom prst="rect">
              <a:avLst/>
            </a:prstGeom>
          </p:spPr>
        </p:pic>
        <p:pic>
          <p:nvPicPr>
            <p:cNvPr id="699" name="Imagen 698">
              <a:extLst>
                <a:ext uri="{FF2B5EF4-FFF2-40B4-BE49-F238E27FC236}">
                  <a16:creationId xmlns:a16="http://schemas.microsoft.com/office/drawing/2014/main" id="{AF1CE2C9-1581-EC6B-53F3-5EEB913F2144}"/>
                </a:ext>
              </a:extLst>
            </p:cNvPr>
            <p:cNvPicPr>
              <a:picLocks noChangeAspect="1"/>
            </p:cNvPicPr>
            <p:nvPr/>
          </p:nvPicPr>
          <p:blipFill>
            <a:blip r:embed="rId5"/>
            <a:srcRect l="44426" t="63168" r="44426" b="25227"/>
            <a:stretch/>
          </p:blipFill>
          <p:spPr>
            <a:xfrm>
              <a:off x="6973521" y="4970263"/>
              <a:ext cx="266750" cy="342900"/>
            </a:xfrm>
            <a:prstGeom prst="rect">
              <a:avLst/>
            </a:prstGeom>
          </p:spPr>
        </p:pic>
        <p:pic>
          <p:nvPicPr>
            <p:cNvPr id="700" name="Imagen 699">
              <a:extLst>
                <a:ext uri="{FF2B5EF4-FFF2-40B4-BE49-F238E27FC236}">
                  <a16:creationId xmlns:a16="http://schemas.microsoft.com/office/drawing/2014/main" id="{1925E4A1-0F00-A8C0-0835-6D6BBEC89A95}"/>
                </a:ext>
              </a:extLst>
            </p:cNvPr>
            <p:cNvPicPr>
              <a:picLocks noChangeAspect="1"/>
            </p:cNvPicPr>
            <p:nvPr/>
          </p:nvPicPr>
          <p:blipFill>
            <a:blip r:embed="rId5"/>
            <a:srcRect l="55379" t="77100" r="33474" b="11295"/>
            <a:stretch/>
          </p:blipFill>
          <p:spPr>
            <a:xfrm>
              <a:off x="6690075" y="4611739"/>
              <a:ext cx="266750" cy="342900"/>
            </a:xfrm>
            <a:prstGeom prst="rect">
              <a:avLst/>
            </a:prstGeom>
          </p:spPr>
        </p:pic>
        <p:pic>
          <p:nvPicPr>
            <p:cNvPr id="701" name="Imagen 700">
              <a:extLst>
                <a:ext uri="{FF2B5EF4-FFF2-40B4-BE49-F238E27FC236}">
                  <a16:creationId xmlns:a16="http://schemas.microsoft.com/office/drawing/2014/main" id="{83B7D4FD-39CC-ABE2-567C-0CB79AC85182}"/>
                </a:ext>
              </a:extLst>
            </p:cNvPr>
            <p:cNvPicPr>
              <a:picLocks noChangeAspect="1"/>
            </p:cNvPicPr>
            <p:nvPr/>
          </p:nvPicPr>
          <p:blipFill>
            <a:blip r:embed="rId5"/>
            <a:srcRect l="55142" t="63168" r="33711" b="25227"/>
            <a:stretch/>
          </p:blipFill>
          <p:spPr>
            <a:xfrm>
              <a:off x="6690075" y="2384545"/>
              <a:ext cx="266750" cy="342900"/>
            </a:xfrm>
            <a:prstGeom prst="rect">
              <a:avLst/>
            </a:prstGeom>
          </p:spPr>
        </p:pic>
        <p:pic>
          <p:nvPicPr>
            <p:cNvPr id="702" name="Imagen 701">
              <a:extLst>
                <a:ext uri="{FF2B5EF4-FFF2-40B4-BE49-F238E27FC236}">
                  <a16:creationId xmlns:a16="http://schemas.microsoft.com/office/drawing/2014/main" id="{17340D98-4EDF-4D68-FD41-862C2C9ACE2F}"/>
                </a:ext>
              </a:extLst>
            </p:cNvPr>
            <p:cNvPicPr>
              <a:picLocks noChangeAspect="1"/>
            </p:cNvPicPr>
            <p:nvPr/>
          </p:nvPicPr>
          <p:blipFill>
            <a:blip r:embed="rId5"/>
            <a:srcRect l="55142" t="63168" r="33711" b="25227"/>
            <a:stretch/>
          </p:blipFill>
          <p:spPr>
            <a:xfrm>
              <a:off x="6973521" y="2758116"/>
              <a:ext cx="266750" cy="342900"/>
            </a:xfrm>
            <a:prstGeom prst="rect">
              <a:avLst/>
            </a:prstGeom>
          </p:spPr>
        </p:pic>
        <p:pic>
          <p:nvPicPr>
            <p:cNvPr id="703" name="Imagen 702">
              <a:extLst>
                <a:ext uri="{FF2B5EF4-FFF2-40B4-BE49-F238E27FC236}">
                  <a16:creationId xmlns:a16="http://schemas.microsoft.com/office/drawing/2014/main" id="{4681779D-1DFA-B894-932A-22714D0F7200}"/>
                </a:ext>
              </a:extLst>
            </p:cNvPr>
            <p:cNvPicPr>
              <a:picLocks noChangeAspect="1"/>
            </p:cNvPicPr>
            <p:nvPr/>
          </p:nvPicPr>
          <p:blipFill>
            <a:blip r:embed="rId5"/>
            <a:srcRect l="65725" t="63168" r="23128" b="25227"/>
            <a:stretch/>
          </p:blipFill>
          <p:spPr>
            <a:xfrm>
              <a:off x="6690075" y="2758116"/>
              <a:ext cx="266750" cy="342900"/>
            </a:xfrm>
            <a:prstGeom prst="rect">
              <a:avLst/>
            </a:prstGeom>
          </p:spPr>
        </p:pic>
        <p:pic>
          <p:nvPicPr>
            <p:cNvPr id="704" name="Imagen 703">
              <a:extLst>
                <a:ext uri="{FF2B5EF4-FFF2-40B4-BE49-F238E27FC236}">
                  <a16:creationId xmlns:a16="http://schemas.microsoft.com/office/drawing/2014/main" id="{66992460-0E81-9866-9D22-113F7D4D5745}"/>
                </a:ext>
              </a:extLst>
            </p:cNvPr>
            <p:cNvPicPr>
              <a:picLocks noChangeAspect="1"/>
            </p:cNvPicPr>
            <p:nvPr/>
          </p:nvPicPr>
          <p:blipFill>
            <a:blip r:embed="rId5"/>
            <a:srcRect l="55142" t="63168" r="33711" b="25227"/>
            <a:stretch/>
          </p:blipFill>
          <p:spPr>
            <a:xfrm>
              <a:off x="6987787" y="2025139"/>
              <a:ext cx="266750" cy="342900"/>
            </a:xfrm>
            <a:prstGeom prst="rect">
              <a:avLst/>
            </a:prstGeom>
          </p:spPr>
        </p:pic>
        <p:pic>
          <p:nvPicPr>
            <p:cNvPr id="705" name="Imagen 704">
              <a:extLst>
                <a:ext uri="{FF2B5EF4-FFF2-40B4-BE49-F238E27FC236}">
                  <a16:creationId xmlns:a16="http://schemas.microsoft.com/office/drawing/2014/main" id="{6B3011BB-3492-821B-0BD2-1106B7354555}"/>
                </a:ext>
              </a:extLst>
            </p:cNvPr>
            <p:cNvPicPr>
              <a:picLocks noChangeAspect="1"/>
            </p:cNvPicPr>
            <p:nvPr/>
          </p:nvPicPr>
          <p:blipFill>
            <a:blip r:embed="rId5"/>
            <a:srcRect l="66027" t="77100" r="22826" b="11295"/>
            <a:stretch/>
          </p:blipFill>
          <p:spPr>
            <a:xfrm>
              <a:off x="6413735" y="1291071"/>
              <a:ext cx="266750" cy="342900"/>
            </a:xfrm>
            <a:prstGeom prst="rect">
              <a:avLst/>
            </a:prstGeom>
          </p:spPr>
        </p:pic>
        <p:pic>
          <p:nvPicPr>
            <p:cNvPr id="706" name="Imagen 705">
              <a:extLst>
                <a:ext uri="{FF2B5EF4-FFF2-40B4-BE49-F238E27FC236}">
                  <a16:creationId xmlns:a16="http://schemas.microsoft.com/office/drawing/2014/main" id="{79404B0C-8D14-3653-6C87-608846FF9DA1}"/>
                </a:ext>
              </a:extLst>
            </p:cNvPr>
            <p:cNvPicPr>
              <a:picLocks noChangeAspect="1"/>
            </p:cNvPicPr>
            <p:nvPr/>
          </p:nvPicPr>
          <p:blipFill>
            <a:blip r:embed="rId5"/>
            <a:srcRect l="66027" t="77100" r="22826" b="11295"/>
            <a:stretch/>
          </p:blipFill>
          <p:spPr>
            <a:xfrm>
              <a:off x="6981273" y="1291071"/>
              <a:ext cx="266750" cy="342900"/>
            </a:xfrm>
            <a:prstGeom prst="rect">
              <a:avLst/>
            </a:prstGeom>
          </p:spPr>
        </p:pic>
        <p:pic>
          <p:nvPicPr>
            <p:cNvPr id="707" name="Imagen 706">
              <a:extLst>
                <a:ext uri="{FF2B5EF4-FFF2-40B4-BE49-F238E27FC236}">
                  <a16:creationId xmlns:a16="http://schemas.microsoft.com/office/drawing/2014/main" id="{8AC04E3D-02A4-8F83-CD7C-A3D90B721067}"/>
                </a:ext>
              </a:extLst>
            </p:cNvPr>
            <p:cNvPicPr>
              <a:picLocks noChangeAspect="1"/>
            </p:cNvPicPr>
            <p:nvPr/>
          </p:nvPicPr>
          <p:blipFill>
            <a:blip r:embed="rId5"/>
            <a:srcRect l="65725" t="63168" r="23128" b="25227"/>
            <a:stretch/>
          </p:blipFill>
          <p:spPr>
            <a:xfrm>
              <a:off x="6690075" y="5686427"/>
              <a:ext cx="266750" cy="342900"/>
            </a:xfrm>
            <a:prstGeom prst="rect">
              <a:avLst/>
            </a:prstGeom>
          </p:spPr>
        </p:pic>
        <p:pic>
          <p:nvPicPr>
            <p:cNvPr id="708" name="Imagen 707">
              <a:extLst>
                <a:ext uri="{FF2B5EF4-FFF2-40B4-BE49-F238E27FC236}">
                  <a16:creationId xmlns:a16="http://schemas.microsoft.com/office/drawing/2014/main" id="{68E9BB9E-647F-5593-E1CC-24E64129C0F1}"/>
                </a:ext>
              </a:extLst>
            </p:cNvPr>
            <p:cNvPicPr>
              <a:picLocks noChangeAspect="1"/>
            </p:cNvPicPr>
            <p:nvPr/>
          </p:nvPicPr>
          <p:blipFill>
            <a:blip r:embed="rId5"/>
            <a:srcRect l="33923" t="63168" r="54930" b="25227"/>
            <a:stretch/>
          </p:blipFill>
          <p:spPr>
            <a:xfrm>
              <a:off x="6690075" y="5311489"/>
              <a:ext cx="266750" cy="342900"/>
            </a:xfrm>
            <a:prstGeom prst="rect">
              <a:avLst/>
            </a:prstGeom>
          </p:spPr>
        </p:pic>
        <p:pic>
          <p:nvPicPr>
            <p:cNvPr id="709" name="Imagen 708">
              <a:extLst>
                <a:ext uri="{FF2B5EF4-FFF2-40B4-BE49-F238E27FC236}">
                  <a16:creationId xmlns:a16="http://schemas.microsoft.com/office/drawing/2014/main" id="{9B446E7C-B0A9-F74E-0204-F49F79E4D348}"/>
                </a:ext>
              </a:extLst>
            </p:cNvPr>
            <p:cNvPicPr>
              <a:picLocks noChangeAspect="1"/>
            </p:cNvPicPr>
            <p:nvPr/>
          </p:nvPicPr>
          <p:blipFill>
            <a:blip r:embed="rId5"/>
            <a:srcRect l="33923" t="63168" r="54930" b="25227"/>
            <a:stretch/>
          </p:blipFill>
          <p:spPr>
            <a:xfrm>
              <a:off x="6973521" y="6062704"/>
              <a:ext cx="266750" cy="342900"/>
            </a:xfrm>
            <a:prstGeom prst="rect">
              <a:avLst/>
            </a:prstGeom>
          </p:spPr>
        </p:pic>
        <p:pic>
          <p:nvPicPr>
            <p:cNvPr id="711" name="Imagen 710">
              <a:extLst>
                <a:ext uri="{FF2B5EF4-FFF2-40B4-BE49-F238E27FC236}">
                  <a16:creationId xmlns:a16="http://schemas.microsoft.com/office/drawing/2014/main" id="{93638B25-B372-7C5F-E2FB-E5B5583DD21F}"/>
                </a:ext>
              </a:extLst>
            </p:cNvPr>
            <p:cNvPicPr>
              <a:picLocks noChangeAspect="1"/>
            </p:cNvPicPr>
            <p:nvPr/>
          </p:nvPicPr>
          <p:blipFill>
            <a:blip r:embed="rId5"/>
            <a:srcRect l="33923" t="63168" r="54930" b="25227"/>
            <a:stretch/>
          </p:blipFill>
          <p:spPr>
            <a:xfrm>
              <a:off x="6973521" y="5686427"/>
              <a:ext cx="266750" cy="342900"/>
            </a:xfrm>
            <a:prstGeom prst="rect">
              <a:avLst/>
            </a:prstGeom>
          </p:spPr>
        </p:pic>
        <p:pic>
          <p:nvPicPr>
            <p:cNvPr id="713" name="Imagen 712">
              <a:extLst>
                <a:ext uri="{FF2B5EF4-FFF2-40B4-BE49-F238E27FC236}">
                  <a16:creationId xmlns:a16="http://schemas.microsoft.com/office/drawing/2014/main" id="{AB27581A-0275-B726-9D95-922DAA6BFFF5}"/>
                </a:ext>
              </a:extLst>
            </p:cNvPr>
            <p:cNvPicPr>
              <a:picLocks noChangeAspect="1"/>
            </p:cNvPicPr>
            <p:nvPr/>
          </p:nvPicPr>
          <p:blipFill>
            <a:blip r:embed="rId5"/>
            <a:srcRect l="34130" t="77100" r="54723" b="11295"/>
            <a:stretch/>
          </p:blipFill>
          <p:spPr>
            <a:xfrm>
              <a:off x="6690075" y="4970263"/>
              <a:ext cx="266750" cy="342900"/>
            </a:xfrm>
            <a:prstGeom prst="rect">
              <a:avLst/>
            </a:prstGeom>
          </p:spPr>
        </p:pic>
        <p:pic>
          <p:nvPicPr>
            <p:cNvPr id="714" name="Imagen 713">
              <a:extLst>
                <a:ext uri="{FF2B5EF4-FFF2-40B4-BE49-F238E27FC236}">
                  <a16:creationId xmlns:a16="http://schemas.microsoft.com/office/drawing/2014/main" id="{6F79E43F-D54C-430D-75E5-EA253A194C22}"/>
                </a:ext>
              </a:extLst>
            </p:cNvPr>
            <p:cNvPicPr>
              <a:picLocks noChangeAspect="1"/>
            </p:cNvPicPr>
            <p:nvPr/>
          </p:nvPicPr>
          <p:blipFill>
            <a:blip r:embed="rId5"/>
            <a:srcRect l="66027" t="77100" r="22826" b="11295"/>
            <a:stretch/>
          </p:blipFill>
          <p:spPr>
            <a:xfrm>
              <a:off x="6973521" y="3873611"/>
              <a:ext cx="266750" cy="342900"/>
            </a:xfrm>
            <a:prstGeom prst="rect">
              <a:avLst/>
            </a:prstGeom>
          </p:spPr>
        </p:pic>
        <p:pic>
          <p:nvPicPr>
            <p:cNvPr id="715" name="Imagen 714">
              <a:extLst>
                <a:ext uri="{FF2B5EF4-FFF2-40B4-BE49-F238E27FC236}">
                  <a16:creationId xmlns:a16="http://schemas.microsoft.com/office/drawing/2014/main" id="{8F4BE598-297D-23C2-2D6E-E301E773C347}"/>
                </a:ext>
              </a:extLst>
            </p:cNvPr>
            <p:cNvPicPr>
              <a:picLocks noChangeAspect="1"/>
            </p:cNvPicPr>
            <p:nvPr/>
          </p:nvPicPr>
          <p:blipFill>
            <a:blip r:embed="rId5"/>
            <a:srcRect l="55379" t="77100" r="33474" b="11295"/>
            <a:stretch/>
          </p:blipFill>
          <p:spPr>
            <a:xfrm>
              <a:off x="6690075" y="3140200"/>
              <a:ext cx="266750" cy="342900"/>
            </a:xfrm>
            <a:prstGeom prst="rect">
              <a:avLst/>
            </a:prstGeom>
          </p:spPr>
        </p:pic>
        <p:pic>
          <p:nvPicPr>
            <p:cNvPr id="716" name="Imagen 715">
              <a:extLst>
                <a:ext uri="{FF2B5EF4-FFF2-40B4-BE49-F238E27FC236}">
                  <a16:creationId xmlns:a16="http://schemas.microsoft.com/office/drawing/2014/main" id="{8C4B0DED-21C4-4336-999C-75E25241D147}"/>
                </a:ext>
              </a:extLst>
            </p:cNvPr>
            <p:cNvPicPr>
              <a:picLocks noChangeAspect="1"/>
            </p:cNvPicPr>
            <p:nvPr/>
          </p:nvPicPr>
          <p:blipFill>
            <a:blip r:embed="rId5"/>
            <a:srcRect l="23178" t="77100" r="65675" b="11295"/>
            <a:stretch/>
          </p:blipFill>
          <p:spPr>
            <a:xfrm>
              <a:off x="6973521" y="4255458"/>
              <a:ext cx="266750" cy="342900"/>
            </a:xfrm>
            <a:prstGeom prst="rect">
              <a:avLst/>
            </a:prstGeom>
          </p:spPr>
        </p:pic>
        <p:pic>
          <p:nvPicPr>
            <p:cNvPr id="717" name="Imagen 716">
              <a:extLst>
                <a:ext uri="{FF2B5EF4-FFF2-40B4-BE49-F238E27FC236}">
                  <a16:creationId xmlns:a16="http://schemas.microsoft.com/office/drawing/2014/main" id="{3323F967-30B8-CFB1-39A2-504BE913A167}"/>
                </a:ext>
              </a:extLst>
            </p:cNvPr>
            <p:cNvPicPr>
              <a:picLocks noChangeAspect="1"/>
            </p:cNvPicPr>
            <p:nvPr/>
          </p:nvPicPr>
          <p:blipFill>
            <a:blip r:embed="rId5"/>
            <a:srcRect l="23178" t="77100" r="65675" b="11295"/>
            <a:stretch/>
          </p:blipFill>
          <p:spPr>
            <a:xfrm>
              <a:off x="6406629" y="4970263"/>
              <a:ext cx="266750" cy="342900"/>
            </a:xfrm>
            <a:prstGeom prst="rect">
              <a:avLst/>
            </a:prstGeom>
          </p:spPr>
        </p:pic>
        <p:pic>
          <p:nvPicPr>
            <p:cNvPr id="718" name="Imagen 717">
              <a:extLst>
                <a:ext uri="{FF2B5EF4-FFF2-40B4-BE49-F238E27FC236}">
                  <a16:creationId xmlns:a16="http://schemas.microsoft.com/office/drawing/2014/main" id="{CBC347A7-7717-9A55-BE69-F2614F007681}"/>
                </a:ext>
              </a:extLst>
            </p:cNvPr>
            <p:cNvPicPr>
              <a:picLocks noChangeAspect="1"/>
            </p:cNvPicPr>
            <p:nvPr/>
          </p:nvPicPr>
          <p:blipFill>
            <a:blip r:embed="rId5"/>
            <a:srcRect l="55379" t="77100" r="33474" b="11295"/>
            <a:stretch/>
          </p:blipFill>
          <p:spPr>
            <a:xfrm>
              <a:off x="6690075" y="3502366"/>
              <a:ext cx="266750" cy="342900"/>
            </a:xfrm>
            <a:prstGeom prst="rect">
              <a:avLst/>
            </a:prstGeom>
          </p:spPr>
        </p:pic>
        <p:pic>
          <p:nvPicPr>
            <p:cNvPr id="719" name="Imagen 718">
              <a:extLst>
                <a:ext uri="{FF2B5EF4-FFF2-40B4-BE49-F238E27FC236}">
                  <a16:creationId xmlns:a16="http://schemas.microsoft.com/office/drawing/2014/main" id="{83DCEB73-179E-6B9E-02E6-0666FD7FD2DF}"/>
                </a:ext>
              </a:extLst>
            </p:cNvPr>
            <p:cNvPicPr>
              <a:picLocks noChangeAspect="1"/>
            </p:cNvPicPr>
            <p:nvPr/>
          </p:nvPicPr>
          <p:blipFill>
            <a:blip r:embed="rId5"/>
            <a:srcRect l="55103" t="34951" r="33750" b="53444"/>
            <a:stretch/>
          </p:blipFill>
          <p:spPr>
            <a:xfrm>
              <a:off x="5839737" y="3873611"/>
              <a:ext cx="266750" cy="342900"/>
            </a:xfrm>
            <a:prstGeom prst="rect">
              <a:avLst/>
            </a:prstGeom>
          </p:spPr>
        </p:pic>
        <p:pic>
          <p:nvPicPr>
            <p:cNvPr id="720" name="Imagen 719">
              <a:extLst>
                <a:ext uri="{FF2B5EF4-FFF2-40B4-BE49-F238E27FC236}">
                  <a16:creationId xmlns:a16="http://schemas.microsoft.com/office/drawing/2014/main" id="{964B05D1-5F91-776A-635D-FD81D392051C}"/>
                </a:ext>
              </a:extLst>
            </p:cNvPr>
            <p:cNvPicPr>
              <a:picLocks noChangeAspect="1"/>
            </p:cNvPicPr>
            <p:nvPr/>
          </p:nvPicPr>
          <p:blipFill>
            <a:blip r:embed="rId5"/>
            <a:srcRect l="33853" t="34951" r="55000" b="53444"/>
            <a:stretch/>
          </p:blipFill>
          <p:spPr>
            <a:xfrm>
              <a:off x="5839737" y="4255458"/>
              <a:ext cx="266750" cy="342900"/>
            </a:xfrm>
            <a:prstGeom prst="rect">
              <a:avLst/>
            </a:prstGeom>
          </p:spPr>
        </p:pic>
        <p:pic>
          <p:nvPicPr>
            <p:cNvPr id="721" name="Imagen 720">
              <a:extLst>
                <a:ext uri="{FF2B5EF4-FFF2-40B4-BE49-F238E27FC236}">
                  <a16:creationId xmlns:a16="http://schemas.microsoft.com/office/drawing/2014/main" id="{499BE6A2-D98D-8BC6-79BB-F8D02B1A9E52}"/>
                </a:ext>
              </a:extLst>
            </p:cNvPr>
            <p:cNvPicPr>
              <a:picLocks noChangeAspect="1"/>
            </p:cNvPicPr>
            <p:nvPr/>
          </p:nvPicPr>
          <p:blipFill>
            <a:blip r:embed="rId5"/>
            <a:srcRect l="12605" t="6975" r="76248" b="81420"/>
            <a:stretch/>
          </p:blipFill>
          <p:spPr>
            <a:xfrm>
              <a:off x="6123183" y="3873611"/>
              <a:ext cx="266750" cy="342900"/>
            </a:xfrm>
            <a:prstGeom prst="rect">
              <a:avLst/>
            </a:prstGeom>
          </p:spPr>
        </p:pic>
        <p:pic>
          <p:nvPicPr>
            <p:cNvPr id="722" name="Imagen 721">
              <a:extLst>
                <a:ext uri="{FF2B5EF4-FFF2-40B4-BE49-F238E27FC236}">
                  <a16:creationId xmlns:a16="http://schemas.microsoft.com/office/drawing/2014/main" id="{62724BF3-CA30-BD2E-ED1D-48C2FCEFF169}"/>
                </a:ext>
              </a:extLst>
            </p:cNvPr>
            <p:cNvPicPr>
              <a:picLocks noChangeAspect="1"/>
            </p:cNvPicPr>
            <p:nvPr/>
          </p:nvPicPr>
          <p:blipFill>
            <a:blip r:embed="rId5"/>
            <a:srcRect l="12605" t="6975" r="76248" b="81420"/>
            <a:stretch/>
          </p:blipFill>
          <p:spPr>
            <a:xfrm>
              <a:off x="6123183" y="4255458"/>
              <a:ext cx="266750" cy="342900"/>
            </a:xfrm>
            <a:prstGeom prst="rect">
              <a:avLst/>
            </a:prstGeom>
          </p:spPr>
        </p:pic>
        <p:pic>
          <p:nvPicPr>
            <p:cNvPr id="723" name="Imagen 722">
              <a:extLst>
                <a:ext uri="{FF2B5EF4-FFF2-40B4-BE49-F238E27FC236}">
                  <a16:creationId xmlns:a16="http://schemas.microsoft.com/office/drawing/2014/main" id="{846CFD75-F1F5-A6C2-FCFD-41A850DABC9A}"/>
                </a:ext>
              </a:extLst>
            </p:cNvPr>
            <p:cNvPicPr>
              <a:picLocks noChangeAspect="1"/>
            </p:cNvPicPr>
            <p:nvPr/>
          </p:nvPicPr>
          <p:blipFill>
            <a:blip r:embed="rId5"/>
            <a:srcRect l="55379" t="77100" r="33474" b="11295"/>
            <a:stretch/>
          </p:blipFill>
          <p:spPr>
            <a:xfrm>
              <a:off x="6406629" y="3873611"/>
              <a:ext cx="266750" cy="342900"/>
            </a:xfrm>
            <a:prstGeom prst="rect">
              <a:avLst/>
            </a:prstGeom>
          </p:spPr>
        </p:pic>
        <p:pic>
          <p:nvPicPr>
            <p:cNvPr id="724" name="Imagen 723">
              <a:extLst>
                <a:ext uri="{FF2B5EF4-FFF2-40B4-BE49-F238E27FC236}">
                  <a16:creationId xmlns:a16="http://schemas.microsoft.com/office/drawing/2014/main" id="{580AD04E-1C06-2BEF-E588-F785F7F78FE4}"/>
                </a:ext>
              </a:extLst>
            </p:cNvPr>
            <p:cNvPicPr>
              <a:picLocks noChangeAspect="1"/>
            </p:cNvPicPr>
            <p:nvPr/>
          </p:nvPicPr>
          <p:blipFill>
            <a:blip r:embed="rId5"/>
            <a:srcRect l="34130" t="77100" r="54723" b="11295"/>
            <a:stretch/>
          </p:blipFill>
          <p:spPr>
            <a:xfrm>
              <a:off x="6973521" y="3502366"/>
              <a:ext cx="266750" cy="342900"/>
            </a:xfrm>
            <a:prstGeom prst="rect">
              <a:avLst/>
            </a:prstGeom>
          </p:spPr>
        </p:pic>
        <p:pic>
          <p:nvPicPr>
            <p:cNvPr id="725" name="Imagen 724">
              <a:extLst>
                <a:ext uri="{FF2B5EF4-FFF2-40B4-BE49-F238E27FC236}">
                  <a16:creationId xmlns:a16="http://schemas.microsoft.com/office/drawing/2014/main" id="{9F6F7E5D-B8B9-9370-9B77-8917165978F7}"/>
                </a:ext>
              </a:extLst>
            </p:cNvPr>
            <p:cNvPicPr>
              <a:picLocks noChangeAspect="1"/>
            </p:cNvPicPr>
            <p:nvPr/>
          </p:nvPicPr>
          <p:blipFill>
            <a:blip r:embed="rId5"/>
            <a:srcRect l="55142" t="63168" r="33711" b="25227"/>
            <a:stretch/>
          </p:blipFill>
          <p:spPr>
            <a:xfrm>
              <a:off x="6690075" y="3873611"/>
              <a:ext cx="266750" cy="342900"/>
            </a:xfrm>
            <a:prstGeom prst="rect">
              <a:avLst/>
            </a:prstGeom>
          </p:spPr>
        </p:pic>
        <p:pic>
          <p:nvPicPr>
            <p:cNvPr id="726" name="Imagen 725">
              <a:extLst>
                <a:ext uri="{FF2B5EF4-FFF2-40B4-BE49-F238E27FC236}">
                  <a16:creationId xmlns:a16="http://schemas.microsoft.com/office/drawing/2014/main" id="{E95C6EA2-7406-D237-D519-7E63E2A0D44F}"/>
                </a:ext>
              </a:extLst>
            </p:cNvPr>
            <p:cNvPicPr>
              <a:picLocks noChangeAspect="1"/>
            </p:cNvPicPr>
            <p:nvPr/>
          </p:nvPicPr>
          <p:blipFill>
            <a:blip r:embed="rId5"/>
            <a:srcRect l="33923" t="63168" r="54930" b="25227"/>
            <a:stretch/>
          </p:blipFill>
          <p:spPr>
            <a:xfrm>
              <a:off x="6690075" y="4255458"/>
              <a:ext cx="266750" cy="342900"/>
            </a:xfrm>
            <a:prstGeom prst="rect">
              <a:avLst/>
            </a:prstGeom>
          </p:spPr>
        </p:pic>
        <p:pic>
          <p:nvPicPr>
            <p:cNvPr id="727" name="Imagen 726">
              <a:extLst>
                <a:ext uri="{FF2B5EF4-FFF2-40B4-BE49-F238E27FC236}">
                  <a16:creationId xmlns:a16="http://schemas.microsoft.com/office/drawing/2014/main" id="{3F9ED705-3F5A-ED66-8D79-F81591B0C60A}"/>
                </a:ext>
              </a:extLst>
            </p:cNvPr>
            <p:cNvPicPr>
              <a:picLocks noChangeAspect="1"/>
            </p:cNvPicPr>
            <p:nvPr/>
          </p:nvPicPr>
          <p:blipFill>
            <a:blip r:embed="rId5"/>
            <a:srcRect l="33923" t="63168" r="54930" b="25227"/>
            <a:stretch/>
          </p:blipFill>
          <p:spPr>
            <a:xfrm>
              <a:off x="6406629" y="4255458"/>
              <a:ext cx="266750" cy="342900"/>
            </a:xfrm>
            <a:prstGeom prst="rect">
              <a:avLst/>
            </a:prstGeom>
          </p:spPr>
        </p:pic>
        <p:grpSp>
          <p:nvGrpSpPr>
            <p:cNvPr id="731" name="Grupo 730">
              <a:extLst>
                <a:ext uri="{FF2B5EF4-FFF2-40B4-BE49-F238E27FC236}">
                  <a16:creationId xmlns:a16="http://schemas.microsoft.com/office/drawing/2014/main" id="{A763F3A1-3C42-4EBE-E575-D30C168A7A6B}"/>
                </a:ext>
              </a:extLst>
            </p:cNvPr>
            <p:cNvGrpSpPr/>
            <p:nvPr/>
          </p:nvGrpSpPr>
          <p:grpSpPr>
            <a:xfrm>
              <a:off x="5556291" y="4255458"/>
              <a:ext cx="266750" cy="342900"/>
              <a:chOff x="5053733" y="4472706"/>
              <a:chExt cx="764498" cy="795862"/>
            </a:xfrm>
          </p:grpSpPr>
          <p:pic>
            <p:nvPicPr>
              <p:cNvPr id="732" name="Imagen 731">
                <a:extLst>
                  <a:ext uri="{FF2B5EF4-FFF2-40B4-BE49-F238E27FC236}">
                    <a16:creationId xmlns:a16="http://schemas.microsoft.com/office/drawing/2014/main" id="{2F9FD86A-36B1-2ACD-0F48-0631E1AC670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33" name="Imagen 732">
                <a:extLst>
                  <a:ext uri="{FF2B5EF4-FFF2-40B4-BE49-F238E27FC236}">
                    <a16:creationId xmlns:a16="http://schemas.microsoft.com/office/drawing/2014/main" id="{2C48AB0B-EA9F-4A7D-83D5-B9441EEAE49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35" name="Grupo 734">
              <a:extLst>
                <a:ext uri="{FF2B5EF4-FFF2-40B4-BE49-F238E27FC236}">
                  <a16:creationId xmlns:a16="http://schemas.microsoft.com/office/drawing/2014/main" id="{0B01BCB2-F77C-35F4-073C-ED52B2735C64}"/>
                </a:ext>
              </a:extLst>
            </p:cNvPr>
            <p:cNvGrpSpPr/>
            <p:nvPr/>
          </p:nvGrpSpPr>
          <p:grpSpPr>
            <a:xfrm>
              <a:off x="5556291" y="3502366"/>
              <a:ext cx="266750" cy="342900"/>
              <a:chOff x="5053733" y="4472706"/>
              <a:chExt cx="764498" cy="795862"/>
            </a:xfrm>
          </p:grpSpPr>
          <p:pic>
            <p:nvPicPr>
              <p:cNvPr id="736" name="Imagen 735">
                <a:extLst>
                  <a:ext uri="{FF2B5EF4-FFF2-40B4-BE49-F238E27FC236}">
                    <a16:creationId xmlns:a16="http://schemas.microsoft.com/office/drawing/2014/main" id="{DE7B8B29-8D94-4A94-F4E0-75183170D80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37" name="Imagen 736">
                <a:extLst>
                  <a:ext uri="{FF2B5EF4-FFF2-40B4-BE49-F238E27FC236}">
                    <a16:creationId xmlns:a16="http://schemas.microsoft.com/office/drawing/2014/main" id="{E1A03FB7-B33D-1D44-1941-087CB2023AA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38" name="Grupo 737">
              <a:extLst>
                <a:ext uri="{FF2B5EF4-FFF2-40B4-BE49-F238E27FC236}">
                  <a16:creationId xmlns:a16="http://schemas.microsoft.com/office/drawing/2014/main" id="{270AFE14-40B3-E404-6B32-E75EF7111CD9}"/>
                </a:ext>
              </a:extLst>
            </p:cNvPr>
            <p:cNvGrpSpPr/>
            <p:nvPr/>
          </p:nvGrpSpPr>
          <p:grpSpPr>
            <a:xfrm>
              <a:off x="5556291" y="3873611"/>
              <a:ext cx="266750" cy="342900"/>
              <a:chOff x="5053733" y="4472706"/>
              <a:chExt cx="764498" cy="795862"/>
            </a:xfrm>
          </p:grpSpPr>
          <p:pic>
            <p:nvPicPr>
              <p:cNvPr id="739" name="Imagen 738">
                <a:extLst>
                  <a:ext uri="{FF2B5EF4-FFF2-40B4-BE49-F238E27FC236}">
                    <a16:creationId xmlns:a16="http://schemas.microsoft.com/office/drawing/2014/main" id="{6C171BF2-168A-7B67-C2A8-E14369EE151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40" name="Imagen 739">
                <a:extLst>
                  <a:ext uri="{FF2B5EF4-FFF2-40B4-BE49-F238E27FC236}">
                    <a16:creationId xmlns:a16="http://schemas.microsoft.com/office/drawing/2014/main" id="{0DE27655-E5C8-6E79-8354-EC21FD44507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41" name="Grupo 740">
              <a:extLst>
                <a:ext uri="{FF2B5EF4-FFF2-40B4-BE49-F238E27FC236}">
                  <a16:creationId xmlns:a16="http://schemas.microsoft.com/office/drawing/2014/main" id="{D6E3A39C-4160-8C0E-86BB-7DA9687AB7F4}"/>
                </a:ext>
              </a:extLst>
            </p:cNvPr>
            <p:cNvGrpSpPr/>
            <p:nvPr/>
          </p:nvGrpSpPr>
          <p:grpSpPr>
            <a:xfrm>
              <a:off x="5562428" y="1291071"/>
              <a:ext cx="266750" cy="342900"/>
              <a:chOff x="5053733" y="4472706"/>
              <a:chExt cx="764498" cy="795862"/>
            </a:xfrm>
          </p:grpSpPr>
          <p:pic>
            <p:nvPicPr>
              <p:cNvPr id="742" name="Imagen 741">
                <a:extLst>
                  <a:ext uri="{FF2B5EF4-FFF2-40B4-BE49-F238E27FC236}">
                    <a16:creationId xmlns:a16="http://schemas.microsoft.com/office/drawing/2014/main" id="{71D1670C-44A2-49C1-0F58-940159D011C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43" name="Imagen 742">
                <a:extLst>
                  <a:ext uri="{FF2B5EF4-FFF2-40B4-BE49-F238E27FC236}">
                    <a16:creationId xmlns:a16="http://schemas.microsoft.com/office/drawing/2014/main" id="{BFDDAEDC-CAF2-33A2-39FF-D752C4AE9B7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44" name="Grupo 743">
              <a:extLst>
                <a:ext uri="{FF2B5EF4-FFF2-40B4-BE49-F238E27FC236}">
                  <a16:creationId xmlns:a16="http://schemas.microsoft.com/office/drawing/2014/main" id="{1870EE76-2E8B-AA52-469E-5BE2A0FBA63A}"/>
                </a:ext>
              </a:extLst>
            </p:cNvPr>
            <p:cNvGrpSpPr/>
            <p:nvPr/>
          </p:nvGrpSpPr>
          <p:grpSpPr>
            <a:xfrm>
              <a:off x="5556291" y="3140200"/>
              <a:ext cx="266750" cy="342900"/>
              <a:chOff x="5053733" y="4472706"/>
              <a:chExt cx="764498" cy="795862"/>
            </a:xfrm>
          </p:grpSpPr>
          <p:pic>
            <p:nvPicPr>
              <p:cNvPr id="745" name="Imagen 744">
                <a:extLst>
                  <a:ext uri="{FF2B5EF4-FFF2-40B4-BE49-F238E27FC236}">
                    <a16:creationId xmlns:a16="http://schemas.microsoft.com/office/drawing/2014/main" id="{D3ADF4B1-E488-9615-AC7C-BF0CB2D69E6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46" name="Imagen 745">
                <a:extLst>
                  <a:ext uri="{FF2B5EF4-FFF2-40B4-BE49-F238E27FC236}">
                    <a16:creationId xmlns:a16="http://schemas.microsoft.com/office/drawing/2014/main" id="{20D00A6C-E1BA-D577-4E4C-892A9EF6094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47" name="Grupo 746">
              <a:extLst>
                <a:ext uri="{FF2B5EF4-FFF2-40B4-BE49-F238E27FC236}">
                  <a16:creationId xmlns:a16="http://schemas.microsoft.com/office/drawing/2014/main" id="{66C46932-D0CB-BA7E-B152-F269C03B0DDF}"/>
                </a:ext>
              </a:extLst>
            </p:cNvPr>
            <p:cNvGrpSpPr/>
            <p:nvPr/>
          </p:nvGrpSpPr>
          <p:grpSpPr>
            <a:xfrm>
              <a:off x="5272845" y="3502366"/>
              <a:ext cx="266750" cy="342900"/>
              <a:chOff x="5053733" y="4472706"/>
              <a:chExt cx="764498" cy="795862"/>
            </a:xfrm>
          </p:grpSpPr>
          <p:pic>
            <p:nvPicPr>
              <p:cNvPr id="748" name="Imagen 747">
                <a:extLst>
                  <a:ext uri="{FF2B5EF4-FFF2-40B4-BE49-F238E27FC236}">
                    <a16:creationId xmlns:a16="http://schemas.microsoft.com/office/drawing/2014/main" id="{08CFC2CD-AB15-FB57-6800-C9DC8E4914C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49" name="Imagen 748">
                <a:extLst>
                  <a:ext uri="{FF2B5EF4-FFF2-40B4-BE49-F238E27FC236}">
                    <a16:creationId xmlns:a16="http://schemas.microsoft.com/office/drawing/2014/main" id="{13838AF2-E405-A850-0236-D35CB51B0FC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50" name="Grupo 749">
              <a:extLst>
                <a:ext uri="{FF2B5EF4-FFF2-40B4-BE49-F238E27FC236}">
                  <a16:creationId xmlns:a16="http://schemas.microsoft.com/office/drawing/2014/main" id="{82FD9BA0-7EE3-7AFE-822A-F028A70CB554}"/>
                </a:ext>
              </a:extLst>
            </p:cNvPr>
            <p:cNvGrpSpPr/>
            <p:nvPr/>
          </p:nvGrpSpPr>
          <p:grpSpPr>
            <a:xfrm>
              <a:off x="5272845" y="3873611"/>
              <a:ext cx="266750" cy="342900"/>
              <a:chOff x="5053733" y="4472706"/>
              <a:chExt cx="764498" cy="795862"/>
            </a:xfrm>
          </p:grpSpPr>
          <p:pic>
            <p:nvPicPr>
              <p:cNvPr id="751" name="Imagen 750">
                <a:extLst>
                  <a:ext uri="{FF2B5EF4-FFF2-40B4-BE49-F238E27FC236}">
                    <a16:creationId xmlns:a16="http://schemas.microsoft.com/office/drawing/2014/main" id="{15363253-36EB-EE59-9165-257C1A04033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52" name="Imagen 751">
                <a:extLst>
                  <a:ext uri="{FF2B5EF4-FFF2-40B4-BE49-F238E27FC236}">
                    <a16:creationId xmlns:a16="http://schemas.microsoft.com/office/drawing/2014/main" id="{43FEC266-34FF-63F3-334F-A61C81EE762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53" name="Grupo 752">
              <a:extLst>
                <a:ext uri="{FF2B5EF4-FFF2-40B4-BE49-F238E27FC236}">
                  <a16:creationId xmlns:a16="http://schemas.microsoft.com/office/drawing/2014/main" id="{4B443E44-7E94-C0B4-2354-7F592ABE749F}"/>
                </a:ext>
              </a:extLst>
            </p:cNvPr>
            <p:cNvGrpSpPr/>
            <p:nvPr/>
          </p:nvGrpSpPr>
          <p:grpSpPr>
            <a:xfrm>
              <a:off x="5278659" y="1291071"/>
              <a:ext cx="266750" cy="342900"/>
              <a:chOff x="5053733" y="4472706"/>
              <a:chExt cx="764498" cy="795862"/>
            </a:xfrm>
          </p:grpSpPr>
          <p:pic>
            <p:nvPicPr>
              <p:cNvPr id="754" name="Imagen 753">
                <a:extLst>
                  <a:ext uri="{FF2B5EF4-FFF2-40B4-BE49-F238E27FC236}">
                    <a16:creationId xmlns:a16="http://schemas.microsoft.com/office/drawing/2014/main" id="{DCF2D887-186A-EBF2-D545-08D23FAEAF5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55" name="Imagen 754">
                <a:extLst>
                  <a:ext uri="{FF2B5EF4-FFF2-40B4-BE49-F238E27FC236}">
                    <a16:creationId xmlns:a16="http://schemas.microsoft.com/office/drawing/2014/main" id="{9A996ED3-3247-B4C8-886D-395CD6D9319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56" name="Grupo 755">
              <a:extLst>
                <a:ext uri="{FF2B5EF4-FFF2-40B4-BE49-F238E27FC236}">
                  <a16:creationId xmlns:a16="http://schemas.microsoft.com/office/drawing/2014/main" id="{F11DB107-D0D1-4D4B-FBFD-7938C804B8E9}"/>
                </a:ext>
              </a:extLst>
            </p:cNvPr>
            <p:cNvGrpSpPr/>
            <p:nvPr/>
          </p:nvGrpSpPr>
          <p:grpSpPr>
            <a:xfrm>
              <a:off x="5272845" y="3140200"/>
              <a:ext cx="266750" cy="342900"/>
              <a:chOff x="5053733" y="4472706"/>
              <a:chExt cx="764498" cy="795862"/>
            </a:xfrm>
          </p:grpSpPr>
          <p:pic>
            <p:nvPicPr>
              <p:cNvPr id="757" name="Imagen 756">
                <a:extLst>
                  <a:ext uri="{FF2B5EF4-FFF2-40B4-BE49-F238E27FC236}">
                    <a16:creationId xmlns:a16="http://schemas.microsoft.com/office/drawing/2014/main" id="{5D6E6591-24EC-F830-1FC7-162BFAE987B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58" name="Imagen 757">
                <a:extLst>
                  <a:ext uri="{FF2B5EF4-FFF2-40B4-BE49-F238E27FC236}">
                    <a16:creationId xmlns:a16="http://schemas.microsoft.com/office/drawing/2014/main" id="{1DD32071-D051-618E-3B0D-8D808BD1B3C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59" name="Grupo 758">
              <a:extLst>
                <a:ext uri="{FF2B5EF4-FFF2-40B4-BE49-F238E27FC236}">
                  <a16:creationId xmlns:a16="http://schemas.microsoft.com/office/drawing/2014/main" id="{A2DAAD2B-646F-50AA-AD7C-C7A676063A40}"/>
                </a:ext>
              </a:extLst>
            </p:cNvPr>
            <p:cNvGrpSpPr/>
            <p:nvPr/>
          </p:nvGrpSpPr>
          <p:grpSpPr>
            <a:xfrm>
              <a:off x="5272845" y="4970263"/>
              <a:ext cx="266750" cy="342900"/>
              <a:chOff x="5053733" y="4472706"/>
              <a:chExt cx="764498" cy="795862"/>
            </a:xfrm>
          </p:grpSpPr>
          <p:pic>
            <p:nvPicPr>
              <p:cNvPr id="760" name="Imagen 759">
                <a:extLst>
                  <a:ext uri="{FF2B5EF4-FFF2-40B4-BE49-F238E27FC236}">
                    <a16:creationId xmlns:a16="http://schemas.microsoft.com/office/drawing/2014/main" id="{8D84D1B5-24AF-FD7E-7F29-1A15036CC14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61" name="Imagen 760">
                <a:extLst>
                  <a:ext uri="{FF2B5EF4-FFF2-40B4-BE49-F238E27FC236}">
                    <a16:creationId xmlns:a16="http://schemas.microsoft.com/office/drawing/2014/main" id="{B0AF6DE8-35A8-7871-5E42-2C7448CB754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62" name="Grupo 761">
              <a:extLst>
                <a:ext uri="{FF2B5EF4-FFF2-40B4-BE49-F238E27FC236}">
                  <a16:creationId xmlns:a16="http://schemas.microsoft.com/office/drawing/2014/main" id="{B6E50132-5397-937B-E814-29E40B8C7112}"/>
                </a:ext>
              </a:extLst>
            </p:cNvPr>
            <p:cNvGrpSpPr/>
            <p:nvPr/>
          </p:nvGrpSpPr>
          <p:grpSpPr>
            <a:xfrm>
              <a:off x="5556291" y="4970263"/>
              <a:ext cx="266750" cy="342900"/>
              <a:chOff x="5053733" y="4472706"/>
              <a:chExt cx="764498" cy="795862"/>
            </a:xfrm>
          </p:grpSpPr>
          <p:pic>
            <p:nvPicPr>
              <p:cNvPr id="763" name="Imagen 762">
                <a:extLst>
                  <a:ext uri="{FF2B5EF4-FFF2-40B4-BE49-F238E27FC236}">
                    <a16:creationId xmlns:a16="http://schemas.microsoft.com/office/drawing/2014/main" id="{4E4EB35C-E80D-9573-9B5C-2C433E5EBFD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64" name="Imagen 763">
                <a:extLst>
                  <a:ext uri="{FF2B5EF4-FFF2-40B4-BE49-F238E27FC236}">
                    <a16:creationId xmlns:a16="http://schemas.microsoft.com/office/drawing/2014/main" id="{F3829196-58A0-8E5D-D39F-E343B48B257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65" name="Grupo 764">
              <a:extLst>
                <a:ext uri="{FF2B5EF4-FFF2-40B4-BE49-F238E27FC236}">
                  <a16:creationId xmlns:a16="http://schemas.microsoft.com/office/drawing/2014/main" id="{BEDFFCB9-B84A-DC12-8F7B-937A8FA18952}"/>
                </a:ext>
              </a:extLst>
            </p:cNvPr>
            <p:cNvGrpSpPr/>
            <p:nvPr/>
          </p:nvGrpSpPr>
          <p:grpSpPr>
            <a:xfrm>
              <a:off x="5272845" y="4255458"/>
              <a:ext cx="266750" cy="342900"/>
              <a:chOff x="5053733" y="4472706"/>
              <a:chExt cx="764498" cy="795862"/>
            </a:xfrm>
          </p:grpSpPr>
          <p:pic>
            <p:nvPicPr>
              <p:cNvPr id="766" name="Imagen 765">
                <a:extLst>
                  <a:ext uri="{FF2B5EF4-FFF2-40B4-BE49-F238E27FC236}">
                    <a16:creationId xmlns:a16="http://schemas.microsoft.com/office/drawing/2014/main" id="{83C4A063-371E-6006-9546-F4419092107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67" name="Imagen 766">
                <a:extLst>
                  <a:ext uri="{FF2B5EF4-FFF2-40B4-BE49-F238E27FC236}">
                    <a16:creationId xmlns:a16="http://schemas.microsoft.com/office/drawing/2014/main" id="{495A2A6A-4A54-821F-E701-ED8609685A0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68" name="Grupo 767">
              <a:extLst>
                <a:ext uri="{FF2B5EF4-FFF2-40B4-BE49-F238E27FC236}">
                  <a16:creationId xmlns:a16="http://schemas.microsoft.com/office/drawing/2014/main" id="{01A58FC7-D207-545D-0C9D-0E7132A1658D}"/>
                </a:ext>
              </a:extLst>
            </p:cNvPr>
            <p:cNvGrpSpPr/>
            <p:nvPr/>
          </p:nvGrpSpPr>
          <p:grpSpPr>
            <a:xfrm>
              <a:off x="5272845" y="5686427"/>
              <a:ext cx="266750" cy="342900"/>
              <a:chOff x="5053733" y="4472706"/>
              <a:chExt cx="764498" cy="795862"/>
            </a:xfrm>
          </p:grpSpPr>
          <p:pic>
            <p:nvPicPr>
              <p:cNvPr id="769" name="Imagen 768">
                <a:extLst>
                  <a:ext uri="{FF2B5EF4-FFF2-40B4-BE49-F238E27FC236}">
                    <a16:creationId xmlns:a16="http://schemas.microsoft.com/office/drawing/2014/main" id="{B805D168-4862-6987-7021-1C4A1745F5B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70" name="Imagen 769">
                <a:extLst>
                  <a:ext uri="{FF2B5EF4-FFF2-40B4-BE49-F238E27FC236}">
                    <a16:creationId xmlns:a16="http://schemas.microsoft.com/office/drawing/2014/main" id="{41F08B79-5E14-B7D8-9C4D-121F9973216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71" name="Grupo 770">
              <a:extLst>
                <a:ext uri="{FF2B5EF4-FFF2-40B4-BE49-F238E27FC236}">
                  <a16:creationId xmlns:a16="http://schemas.microsoft.com/office/drawing/2014/main" id="{2E5B44C8-9536-28FB-2C03-A202969983D3}"/>
                </a:ext>
              </a:extLst>
            </p:cNvPr>
            <p:cNvGrpSpPr/>
            <p:nvPr/>
          </p:nvGrpSpPr>
          <p:grpSpPr>
            <a:xfrm>
              <a:off x="5556291" y="5686427"/>
              <a:ext cx="266750" cy="342900"/>
              <a:chOff x="5053733" y="4472706"/>
              <a:chExt cx="764498" cy="795862"/>
            </a:xfrm>
          </p:grpSpPr>
          <p:pic>
            <p:nvPicPr>
              <p:cNvPr id="772" name="Imagen 771">
                <a:extLst>
                  <a:ext uri="{FF2B5EF4-FFF2-40B4-BE49-F238E27FC236}">
                    <a16:creationId xmlns:a16="http://schemas.microsoft.com/office/drawing/2014/main" id="{AC16B358-FD9C-D73F-FFF2-DDB68D79FED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73" name="Imagen 772">
                <a:extLst>
                  <a:ext uri="{FF2B5EF4-FFF2-40B4-BE49-F238E27FC236}">
                    <a16:creationId xmlns:a16="http://schemas.microsoft.com/office/drawing/2014/main" id="{50A6E7AC-5559-A748-BE89-82BFE49878B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74" name="Grupo 773">
              <a:extLst>
                <a:ext uri="{FF2B5EF4-FFF2-40B4-BE49-F238E27FC236}">
                  <a16:creationId xmlns:a16="http://schemas.microsoft.com/office/drawing/2014/main" id="{282AD763-A540-4C10-F255-B20408896085}"/>
                </a:ext>
              </a:extLst>
            </p:cNvPr>
            <p:cNvGrpSpPr/>
            <p:nvPr/>
          </p:nvGrpSpPr>
          <p:grpSpPr>
            <a:xfrm>
              <a:off x="5272845" y="5311489"/>
              <a:ext cx="266750" cy="342900"/>
              <a:chOff x="5053733" y="4472706"/>
              <a:chExt cx="764498" cy="795862"/>
            </a:xfrm>
          </p:grpSpPr>
          <p:pic>
            <p:nvPicPr>
              <p:cNvPr id="775" name="Imagen 774">
                <a:extLst>
                  <a:ext uri="{FF2B5EF4-FFF2-40B4-BE49-F238E27FC236}">
                    <a16:creationId xmlns:a16="http://schemas.microsoft.com/office/drawing/2014/main" id="{D1C1D11F-57CF-28A7-5CB9-40D9875BCC9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76" name="Imagen 775">
                <a:extLst>
                  <a:ext uri="{FF2B5EF4-FFF2-40B4-BE49-F238E27FC236}">
                    <a16:creationId xmlns:a16="http://schemas.microsoft.com/office/drawing/2014/main" id="{A98D6BD8-8598-D656-B2C4-6096D9229D6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77" name="Grupo 776">
              <a:extLst>
                <a:ext uri="{FF2B5EF4-FFF2-40B4-BE49-F238E27FC236}">
                  <a16:creationId xmlns:a16="http://schemas.microsoft.com/office/drawing/2014/main" id="{D783EF0F-2D62-E472-AA31-61E9E2C8AF71}"/>
                </a:ext>
              </a:extLst>
            </p:cNvPr>
            <p:cNvGrpSpPr/>
            <p:nvPr/>
          </p:nvGrpSpPr>
          <p:grpSpPr>
            <a:xfrm>
              <a:off x="5556291" y="5311489"/>
              <a:ext cx="266750" cy="342900"/>
              <a:chOff x="5053733" y="4472706"/>
              <a:chExt cx="764498" cy="795862"/>
            </a:xfrm>
          </p:grpSpPr>
          <p:pic>
            <p:nvPicPr>
              <p:cNvPr id="778" name="Imagen 777">
                <a:extLst>
                  <a:ext uri="{FF2B5EF4-FFF2-40B4-BE49-F238E27FC236}">
                    <a16:creationId xmlns:a16="http://schemas.microsoft.com/office/drawing/2014/main" id="{0236228B-4244-7869-9C2E-D89812872A9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79" name="Imagen 778">
                <a:extLst>
                  <a:ext uri="{FF2B5EF4-FFF2-40B4-BE49-F238E27FC236}">
                    <a16:creationId xmlns:a16="http://schemas.microsoft.com/office/drawing/2014/main" id="{EC528B02-E5B1-DAA0-85C5-B440C6B8766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80" name="Grupo 779">
              <a:extLst>
                <a:ext uri="{FF2B5EF4-FFF2-40B4-BE49-F238E27FC236}">
                  <a16:creationId xmlns:a16="http://schemas.microsoft.com/office/drawing/2014/main" id="{4EA314FD-3EE1-678C-4740-98945940758F}"/>
                </a:ext>
              </a:extLst>
            </p:cNvPr>
            <p:cNvGrpSpPr/>
            <p:nvPr/>
          </p:nvGrpSpPr>
          <p:grpSpPr>
            <a:xfrm>
              <a:off x="4989399" y="6062704"/>
              <a:ext cx="266750" cy="342900"/>
              <a:chOff x="5053733" y="4472706"/>
              <a:chExt cx="764498" cy="795862"/>
            </a:xfrm>
          </p:grpSpPr>
          <p:pic>
            <p:nvPicPr>
              <p:cNvPr id="781" name="Imagen 780">
                <a:extLst>
                  <a:ext uri="{FF2B5EF4-FFF2-40B4-BE49-F238E27FC236}">
                    <a16:creationId xmlns:a16="http://schemas.microsoft.com/office/drawing/2014/main" id="{BE85638B-52B8-FFD1-396E-286F44DDA31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82" name="Imagen 781">
                <a:extLst>
                  <a:ext uri="{FF2B5EF4-FFF2-40B4-BE49-F238E27FC236}">
                    <a16:creationId xmlns:a16="http://schemas.microsoft.com/office/drawing/2014/main" id="{3F1468CE-B138-75B7-FFE9-325CEF074B3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83" name="Grupo 782">
              <a:extLst>
                <a:ext uri="{FF2B5EF4-FFF2-40B4-BE49-F238E27FC236}">
                  <a16:creationId xmlns:a16="http://schemas.microsoft.com/office/drawing/2014/main" id="{2BAC7EE2-304D-93CF-936F-3F4A4B4337D4}"/>
                </a:ext>
              </a:extLst>
            </p:cNvPr>
            <p:cNvGrpSpPr/>
            <p:nvPr/>
          </p:nvGrpSpPr>
          <p:grpSpPr>
            <a:xfrm>
              <a:off x="5556291" y="6062704"/>
              <a:ext cx="266750" cy="342900"/>
              <a:chOff x="5053733" y="4472706"/>
              <a:chExt cx="764498" cy="795862"/>
            </a:xfrm>
          </p:grpSpPr>
          <p:pic>
            <p:nvPicPr>
              <p:cNvPr id="784" name="Imagen 783">
                <a:extLst>
                  <a:ext uri="{FF2B5EF4-FFF2-40B4-BE49-F238E27FC236}">
                    <a16:creationId xmlns:a16="http://schemas.microsoft.com/office/drawing/2014/main" id="{739C9564-F7B8-24A3-A4C9-FEEC19E23C8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85" name="Imagen 784">
                <a:extLst>
                  <a:ext uri="{FF2B5EF4-FFF2-40B4-BE49-F238E27FC236}">
                    <a16:creationId xmlns:a16="http://schemas.microsoft.com/office/drawing/2014/main" id="{11783ECF-1F8C-9DCB-92E8-7BD5C530F06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86" name="Grupo 785">
              <a:extLst>
                <a:ext uri="{FF2B5EF4-FFF2-40B4-BE49-F238E27FC236}">
                  <a16:creationId xmlns:a16="http://schemas.microsoft.com/office/drawing/2014/main" id="{A4BABBEF-3DA6-8212-30F9-BFDE75F32D94}"/>
                </a:ext>
              </a:extLst>
            </p:cNvPr>
            <p:cNvGrpSpPr/>
            <p:nvPr/>
          </p:nvGrpSpPr>
          <p:grpSpPr>
            <a:xfrm>
              <a:off x="5558343" y="1656161"/>
              <a:ext cx="266750" cy="342900"/>
              <a:chOff x="5053733" y="4472706"/>
              <a:chExt cx="764498" cy="795862"/>
            </a:xfrm>
          </p:grpSpPr>
          <p:pic>
            <p:nvPicPr>
              <p:cNvPr id="787" name="Imagen 786">
                <a:extLst>
                  <a:ext uri="{FF2B5EF4-FFF2-40B4-BE49-F238E27FC236}">
                    <a16:creationId xmlns:a16="http://schemas.microsoft.com/office/drawing/2014/main" id="{E48D4B61-1F34-F534-8AF8-65B084F4D32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88" name="Imagen 787">
                <a:extLst>
                  <a:ext uri="{FF2B5EF4-FFF2-40B4-BE49-F238E27FC236}">
                    <a16:creationId xmlns:a16="http://schemas.microsoft.com/office/drawing/2014/main" id="{332F82F6-AE54-1EE5-4E62-EA0152DEACB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89" name="Grupo 788">
              <a:extLst>
                <a:ext uri="{FF2B5EF4-FFF2-40B4-BE49-F238E27FC236}">
                  <a16:creationId xmlns:a16="http://schemas.microsoft.com/office/drawing/2014/main" id="{1A77E3FD-6EC7-9C1E-1518-C7053F6A6CCD}"/>
                </a:ext>
              </a:extLst>
            </p:cNvPr>
            <p:cNvGrpSpPr/>
            <p:nvPr/>
          </p:nvGrpSpPr>
          <p:grpSpPr>
            <a:xfrm>
              <a:off x="5274789" y="1656161"/>
              <a:ext cx="266750" cy="342900"/>
              <a:chOff x="5053733" y="4472706"/>
              <a:chExt cx="764498" cy="795862"/>
            </a:xfrm>
          </p:grpSpPr>
          <p:pic>
            <p:nvPicPr>
              <p:cNvPr id="790" name="Imagen 789">
                <a:extLst>
                  <a:ext uri="{FF2B5EF4-FFF2-40B4-BE49-F238E27FC236}">
                    <a16:creationId xmlns:a16="http://schemas.microsoft.com/office/drawing/2014/main" id="{A490C01C-FEAF-087E-8692-023A8E48ECA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91" name="Imagen 790">
                <a:extLst>
                  <a:ext uri="{FF2B5EF4-FFF2-40B4-BE49-F238E27FC236}">
                    <a16:creationId xmlns:a16="http://schemas.microsoft.com/office/drawing/2014/main" id="{1605A439-F4F6-2548-FFFC-31B8C33BD6B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92" name="Grupo 791">
              <a:extLst>
                <a:ext uri="{FF2B5EF4-FFF2-40B4-BE49-F238E27FC236}">
                  <a16:creationId xmlns:a16="http://schemas.microsoft.com/office/drawing/2014/main" id="{83061856-C0B7-4076-C178-76B544AD9AD2}"/>
                </a:ext>
              </a:extLst>
            </p:cNvPr>
            <p:cNvGrpSpPr/>
            <p:nvPr/>
          </p:nvGrpSpPr>
          <p:grpSpPr>
            <a:xfrm>
              <a:off x="5272845" y="2025139"/>
              <a:ext cx="266750" cy="342900"/>
              <a:chOff x="5053733" y="4472706"/>
              <a:chExt cx="764498" cy="795862"/>
            </a:xfrm>
          </p:grpSpPr>
          <p:pic>
            <p:nvPicPr>
              <p:cNvPr id="793" name="Imagen 792">
                <a:extLst>
                  <a:ext uri="{FF2B5EF4-FFF2-40B4-BE49-F238E27FC236}">
                    <a16:creationId xmlns:a16="http://schemas.microsoft.com/office/drawing/2014/main" id="{C1A9567D-7547-B82A-F9AC-D02DCEE4738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794" name="Imagen 793">
                <a:extLst>
                  <a:ext uri="{FF2B5EF4-FFF2-40B4-BE49-F238E27FC236}">
                    <a16:creationId xmlns:a16="http://schemas.microsoft.com/office/drawing/2014/main" id="{E8686291-B8F2-E356-6384-3883B2FBF9E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798" name="Grupo 797">
              <a:extLst>
                <a:ext uri="{FF2B5EF4-FFF2-40B4-BE49-F238E27FC236}">
                  <a16:creationId xmlns:a16="http://schemas.microsoft.com/office/drawing/2014/main" id="{AEEA9EC1-D945-9AC9-431E-AA0720E3B1BF}"/>
                </a:ext>
              </a:extLst>
            </p:cNvPr>
            <p:cNvGrpSpPr/>
            <p:nvPr/>
          </p:nvGrpSpPr>
          <p:grpSpPr>
            <a:xfrm>
              <a:off x="5556291" y="2384545"/>
              <a:ext cx="266750" cy="342900"/>
              <a:chOff x="5053733" y="4472706"/>
              <a:chExt cx="764498" cy="795862"/>
            </a:xfrm>
          </p:grpSpPr>
          <p:pic>
            <p:nvPicPr>
              <p:cNvPr id="799" name="Imagen 798">
                <a:extLst>
                  <a:ext uri="{FF2B5EF4-FFF2-40B4-BE49-F238E27FC236}">
                    <a16:creationId xmlns:a16="http://schemas.microsoft.com/office/drawing/2014/main" id="{089E66A7-EC3D-4DE5-BD50-5FEDF50A46A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00" name="Imagen 799">
                <a:extLst>
                  <a:ext uri="{FF2B5EF4-FFF2-40B4-BE49-F238E27FC236}">
                    <a16:creationId xmlns:a16="http://schemas.microsoft.com/office/drawing/2014/main" id="{C26A92D6-306F-762E-9C68-0EDA9281843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01" name="Grupo 800">
              <a:extLst>
                <a:ext uri="{FF2B5EF4-FFF2-40B4-BE49-F238E27FC236}">
                  <a16:creationId xmlns:a16="http://schemas.microsoft.com/office/drawing/2014/main" id="{743AD887-2281-BA73-A523-6A20E6092F1C}"/>
                </a:ext>
              </a:extLst>
            </p:cNvPr>
            <p:cNvGrpSpPr/>
            <p:nvPr/>
          </p:nvGrpSpPr>
          <p:grpSpPr>
            <a:xfrm>
              <a:off x="5272845" y="2384545"/>
              <a:ext cx="266750" cy="342900"/>
              <a:chOff x="5053733" y="4472706"/>
              <a:chExt cx="764498" cy="795862"/>
            </a:xfrm>
          </p:grpSpPr>
          <p:pic>
            <p:nvPicPr>
              <p:cNvPr id="802" name="Imagen 801">
                <a:extLst>
                  <a:ext uri="{FF2B5EF4-FFF2-40B4-BE49-F238E27FC236}">
                    <a16:creationId xmlns:a16="http://schemas.microsoft.com/office/drawing/2014/main" id="{DB0EB07F-7DE0-8EFB-EE78-D0C93148552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03" name="Imagen 802">
                <a:extLst>
                  <a:ext uri="{FF2B5EF4-FFF2-40B4-BE49-F238E27FC236}">
                    <a16:creationId xmlns:a16="http://schemas.microsoft.com/office/drawing/2014/main" id="{E6A8F92E-72C2-EF18-23FC-F8957F5C9F3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04" name="Grupo 803">
              <a:extLst>
                <a:ext uri="{FF2B5EF4-FFF2-40B4-BE49-F238E27FC236}">
                  <a16:creationId xmlns:a16="http://schemas.microsoft.com/office/drawing/2014/main" id="{E1CFA032-25B4-458F-B8B7-8E9A002445E3}"/>
                </a:ext>
              </a:extLst>
            </p:cNvPr>
            <p:cNvGrpSpPr/>
            <p:nvPr/>
          </p:nvGrpSpPr>
          <p:grpSpPr>
            <a:xfrm>
              <a:off x="5556291" y="2758116"/>
              <a:ext cx="266750" cy="342900"/>
              <a:chOff x="5053733" y="4472706"/>
              <a:chExt cx="764498" cy="795862"/>
            </a:xfrm>
          </p:grpSpPr>
          <p:pic>
            <p:nvPicPr>
              <p:cNvPr id="805" name="Imagen 804">
                <a:extLst>
                  <a:ext uri="{FF2B5EF4-FFF2-40B4-BE49-F238E27FC236}">
                    <a16:creationId xmlns:a16="http://schemas.microsoft.com/office/drawing/2014/main" id="{DC9D72AF-FA5E-4B02-3A80-ADB726BED3F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06" name="Imagen 805">
                <a:extLst>
                  <a:ext uri="{FF2B5EF4-FFF2-40B4-BE49-F238E27FC236}">
                    <a16:creationId xmlns:a16="http://schemas.microsoft.com/office/drawing/2014/main" id="{6EDFAD27-B1B2-090A-027A-F518ACAABA6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07" name="Grupo 806">
              <a:extLst>
                <a:ext uri="{FF2B5EF4-FFF2-40B4-BE49-F238E27FC236}">
                  <a16:creationId xmlns:a16="http://schemas.microsoft.com/office/drawing/2014/main" id="{3867E504-DC34-150A-F4A1-CE5493D0D879}"/>
                </a:ext>
              </a:extLst>
            </p:cNvPr>
            <p:cNvGrpSpPr/>
            <p:nvPr/>
          </p:nvGrpSpPr>
          <p:grpSpPr>
            <a:xfrm>
              <a:off x="5272845" y="2758116"/>
              <a:ext cx="266750" cy="342900"/>
              <a:chOff x="5053733" y="4472706"/>
              <a:chExt cx="764498" cy="795862"/>
            </a:xfrm>
          </p:grpSpPr>
          <p:pic>
            <p:nvPicPr>
              <p:cNvPr id="808" name="Imagen 807">
                <a:extLst>
                  <a:ext uri="{FF2B5EF4-FFF2-40B4-BE49-F238E27FC236}">
                    <a16:creationId xmlns:a16="http://schemas.microsoft.com/office/drawing/2014/main" id="{D27E6053-50E1-709F-C556-472E40C00AA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09" name="Imagen 808">
                <a:extLst>
                  <a:ext uri="{FF2B5EF4-FFF2-40B4-BE49-F238E27FC236}">
                    <a16:creationId xmlns:a16="http://schemas.microsoft.com/office/drawing/2014/main" id="{758F4B1D-05B2-EDC0-7C0E-5818629B371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10" name="Grupo 809">
              <a:extLst>
                <a:ext uri="{FF2B5EF4-FFF2-40B4-BE49-F238E27FC236}">
                  <a16:creationId xmlns:a16="http://schemas.microsoft.com/office/drawing/2014/main" id="{80BD7773-EA2B-6D12-E867-2FAEFD1E007F}"/>
                </a:ext>
              </a:extLst>
            </p:cNvPr>
            <p:cNvGrpSpPr/>
            <p:nvPr/>
          </p:nvGrpSpPr>
          <p:grpSpPr>
            <a:xfrm>
              <a:off x="5272845" y="4611739"/>
              <a:ext cx="266750" cy="342900"/>
              <a:chOff x="5053733" y="4472706"/>
              <a:chExt cx="764498" cy="795862"/>
            </a:xfrm>
          </p:grpSpPr>
          <p:pic>
            <p:nvPicPr>
              <p:cNvPr id="811" name="Imagen 810">
                <a:extLst>
                  <a:ext uri="{FF2B5EF4-FFF2-40B4-BE49-F238E27FC236}">
                    <a16:creationId xmlns:a16="http://schemas.microsoft.com/office/drawing/2014/main" id="{FF1086E9-4C7A-951F-C6CE-0750BAD12E8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12" name="Imagen 811">
                <a:extLst>
                  <a:ext uri="{FF2B5EF4-FFF2-40B4-BE49-F238E27FC236}">
                    <a16:creationId xmlns:a16="http://schemas.microsoft.com/office/drawing/2014/main" id="{882E3558-EB1C-530D-7D50-33D751A455F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13" name="Grupo 812">
              <a:extLst>
                <a:ext uri="{FF2B5EF4-FFF2-40B4-BE49-F238E27FC236}">
                  <a16:creationId xmlns:a16="http://schemas.microsoft.com/office/drawing/2014/main" id="{394D79AE-755D-0784-37F9-EC379C5A6E92}"/>
                </a:ext>
              </a:extLst>
            </p:cNvPr>
            <p:cNvGrpSpPr/>
            <p:nvPr/>
          </p:nvGrpSpPr>
          <p:grpSpPr>
            <a:xfrm>
              <a:off x="5556291" y="4611739"/>
              <a:ext cx="266750" cy="342900"/>
              <a:chOff x="5053733" y="4472706"/>
              <a:chExt cx="764498" cy="795862"/>
            </a:xfrm>
          </p:grpSpPr>
          <p:pic>
            <p:nvPicPr>
              <p:cNvPr id="814" name="Imagen 813">
                <a:extLst>
                  <a:ext uri="{FF2B5EF4-FFF2-40B4-BE49-F238E27FC236}">
                    <a16:creationId xmlns:a16="http://schemas.microsoft.com/office/drawing/2014/main" id="{6F161311-7496-1782-6EB1-97411E269BC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15" name="Imagen 814">
                <a:extLst>
                  <a:ext uri="{FF2B5EF4-FFF2-40B4-BE49-F238E27FC236}">
                    <a16:creationId xmlns:a16="http://schemas.microsoft.com/office/drawing/2014/main" id="{2662A01B-8BE3-06B8-1018-800DABC86EE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816" name="Imagen 815">
              <a:extLst>
                <a:ext uri="{FF2B5EF4-FFF2-40B4-BE49-F238E27FC236}">
                  <a16:creationId xmlns:a16="http://schemas.microsoft.com/office/drawing/2014/main" id="{34A6C8F5-F603-4093-2CCF-3047B548D09B}"/>
                </a:ext>
              </a:extLst>
            </p:cNvPr>
            <p:cNvPicPr>
              <a:picLocks noChangeAspect="1"/>
            </p:cNvPicPr>
            <p:nvPr/>
          </p:nvPicPr>
          <p:blipFill>
            <a:blip r:embed="rId5"/>
            <a:srcRect l="55142" t="63168" r="33711" b="25227"/>
            <a:stretch/>
          </p:blipFill>
          <p:spPr>
            <a:xfrm>
              <a:off x="6704341" y="2025139"/>
              <a:ext cx="266750" cy="342900"/>
            </a:xfrm>
            <a:prstGeom prst="rect">
              <a:avLst/>
            </a:prstGeom>
          </p:spPr>
        </p:pic>
        <p:pic>
          <p:nvPicPr>
            <p:cNvPr id="819" name="Imagen 818">
              <a:extLst>
                <a:ext uri="{FF2B5EF4-FFF2-40B4-BE49-F238E27FC236}">
                  <a16:creationId xmlns:a16="http://schemas.microsoft.com/office/drawing/2014/main" id="{542D4C67-4D7A-A03B-E9BB-C4E2803AA937}"/>
                </a:ext>
              </a:extLst>
            </p:cNvPr>
            <p:cNvPicPr>
              <a:picLocks noChangeAspect="1"/>
            </p:cNvPicPr>
            <p:nvPr/>
          </p:nvPicPr>
          <p:blipFill>
            <a:blip r:embed="rId5"/>
            <a:srcRect l="66027" t="77100" r="22826" b="11295"/>
            <a:stretch/>
          </p:blipFill>
          <p:spPr>
            <a:xfrm>
              <a:off x="6973521" y="2384545"/>
              <a:ext cx="266750" cy="342900"/>
            </a:xfrm>
            <a:prstGeom prst="rect">
              <a:avLst/>
            </a:prstGeom>
          </p:spPr>
        </p:pic>
        <p:pic>
          <p:nvPicPr>
            <p:cNvPr id="820" name="Imagen 819">
              <a:extLst>
                <a:ext uri="{FF2B5EF4-FFF2-40B4-BE49-F238E27FC236}">
                  <a16:creationId xmlns:a16="http://schemas.microsoft.com/office/drawing/2014/main" id="{934762BB-00D6-9F33-2346-1EE60D1919D1}"/>
                </a:ext>
              </a:extLst>
            </p:cNvPr>
            <p:cNvPicPr>
              <a:picLocks noChangeAspect="1"/>
            </p:cNvPicPr>
            <p:nvPr/>
          </p:nvPicPr>
          <p:blipFill>
            <a:blip r:embed="rId5"/>
            <a:srcRect l="33923" t="63168" r="54930" b="25227"/>
            <a:stretch/>
          </p:blipFill>
          <p:spPr>
            <a:xfrm>
              <a:off x="6973521" y="5311489"/>
              <a:ext cx="266750" cy="342900"/>
            </a:xfrm>
            <a:prstGeom prst="rect">
              <a:avLst/>
            </a:prstGeom>
          </p:spPr>
        </p:pic>
        <p:pic>
          <p:nvPicPr>
            <p:cNvPr id="821" name="Imagen 820">
              <a:extLst>
                <a:ext uri="{FF2B5EF4-FFF2-40B4-BE49-F238E27FC236}">
                  <a16:creationId xmlns:a16="http://schemas.microsoft.com/office/drawing/2014/main" id="{88635310-C661-8B82-6B3E-079BA5E6EC44}"/>
                </a:ext>
              </a:extLst>
            </p:cNvPr>
            <p:cNvPicPr>
              <a:picLocks noChangeAspect="1"/>
            </p:cNvPicPr>
            <p:nvPr/>
          </p:nvPicPr>
          <p:blipFill>
            <a:blip r:embed="rId5"/>
            <a:srcRect l="66027" t="77100" r="22826" b="11295"/>
            <a:stretch/>
          </p:blipFill>
          <p:spPr>
            <a:xfrm>
              <a:off x="6973521" y="3140200"/>
              <a:ext cx="266750" cy="342900"/>
            </a:xfrm>
            <a:prstGeom prst="rect">
              <a:avLst/>
            </a:prstGeom>
          </p:spPr>
        </p:pic>
        <p:grpSp>
          <p:nvGrpSpPr>
            <p:cNvPr id="822" name="Grupo 821">
              <a:extLst>
                <a:ext uri="{FF2B5EF4-FFF2-40B4-BE49-F238E27FC236}">
                  <a16:creationId xmlns:a16="http://schemas.microsoft.com/office/drawing/2014/main" id="{D82CB0E2-5610-3C29-228A-A0D1F1FEF527}"/>
                </a:ext>
              </a:extLst>
            </p:cNvPr>
            <p:cNvGrpSpPr/>
            <p:nvPr/>
          </p:nvGrpSpPr>
          <p:grpSpPr>
            <a:xfrm>
              <a:off x="7540413" y="4255458"/>
              <a:ext cx="266750" cy="342900"/>
              <a:chOff x="5053733" y="4472706"/>
              <a:chExt cx="764498" cy="795862"/>
            </a:xfrm>
          </p:grpSpPr>
          <p:pic>
            <p:nvPicPr>
              <p:cNvPr id="823" name="Imagen 822">
                <a:extLst>
                  <a:ext uri="{FF2B5EF4-FFF2-40B4-BE49-F238E27FC236}">
                    <a16:creationId xmlns:a16="http://schemas.microsoft.com/office/drawing/2014/main" id="{09C7E975-F4F4-5FA9-925C-3A3EB7D5CAF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24" name="Imagen 823">
                <a:extLst>
                  <a:ext uri="{FF2B5EF4-FFF2-40B4-BE49-F238E27FC236}">
                    <a16:creationId xmlns:a16="http://schemas.microsoft.com/office/drawing/2014/main" id="{25DEE21A-D581-C91D-6ACD-CC606F7B247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26" name="Grupo 825">
              <a:extLst>
                <a:ext uri="{FF2B5EF4-FFF2-40B4-BE49-F238E27FC236}">
                  <a16:creationId xmlns:a16="http://schemas.microsoft.com/office/drawing/2014/main" id="{F9B2676D-ED58-B0C8-66C0-874E01301DC9}"/>
                </a:ext>
              </a:extLst>
            </p:cNvPr>
            <p:cNvGrpSpPr/>
            <p:nvPr/>
          </p:nvGrpSpPr>
          <p:grpSpPr>
            <a:xfrm>
              <a:off x="7540413" y="3502366"/>
              <a:ext cx="266750" cy="342900"/>
              <a:chOff x="5053733" y="4472706"/>
              <a:chExt cx="764498" cy="795862"/>
            </a:xfrm>
          </p:grpSpPr>
          <p:pic>
            <p:nvPicPr>
              <p:cNvPr id="827" name="Imagen 826">
                <a:extLst>
                  <a:ext uri="{FF2B5EF4-FFF2-40B4-BE49-F238E27FC236}">
                    <a16:creationId xmlns:a16="http://schemas.microsoft.com/office/drawing/2014/main" id="{9C976CCA-5CBF-3E29-05D8-90CC1591F51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28" name="Imagen 827">
                <a:extLst>
                  <a:ext uri="{FF2B5EF4-FFF2-40B4-BE49-F238E27FC236}">
                    <a16:creationId xmlns:a16="http://schemas.microsoft.com/office/drawing/2014/main" id="{8CA71D5E-93C0-D779-DD7F-63FF9FBCD97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29" name="Grupo 828">
              <a:extLst>
                <a:ext uri="{FF2B5EF4-FFF2-40B4-BE49-F238E27FC236}">
                  <a16:creationId xmlns:a16="http://schemas.microsoft.com/office/drawing/2014/main" id="{E3A733C2-F2CA-C932-0283-022FA2983FAC}"/>
                </a:ext>
              </a:extLst>
            </p:cNvPr>
            <p:cNvGrpSpPr/>
            <p:nvPr/>
          </p:nvGrpSpPr>
          <p:grpSpPr>
            <a:xfrm>
              <a:off x="7540413" y="3873611"/>
              <a:ext cx="266750" cy="342900"/>
              <a:chOff x="5053733" y="4472706"/>
              <a:chExt cx="764498" cy="795862"/>
            </a:xfrm>
          </p:grpSpPr>
          <p:pic>
            <p:nvPicPr>
              <p:cNvPr id="830" name="Imagen 829">
                <a:extLst>
                  <a:ext uri="{FF2B5EF4-FFF2-40B4-BE49-F238E27FC236}">
                    <a16:creationId xmlns:a16="http://schemas.microsoft.com/office/drawing/2014/main" id="{237DAAAF-D25A-B314-A342-BACBC6E4A80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31" name="Imagen 830">
                <a:extLst>
                  <a:ext uri="{FF2B5EF4-FFF2-40B4-BE49-F238E27FC236}">
                    <a16:creationId xmlns:a16="http://schemas.microsoft.com/office/drawing/2014/main" id="{43CD0171-50CB-1CB6-0C79-FCA2381A5FD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32" name="Grupo 831">
              <a:extLst>
                <a:ext uri="{FF2B5EF4-FFF2-40B4-BE49-F238E27FC236}">
                  <a16:creationId xmlns:a16="http://schemas.microsoft.com/office/drawing/2014/main" id="{19FFD438-97B4-8A05-F655-77DCFFC0D122}"/>
                </a:ext>
              </a:extLst>
            </p:cNvPr>
            <p:cNvGrpSpPr/>
            <p:nvPr/>
          </p:nvGrpSpPr>
          <p:grpSpPr>
            <a:xfrm>
              <a:off x="7548811" y="1291071"/>
              <a:ext cx="266750" cy="342900"/>
              <a:chOff x="5053733" y="4472706"/>
              <a:chExt cx="764498" cy="795862"/>
            </a:xfrm>
          </p:grpSpPr>
          <p:pic>
            <p:nvPicPr>
              <p:cNvPr id="833" name="Imagen 832">
                <a:extLst>
                  <a:ext uri="{FF2B5EF4-FFF2-40B4-BE49-F238E27FC236}">
                    <a16:creationId xmlns:a16="http://schemas.microsoft.com/office/drawing/2014/main" id="{FB663B32-7B9A-F6A8-04DE-D6B1A419F6D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34" name="Imagen 833">
                <a:extLst>
                  <a:ext uri="{FF2B5EF4-FFF2-40B4-BE49-F238E27FC236}">
                    <a16:creationId xmlns:a16="http://schemas.microsoft.com/office/drawing/2014/main" id="{D912FE4F-B406-745D-145E-26D07914BB7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35" name="Grupo 834">
              <a:extLst>
                <a:ext uri="{FF2B5EF4-FFF2-40B4-BE49-F238E27FC236}">
                  <a16:creationId xmlns:a16="http://schemas.microsoft.com/office/drawing/2014/main" id="{C7FD2F2F-F4AE-5717-7050-136AF124F125}"/>
                </a:ext>
              </a:extLst>
            </p:cNvPr>
            <p:cNvGrpSpPr/>
            <p:nvPr/>
          </p:nvGrpSpPr>
          <p:grpSpPr>
            <a:xfrm>
              <a:off x="7540413" y="3140200"/>
              <a:ext cx="266750" cy="342900"/>
              <a:chOff x="5053733" y="4472706"/>
              <a:chExt cx="764498" cy="795862"/>
            </a:xfrm>
          </p:grpSpPr>
          <p:pic>
            <p:nvPicPr>
              <p:cNvPr id="836" name="Imagen 835">
                <a:extLst>
                  <a:ext uri="{FF2B5EF4-FFF2-40B4-BE49-F238E27FC236}">
                    <a16:creationId xmlns:a16="http://schemas.microsoft.com/office/drawing/2014/main" id="{B1F450A3-B587-2E7F-99A0-E9B5CBEEDF8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37" name="Imagen 836">
                <a:extLst>
                  <a:ext uri="{FF2B5EF4-FFF2-40B4-BE49-F238E27FC236}">
                    <a16:creationId xmlns:a16="http://schemas.microsoft.com/office/drawing/2014/main" id="{EFE872D6-381C-DA7A-BC46-864A7F5BE2C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38" name="Grupo 837">
              <a:extLst>
                <a:ext uri="{FF2B5EF4-FFF2-40B4-BE49-F238E27FC236}">
                  <a16:creationId xmlns:a16="http://schemas.microsoft.com/office/drawing/2014/main" id="{F99B623B-1155-A629-CD28-5C9B7C1BFC4E}"/>
                </a:ext>
              </a:extLst>
            </p:cNvPr>
            <p:cNvGrpSpPr/>
            <p:nvPr/>
          </p:nvGrpSpPr>
          <p:grpSpPr>
            <a:xfrm>
              <a:off x="7256967" y="3502366"/>
              <a:ext cx="266750" cy="342900"/>
              <a:chOff x="5053733" y="4472706"/>
              <a:chExt cx="764498" cy="795862"/>
            </a:xfrm>
          </p:grpSpPr>
          <p:pic>
            <p:nvPicPr>
              <p:cNvPr id="839" name="Imagen 838">
                <a:extLst>
                  <a:ext uri="{FF2B5EF4-FFF2-40B4-BE49-F238E27FC236}">
                    <a16:creationId xmlns:a16="http://schemas.microsoft.com/office/drawing/2014/main" id="{F51721A7-BCDF-1D3F-E5AE-6450DD7B255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40" name="Imagen 839">
                <a:extLst>
                  <a:ext uri="{FF2B5EF4-FFF2-40B4-BE49-F238E27FC236}">
                    <a16:creationId xmlns:a16="http://schemas.microsoft.com/office/drawing/2014/main" id="{13C82CA8-1A26-3C4C-434F-2100293D62E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41" name="Grupo 840">
              <a:extLst>
                <a:ext uri="{FF2B5EF4-FFF2-40B4-BE49-F238E27FC236}">
                  <a16:creationId xmlns:a16="http://schemas.microsoft.com/office/drawing/2014/main" id="{1031524A-B863-8662-EC65-F91B3DAC326E}"/>
                </a:ext>
              </a:extLst>
            </p:cNvPr>
            <p:cNvGrpSpPr/>
            <p:nvPr/>
          </p:nvGrpSpPr>
          <p:grpSpPr>
            <a:xfrm>
              <a:off x="7256967" y="3873611"/>
              <a:ext cx="266750" cy="342900"/>
              <a:chOff x="5053733" y="4472706"/>
              <a:chExt cx="764498" cy="795862"/>
            </a:xfrm>
          </p:grpSpPr>
          <p:pic>
            <p:nvPicPr>
              <p:cNvPr id="842" name="Imagen 841">
                <a:extLst>
                  <a:ext uri="{FF2B5EF4-FFF2-40B4-BE49-F238E27FC236}">
                    <a16:creationId xmlns:a16="http://schemas.microsoft.com/office/drawing/2014/main" id="{BE687B95-DE30-E1EF-676F-00D19CDBE35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43" name="Imagen 842">
                <a:extLst>
                  <a:ext uri="{FF2B5EF4-FFF2-40B4-BE49-F238E27FC236}">
                    <a16:creationId xmlns:a16="http://schemas.microsoft.com/office/drawing/2014/main" id="{8E91FE0A-4B61-57AD-D323-05EEF840C6E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44" name="Grupo 843">
              <a:extLst>
                <a:ext uri="{FF2B5EF4-FFF2-40B4-BE49-F238E27FC236}">
                  <a16:creationId xmlns:a16="http://schemas.microsoft.com/office/drawing/2014/main" id="{A4A6F056-B14B-03A6-4E2F-7DB4F793D997}"/>
                </a:ext>
              </a:extLst>
            </p:cNvPr>
            <p:cNvGrpSpPr/>
            <p:nvPr/>
          </p:nvGrpSpPr>
          <p:grpSpPr>
            <a:xfrm>
              <a:off x="7265042" y="1291071"/>
              <a:ext cx="266750" cy="342900"/>
              <a:chOff x="5053733" y="4472706"/>
              <a:chExt cx="764498" cy="795862"/>
            </a:xfrm>
          </p:grpSpPr>
          <p:pic>
            <p:nvPicPr>
              <p:cNvPr id="845" name="Imagen 844">
                <a:extLst>
                  <a:ext uri="{FF2B5EF4-FFF2-40B4-BE49-F238E27FC236}">
                    <a16:creationId xmlns:a16="http://schemas.microsoft.com/office/drawing/2014/main" id="{EB500817-7462-4D28-9942-0520DEC4E0C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46" name="Imagen 845">
                <a:extLst>
                  <a:ext uri="{FF2B5EF4-FFF2-40B4-BE49-F238E27FC236}">
                    <a16:creationId xmlns:a16="http://schemas.microsoft.com/office/drawing/2014/main" id="{4B105411-8BEF-F5EC-D6DF-107A429EDFD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47" name="Grupo 846">
              <a:extLst>
                <a:ext uri="{FF2B5EF4-FFF2-40B4-BE49-F238E27FC236}">
                  <a16:creationId xmlns:a16="http://schemas.microsoft.com/office/drawing/2014/main" id="{DEB91838-9357-2EC1-6EA8-257D2FDC0404}"/>
                </a:ext>
              </a:extLst>
            </p:cNvPr>
            <p:cNvGrpSpPr/>
            <p:nvPr/>
          </p:nvGrpSpPr>
          <p:grpSpPr>
            <a:xfrm>
              <a:off x="7256967" y="3140200"/>
              <a:ext cx="266750" cy="342900"/>
              <a:chOff x="5053733" y="4472706"/>
              <a:chExt cx="764498" cy="795862"/>
            </a:xfrm>
          </p:grpSpPr>
          <p:pic>
            <p:nvPicPr>
              <p:cNvPr id="848" name="Imagen 847">
                <a:extLst>
                  <a:ext uri="{FF2B5EF4-FFF2-40B4-BE49-F238E27FC236}">
                    <a16:creationId xmlns:a16="http://schemas.microsoft.com/office/drawing/2014/main" id="{A150DF74-D3B6-D15B-9BD7-458846249FC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49" name="Imagen 848">
                <a:extLst>
                  <a:ext uri="{FF2B5EF4-FFF2-40B4-BE49-F238E27FC236}">
                    <a16:creationId xmlns:a16="http://schemas.microsoft.com/office/drawing/2014/main" id="{48DCAD9F-9646-847D-8397-ECB6CE08446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50" name="Grupo 849">
              <a:extLst>
                <a:ext uri="{FF2B5EF4-FFF2-40B4-BE49-F238E27FC236}">
                  <a16:creationId xmlns:a16="http://schemas.microsoft.com/office/drawing/2014/main" id="{C2760D6D-A44E-9ABA-2851-73BA4FC024B0}"/>
                </a:ext>
              </a:extLst>
            </p:cNvPr>
            <p:cNvGrpSpPr/>
            <p:nvPr/>
          </p:nvGrpSpPr>
          <p:grpSpPr>
            <a:xfrm>
              <a:off x="7256967" y="4970263"/>
              <a:ext cx="266750" cy="342900"/>
              <a:chOff x="5053733" y="4472706"/>
              <a:chExt cx="764498" cy="795862"/>
            </a:xfrm>
          </p:grpSpPr>
          <p:pic>
            <p:nvPicPr>
              <p:cNvPr id="851" name="Imagen 850">
                <a:extLst>
                  <a:ext uri="{FF2B5EF4-FFF2-40B4-BE49-F238E27FC236}">
                    <a16:creationId xmlns:a16="http://schemas.microsoft.com/office/drawing/2014/main" id="{32CD3DEA-4523-979F-46D0-C064ED01A89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52" name="Imagen 851">
                <a:extLst>
                  <a:ext uri="{FF2B5EF4-FFF2-40B4-BE49-F238E27FC236}">
                    <a16:creationId xmlns:a16="http://schemas.microsoft.com/office/drawing/2014/main" id="{117312EC-0040-2682-A372-BD3E48E534A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53" name="Grupo 852">
              <a:extLst>
                <a:ext uri="{FF2B5EF4-FFF2-40B4-BE49-F238E27FC236}">
                  <a16:creationId xmlns:a16="http://schemas.microsoft.com/office/drawing/2014/main" id="{EB32AD34-B21B-EC2F-04E5-956717B8F0A8}"/>
                </a:ext>
              </a:extLst>
            </p:cNvPr>
            <p:cNvGrpSpPr/>
            <p:nvPr/>
          </p:nvGrpSpPr>
          <p:grpSpPr>
            <a:xfrm>
              <a:off x="7540413" y="4970263"/>
              <a:ext cx="266750" cy="342900"/>
              <a:chOff x="5053733" y="4472706"/>
              <a:chExt cx="764498" cy="795862"/>
            </a:xfrm>
          </p:grpSpPr>
          <p:pic>
            <p:nvPicPr>
              <p:cNvPr id="854" name="Imagen 853">
                <a:extLst>
                  <a:ext uri="{FF2B5EF4-FFF2-40B4-BE49-F238E27FC236}">
                    <a16:creationId xmlns:a16="http://schemas.microsoft.com/office/drawing/2014/main" id="{369A325C-A0B0-204A-2A4D-D0A240BCFDB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55" name="Imagen 854">
                <a:extLst>
                  <a:ext uri="{FF2B5EF4-FFF2-40B4-BE49-F238E27FC236}">
                    <a16:creationId xmlns:a16="http://schemas.microsoft.com/office/drawing/2014/main" id="{C03C91B1-08CE-C6FA-0C78-ED3E609CBBB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56" name="Grupo 855">
              <a:extLst>
                <a:ext uri="{FF2B5EF4-FFF2-40B4-BE49-F238E27FC236}">
                  <a16:creationId xmlns:a16="http://schemas.microsoft.com/office/drawing/2014/main" id="{DD09AB9E-B0DA-A84E-C28D-9E4AC264A31B}"/>
                </a:ext>
              </a:extLst>
            </p:cNvPr>
            <p:cNvGrpSpPr/>
            <p:nvPr/>
          </p:nvGrpSpPr>
          <p:grpSpPr>
            <a:xfrm>
              <a:off x="7256967" y="4255458"/>
              <a:ext cx="266750" cy="342900"/>
              <a:chOff x="5053733" y="4472706"/>
              <a:chExt cx="764498" cy="795862"/>
            </a:xfrm>
          </p:grpSpPr>
          <p:pic>
            <p:nvPicPr>
              <p:cNvPr id="857" name="Imagen 856">
                <a:extLst>
                  <a:ext uri="{FF2B5EF4-FFF2-40B4-BE49-F238E27FC236}">
                    <a16:creationId xmlns:a16="http://schemas.microsoft.com/office/drawing/2014/main" id="{7AE2CF0E-92AC-AC96-56D2-2DFB5D12073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58" name="Imagen 857">
                <a:extLst>
                  <a:ext uri="{FF2B5EF4-FFF2-40B4-BE49-F238E27FC236}">
                    <a16:creationId xmlns:a16="http://schemas.microsoft.com/office/drawing/2014/main" id="{6CFC5B73-08F2-3F39-CAF5-1EBAE41EB28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59" name="Grupo 858">
              <a:extLst>
                <a:ext uri="{FF2B5EF4-FFF2-40B4-BE49-F238E27FC236}">
                  <a16:creationId xmlns:a16="http://schemas.microsoft.com/office/drawing/2014/main" id="{D8D6A693-B86C-A520-BD8E-77C32B9A4E02}"/>
                </a:ext>
              </a:extLst>
            </p:cNvPr>
            <p:cNvGrpSpPr/>
            <p:nvPr/>
          </p:nvGrpSpPr>
          <p:grpSpPr>
            <a:xfrm>
              <a:off x="7256967" y="5686427"/>
              <a:ext cx="266750" cy="342900"/>
              <a:chOff x="5053733" y="4472706"/>
              <a:chExt cx="764498" cy="795862"/>
            </a:xfrm>
          </p:grpSpPr>
          <p:pic>
            <p:nvPicPr>
              <p:cNvPr id="860" name="Imagen 859">
                <a:extLst>
                  <a:ext uri="{FF2B5EF4-FFF2-40B4-BE49-F238E27FC236}">
                    <a16:creationId xmlns:a16="http://schemas.microsoft.com/office/drawing/2014/main" id="{C60633D4-6EAF-D7DB-1E87-BF171843E6E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61" name="Imagen 860">
                <a:extLst>
                  <a:ext uri="{FF2B5EF4-FFF2-40B4-BE49-F238E27FC236}">
                    <a16:creationId xmlns:a16="http://schemas.microsoft.com/office/drawing/2014/main" id="{E2C6A9E3-1629-FF58-DE5B-6C48DD7A1B8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62" name="Grupo 861">
              <a:extLst>
                <a:ext uri="{FF2B5EF4-FFF2-40B4-BE49-F238E27FC236}">
                  <a16:creationId xmlns:a16="http://schemas.microsoft.com/office/drawing/2014/main" id="{549C6304-F9ED-3206-2457-C8F9E01E9EDE}"/>
                </a:ext>
              </a:extLst>
            </p:cNvPr>
            <p:cNvGrpSpPr/>
            <p:nvPr/>
          </p:nvGrpSpPr>
          <p:grpSpPr>
            <a:xfrm>
              <a:off x="7540413" y="5686427"/>
              <a:ext cx="266750" cy="342900"/>
              <a:chOff x="5053733" y="4472706"/>
              <a:chExt cx="764498" cy="795862"/>
            </a:xfrm>
          </p:grpSpPr>
          <p:pic>
            <p:nvPicPr>
              <p:cNvPr id="863" name="Imagen 862">
                <a:extLst>
                  <a:ext uri="{FF2B5EF4-FFF2-40B4-BE49-F238E27FC236}">
                    <a16:creationId xmlns:a16="http://schemas.microsoft.com/office/drawing/2014/main" id="{E9213181-54CD-9404-19A9-F4BF494D76D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64" name="Imagen 863">
                <a:extLst>
                  <a:ext uri="{FF2B5EF4-FFF2-40B4-BE49-F238E27FC236}">
                    <a16:creationId xmlns:a16="http://schemas.microsoft.com/office/drawing/2014/main" id="{5C8A9C47-17E9-B533-438B-58DA478A385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65" name="Grupo 864">
              <a:extLst>
                <a:ext uri="{FF2B5EF4-FFF2-40B4-BE49-F238E27FC236}">
                  <a16:creationId xmlns:a16="http://schemas.microsoft.com/office/drawing/2014/main" id="{AB2B1D51-A5D3-22D6-BC7A-ECE36CE91F89}"/>
                </a:ext>
              </a:extLst>
            </p:cNvPr>
            <p:cNvGrpSpPr/>
            <p:nvPr/>
          </p:nvGrpSpPr>
          <p:grpSpPr>
            <a:xfrm>
              <a:off x="7256967" y="5311489"/>
              <a:ext cx="266750" cy="342900"/>
              <a:chOff x="5053733" y="4472706"/>
              <a:chExt cx="764498" cy="795862"/>
            </a:xfrm>
          </p:grpSpPr>
          <p:pic>
            <p:nvPicPr>
              <p:cNvPr id="866" name="Imagen 865">
                <a:extLst>
                  <a:ext uri="{FF2B5EF4-FFF2-40B4-BE49-F238E27FC236}">
                    <a16:creationId xmlns:a16="http://schemas.microsoft.com/office/drawing/2014/main" id="{332029A5-DA81-0222-74D4-BEDEFBEDA56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67" name="Imagen 866">
                <a:extLst>
                  <a:ext uri="{FF2B5EF4-FFF2-40B4-BE49-F238E27FC236}">
                    <a16:creationId xmlns:a16="http://schemas.microsoft.com/office/drawing/2014/main" id="{1A703318-DDCC-4A47-C5A1-26F5C0C369C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68" name="Grupo 867">
              <a:extLst>
                <a:ext uri="{FF2B5EF4-FFF2-40B4-BE49-F238E27FC236}">
                  <a16:creationId xmlns:a16="http://schemas.microsoft.com/office/drawing/2014/main" id="{1F509553-0449-35EF-F071-B5DE20468420}"/>
                </a:ext>
              </a:extLst>
            </p:cNvPr>
            <p:cNvGrpSpPr/>
            <p:nvPr/>
          </p:nvGrpSpPr>
          <p:grpSpPr>
            <a:xfrm>
              <a:off x="7540413" y="5311489"/>
              <a:ext cx="266750" cy="342900"/>
              <a:chOff x="5053733" y="4472706"/>
              <a:chExt cx="764498" cy="795862"/>
            </a:xfrm>
          </p:grpSpPr>
          <p:pic>
            <p:nvPicPr>
              <p:cNvPr id="869" name="Imagen 868">
                <a:extLst>
                  <a:ext uri="{FF2B5EF4-FFF2-40B4-BE49-F238E27FC236}">
                    <a16:creationId xmlns:a16="http://schemas.microsoft.com/office/drawing/2014/main" id="{BA63F450-3E66-FB90-E3DA-2B9932F8895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70" name="Imagen 869">
                <a:extLst>
                  <a:ext uri="{FF2B5EF4-FFF2-40B4-BE49-F238E27FC236}">
                    <a16:creationId xmlns:a16="http://schemas.microsoft.com/office/drawing/2014/main" id="{C5507D7E-1341-ED31-0858-C935D9B31F4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71" name="Grupo 870">
              <a:extLst>
                <a:ext uri="{FF2B5EF4-FFF2-40B4-BE49-F238E27FC236}">
                  <a16:creationId xmlns:a16="http://schemas.microsoft.com/office/drawing/2014/main" id="{DC548295-EC36-81FC-2C27-33C19F055992}"/>
                </a:ext>
              </a:extLst>
            </p:cNvPr>
            <p:cNvGrpSpPr/>
            <p:nvPr/>
          </p:nvGrpSpPr>
          <p:grpSpPr>
            <a:xfrm>
              <a:off x="7256967" y="6062704"/>
              <a:ext cx="266750" cy="342900"/>
              <a:chOff x="5053733" y="4472706"/>
              <a:chExt cx="764498" cy="795862"/>
            </a:xfrm>
          </p:grpSpPr>
          <p:pic>
            <p:nvPicPr>
              <p:cNvPr id="872" name="Imagen 871">
                <a:extLst>
                  <a:ext uri="{FF2B5EF4-FFF2-40B4-BE49-F238E27FC236}">
                    <a16:creationId xmlns:a16="http://schemas.microsoft.com/office/drawing/2014/main" id="{B5B19D05-9304-1CF8-0F51-576C55FAC99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73" name="Imagen 872">
                <a:extLst>
                  <a:ext uri="{FF2B5EF4-FFF2-40B4-BE49-F238E27FC236}">
                    <a16:creationId xmlns:a16="http://schemas.microsoft.com/office/drawing/2014/main" id="{59298EE6-552E-8DF9-B96B-9CCC507F8F6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74" name="Grupo 873">
              <a:extLst>
                <a:ext uri="{FF2B5EF4-FFF2-40B4-BE49-F238E27FC236}">
                  <a16:creationId xmlns:a16="http://schemas.microsoft.com/office/drawing/2014/main" id="{0B899E22-8BEA-43CE-317A-4E178B742352}"/>
                </a:ext>
              </a:extLst>
            </p:cNvPr>
            <p:cNvGrpSpPr/>
            <p:nvPr/>
          </p:nvGrpSpPr>
          <p:grpSpPr>
            <a:xfrm>
              <a:off x="7540413" y="6062704"/>
              <a:ext cx="266750" cy="342900"/>
              <a:chOff x="5053733" y="4472706"/>
              <a:chExt cx="764498" cy="795862"/>
            </a:xfrm>
          </p:grpSpPr>
          <p:pic>
            <p:nvPicPr>
              <p:cNvPr id="875" name="Imagen 874">
                <a:extLst>
                  <a:ext uri="{FF2B5EF4-FFF2-40B4-BE49-F238E27FC236}">
                    <a16:creationId xmlns:a16="http://schemas.microsoft.com/office/drawing/2014/main" id="{C1371B19-E281-2813-D8D3-ED29A308465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76" name="Imagen 875">
                <a:extLst>
                  <a:ext uri="{FF2B5EF4-FFF2-40B4-BE49-F238E27FC236}">
                    <a16:creationId xmlns:a16="http://schemas.microsoft.com/office/drawing/2014/main" id="{6F1673E2-FD33-C9AD-B984-C32ACBBCF42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77" name="Grupo 876">
              <a:extLst>
                <a:ext uri="{FF2B5EF4-FFF2-40B4-BE49-F238E27FC236}">
                  <a16:creationId xmlns:a16="http://schemas.microsoft.com/office/drawing/2014/main" id="{89D2EEAF-E09A-A5E2-8EA7-91B778BEA65F}"/>
                </a:ext>
              </a:extLst>
            </p:cNvPr>
            <p:cNvGrpSpPr/>
            <p:nvPr/>
          </p:nvGrpSpPr>
          <p:grpSpPr>
            <a:xfrm>
              <a:off x="7543221" y="1656161"/>
              <a:ext cx="266750" cy="342900"/>
              <a:chOff x="5053733" y="4472706"/>
              <a:chExt cx="764498" cy="795862"/>
            </a:xfrm>
          </p:grpSpPr>
          <p:pic>
            <p:nvPicPr>
              <p:cNvPr id="878" name="Imagen 877">
                <a:extLst>
                  <a:ext uri="{FF2B5EF4-FFF2-40B4-BE49-F238E27FC236}">
                    <a16:creationId xmlns:a16="http://schemas.microsoft.com/office/drawing/2014/main" id="{07A851C9-C747-A8E4-117F-1CCDF87E485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79" name="Imagen 878">
                <a:extLst>
                  <a:ext uri="{FF2B5EF4-FFF2-40B4-BE49-F238E27FC236}">
                    <a16:creationId xmlns:a16="http://schemas.microsoft.com/office/drawing/2014/main" id="{E00A5781-F463-10DE-C9E5-1C919252139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80" name="Grupo 879">
              <a:extLst>
                <a:ext uri="{FF2B5EF4-FFF2-40B4-BE49-F238E27FC236}">
                  <a16:creationId xmlns:a16="http://schemas.microsoft.com/office/drawing/2014/main" id="{9DF15D6D-A676-3073-9FF9-6E38EC97274E}"/>
                </a:ext>
              </a:extLst>
            </p:cNvPr>
            <p:cNvGrpSpPr/>
            <p:nvPr/>
          </p:nvGrpSpPr>
          <p:grpSpPr>
            <a:xfrm>
              <a:off x="7259667" y="1656161"/>
              <a:ext cx="266750" cy="342900"/>
              <a:chOff x="5053733" y="4472706"/>
              <a:chExt cx="764498" cy="795862"/>
            </a:xfrm>
          </p:grpSpPr>
          <p:pic>
            <p:nvPicPr>
              <p:cNvPr id="881" name="Imagen 880">
                <a:extLst>
                  <a:ext uri="{FF2B5EF4-FFF2-40B4-BE49-F238E27FC236}">
                    <a16:creationId xmlns:a16="http://schemas.microsoft.com/office/drawing/2014/main" id="{181AD52F-5B98-F340-919A-0B7DDE68114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82" name="Imagen 881">
                <a:extLst>
                  <a:ext uri="{FF2B5EF4-FFF2-40B4-BE49-F238E27FC236}">
                    <a16:creationId xmlns:a16="http://schemas.microsoft.com/office/drawing/2014/main" id="{38553428-337F-0FD1-16D2-8C35C6161C7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83" name="Grupo 882">
              <a:extLst>
                <a:ext uri="{FF2B5EF4-FFF2-40B4-BE49-F238E27FC236}">
                  <a16:creationId xmlns:a16="http://schemas.microsoft.com/office/drawing/2014/main" id="{F82125E8-0FCD-CEE4-D1DE-C91FF2C95B37}"/>
                </a:ext>
              </a:extLst>
            </p:cNvPr>
            <p:cNvGrpSpPr/>
            <p:nvPr/>
          </p:nvGrpSpPr>
          <p:grpSpPr>
            <a:xfrm>
              <a:off x="7554679" y="2025139"/>
              <a:ext cx="266750" cy="342900"/>
              <a:chOff x="5053733" y="4472706"/>
              <a:chExt cx="764498" cy="795862"/>
            </a:xfrm>
          </p:grpSpPr>
          <p:pic>
            <p:nvPicPr>
              <p:cNvPr id="884" name="Imagen 883">
                <a:extLst>
                  <a:ext uri="{FF2B5EF4-FFF2-40B4-BE49-F238E27FC236}">
                    <a16:creationId xmlns:a16="http://schemas.microsoft.com/office/drawing/2014/main" id="{71C5A4E7-D68C-CE54-1FD2-5CE63D30458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85" name="Imagen 884">
                <a:extLst>
                  <a:ext uri="{FF2B5EF4-FFF2-40B4-BE49-F238E27FC236}">
                    <a16:creationId xmlns:a16="http://schemas.microsoft.com/office/drawing/2014/main" id="{E4FEE08B-D1FA-F879-18F9-D33D296F4D4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86" name="Grupo 885">
              <a:extLst>
                <a:ext uri="{FF2B5EF4-FFF2-40B4-BE49-F238E27FC236}">
                  <a16:creationId xmlns:a16="http://schemas.microsoft.com/office/drawing/2014/main" id="{211576AA-23FB-2C9F-0083-C4D5C1A3B43E}"/>
                </a:ext>
              </a:extLst>
            </p:cNvPr>
            <p:cNvGrpSpPr/>
            <p:nvPr/>
          </p:nvGrpSpPr>
          <p:grpSpPr>
            <a:xfrm>
              <a:off x="7271233" y="2025139"/>
              <a:ext cx="266750" cy="342900"/>
              <a:chOff x="5053733" y="4472706"/>
              <a:chExt cx="764498" cy="795862"/>
            </a:xfrm>
          </p:grpSpPr>
          <p:pic>
            <p:nvPicPr>
              <p:cNvPr id="887" name="Imagen 886">
                <a:extLst>
                  <a:ext uri="{FF2B5EF4-FFF2-40B4-BE49-F238E27FC236}">
                    <a16:creationId xmlns:a16="http://schemas.microsoft.com/office/drawing/2014/main" id="{0E7AFF8A-A07D-C9F7-D071-8D7986F4AF5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88" name="Imagen 887">
                <a:extLst>
                  <a:ext uri="{FF2B5EF4-FFF2-40B4-BE49-F238E27FC236}">
                    <a16:creationId xmlns:a16="http://schemas.microsoft.com/office/drawing/2014/main" id="{695A3749-9E99-4269-BE65-712E4583630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89" name="Grupo 888">
              <a:extLst>
                <a:ext uri="{FF2B5EF4-FFF2-40B4-BE49-F238E27FC236}">
                  <a16:creationId xmlns:a16="http://schemas.microsoft.com/office/drawing/2014/main" id="{6AED02C3-D0C5-85E8-36C2-D64325CF9609}"/>
                </a:ext>
              </a:extLst>
            </p:cNvPr>
            <p:cNvGrpSpPr/>
            <p:nvPr/>
          </p:nvGrpSpPr>
          <p:grpSpPr>
            <a:xfrm>
              <a:off x="7540413" y="2384545"/>
              <a:ext cx="266750" cy="342900"/>
              <a:chOff x="5053733" y="4472706"/>
              <a:chExt cx="764498" cy="795862"/>
            </a:xfrm>
          </p:grpSpPr>
          <p:pic>
            <p:nvPicPr>
              <p:cNvPr id="890" name="Imagen 889">
                <a:extLst>
                  <a:ext uri="{FF2B5EF4-FFF2-40B4-BE49-F238E27FC236}">
                    <a16:creationId xmlns:a16="http://schemas.microsoft.com/office/drawing/2014/main" id="{CAC249A0-B5F4-3483-F955-C7DC5C79F04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91" name="Imagen 890">
                <a:extLst>
                  <a:ext uri="{FF2B5EF4-FFF2-40B4-BE49-F238E27FC236}">
                    <a16:creationId xmlns:a16="http://schemas.microsoft.com/office/drawing/2014/main" id="{9C2E7F10-6471-4F1C-A15D-C852651A6FB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92" name="Grupo 891">
              <a:extLst>
                <a:ext uri="{FF2B5EF4-FFF2-40B4-BE49-F238E27FC236}">
                  <a16:creationId xmlns:a16="http://schemas.microsoft.com/office/drawing/2014/main" id="{5D60D17A-EBEF-5F2C-6E8A-884AA191AB8D}"/>
                </a:ext>
              </a:extLst>
            </p:cNvPr>
            <p:cNvGrpSpPr/>
            <p:nvPr/>
          </p:nvGrpSpPr>
          <p:grpSpPr>
            <a:xfrm>
              <a:off x="7256967" y="2384545"/>
              <a:ext cx="266750" cy="342900"/>
              <a:chOff x="5053733" y="4472706"/>
              <a:chExt cx="764498" cy="795862"/>
            </a:xfrm>
          </p:grpSpPr>
          <p:pic>
            <p:nvPicPr>
              <p:cNvPr id="893" name="Imagen 892">
                <a:extLst>
                  <a:ext uri="{FF2B5EF4-FFF2-40B4-BE49-F238E27FC236}">
                    <a16:creationId xmlns:a16="http://schemas.microsoft.com/office/drawing/2014/main" id="{B8D7D8E8-01CE-8549-D8FB-98F4E74DFC1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94" name="Imagen 893">
                <a:extLst>
                  <a:ext uri="{FF2B5EF4-FFF2-40B4-BE49-F238E27FC236}">
                    <a16:creationId xmlns:a16="http://schemas.microsoft.com/office/drawing/2014/main" id="{D9BA21EB-3D5B-66AE-66B0-60ACEAFCCB6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95" name="Grupo 894">
              <a:extLst>
                <a:ext uri="{FF2B5EF4-FFF2-40B4-BE49-F238E27FC236}">
                  <a16:creationId xmlns:a16="http://schemas.microsoft.com/office/drawing/2014/main" id="{0CF93DCD-B97D-5737-66B9-46CBA1E95BC7}"/>
                </a:ext>
              </a:extLst>
            </p:cNvPr>
            <p:cNvGrpSpPr/>
            <p:nvPr/>
          </p:nvGrpSpPr>
          <p:grpSpPr>
            <a:xfrm>
              <a:off x="7540413" y="2758116"/>
              <a:ext cx="266750" cy="342900"/>
              <a:chOff x="5053733" y="4472706"/>
              <a:chExt cx="764498" cy="795862"/>
            </a:xfrm>
          </p:grpSpPr>
          <p:pic>
            <p:nvPicPr>
              <p:cNvPr id="896" name="Imagen 895">
                <a:extLst>
                  <a:ext uri="{FF2B5EF4-FFF2-40B4-BE49-F238E27FC236}">
                    <a16:creationId xmlns:a16="http://schemas.microsoft.com/office/drawing/2014/main" id="{47AAC235-3C6D-D94E-239F-0F77035E166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897" name="Imagen 896">
                <a:extLst>
                  <a:ext uri="{FF2B5EF4-FFF2-40B4-BE49-F238E27FC236}">
                    <a16:creationId xmlns:a16="http://schemas.microsoft.com/office/drawing/2014/main" id="{6F0F8A8C-F114-9596-C9D5-DC135655DBE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898" name="Grupo 897">
              <a:extLst>
                <a:ext uri="{FF2B5EF4-FFF2-40B4-BE49-F238E27FC236}">
                  <a16:creationId xmlns:a16="http://schemas.microsoft.com/office/drawing/2014/main" id="{06D00AC6-29EA-8742-8A37-78ABEEF0B648}"/>
                </a:ext>
              </a:extLst>
            </p:cNvPr>
            <p:cNvGrpSpPr/>
            <p:nvPr/>
          </p:nvGrpSpPr>
          <p:grpSpPr>
            <a:xfrm>
              <a:off x="7256967" y="2758116"/>
              <a:ext cx="266750" cy="342900"/>
              <a:chOff x="5053733" y="4472706"/>
              <a:chExt cx="764498" cy="795862"/>
            </a:xfrm>
          </p:grpSpPr>
          <p:pic>
            <p:nvPicPr>
              <p:cNvPr id="899" name="Imagen 898">
                <a:extLst>
                  <a:ext uri="{FF2B5EF4-FFF2-40B4-BE49-F238E27FC236}">
                    <a16:creationId xmlns:a16="http://schemas.microsoft.com/office/drawing/2014/main" id="{A6152422-4D39-A9A8-0FBF-64ED4D9C72E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00" name="Imagen 899">
                <a:extLst>
                  <a:ext uri="{FF2B5EF4-FFF2-40B4-BE49-F238E27FC236}">
                    <a16:creationId xmlns:a16="http://schemas.microsoft.com/office/drawing/2014/main" id="{F22ED362-02D2-6631-CE34-9C8BF4432C9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01" name="Grupo 900">
              <a:extLst>
                <a:ext uri="{FF2B5EF4-FFF2-40B4-BE49-F238E27FC236}">
                  <a16:creationId xmlns:a16="http://schemas.microsoft.com/office/drawing/2014/main" id="{8AFAF5AA-F35C-E83C-58C1-CC1AFE645748}"/>
                </a:ext>
              </a:extLst>
            </p:cNvPr>
            <p:cNvGrpSpPr/>
            <p:nvPr/>
          </p:nvGrpSpPr>
          <p:grpSpPr>
            <a:xfrm>
              <a:off x="7256967" y="4611739"/>
              <a:ext cx="266750" cy="342900"/>
              <a:chOff x="5053733" y="4472706"/>
              <a:chExt cx="764498" cy="795862"/>
            </a:xfrm>
          </p:grpSpPr>
          <p:pic>
            <p:nvPicPr>
              <p:cNvPr id="902" name="Imagen 901">
                <a:extLst>
                  <a:ext uri="{FF2B5EF4-FFF2-40B4-BE49-F238E27FC236}">
                    <a16:creationId xmlns:a16="http://schemas.microsoft.com/office/drawing/2014/main" id="{8CE8D09E-1107-43FA-F4ED-06DEEBDCA46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03" name="Imagen 902">
                <a:extLst>
                  <a:ext uri="{FF2B5EF4-FFF2-40B4-BE49-F238E27FC236}">
                    <a16:creationId xmlns:a16="http://schemas.microsoft.com/office/drawing/2014/main" id="{BD86219C-410A-1AD7-F284-5CC1B7EBAD3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04" name="Grupo 903">
              <a:extLst>
                <a:ext uri="{FF2B5EF4-FFF2-40B4-BE49-F238E27FC236}">
                  <a16:creationId xmlns:a16="http://schemas.microsoft.com/office/drawing/2014/main" id="{1D19BF3C-875F-C084-DE48-A96E4D12B96C}"/>
                </a:ext>
              </a:extLst>
            </p:cNvPr>
            <p:cNvGrpSpPr/>
            <p:nvPr/>
          </p:nvGrpSpPr>
          <p:grpSpPr>
            <a:xfrm>
              <a:off x="7540413" y="4611739"/>
              <a:ext cx="266750" cy="342900"/>
              <a:chOff x="5053733" y="4472706"/>
              <a:chExt cx="764498" cy="795862"/>
            </a:xfrm>
          </p:grpSpPr>
          <p:pic>
            <p:nvPicPr>
              <p:cNvPr id="905" name="Imagen 904">
                <a:extLst>
                  <a:ext uri="{FF2B5EF4-FFF2-40B4-BE49-F238E27FC236}">
                    <a16:creationId xmlns:a16="http://schemas.microsoft.com/office/drawing/2014/main" id="{CA8D6665-5B43-F857-27CD-16EAAD8E7BD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06" name="Imagen 905">
                <a:extLst>
                  <a:ext uri="{FF2B5EF4-FFF2-40B4-BE49-F238E27FC236}">
                    <a16:creationId xmlns:a16="http://schemas.microsoft.com/office/drawing/2014/main" id="{15046DC0-4D5A-39A0-2897-D9D503F25FB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907" name="Imagen 906">
              <a:extLst>
                <a:ext uri="{FF2B5EF4-FFF2-40B4-BE49-F238E27FC236}">
                  <a16:creationId xmlns:a16="http://schemas.microsoft.com/office/drawing/2014/main" id="{BB151B0D-8EBA-8C5F-256A-F7F4A91A9116}"/>
                </a:ext>
              </a:extLst>
            </p:cNvPr>
            <p:cNvPicPr>
              <a:picLocks noChangeAspect="1"/>
            </p:cNvPicPr>
            <p:nvPr/>
          </p:nvPicPr>
          <p:blipFill>
            <a:blip r:embed="rId5"/>
            <a:srcRect l="12605" t="6975" r="76248" b="81420"/>
            <a:stretch/>
          </p:blipFill>
          <p:spPr>
            <a:xfrm>
              <a:off x="7832580" y="1291071"/>
              <a:ext cx="266750" cy="342900"/>
            </a:xfrm>
            <a:prstGeom prst="rect">
              <a:avLst/>
            </a:prstGeom>
          </p:spPr>
        </p:pic>
        <p:pic>
          <p:nvPicPr>
            <p:cNvPr id="908" name="Imagen 907">
              <a:extLst>
                <a:ext uri="{FF2B5EF4-FFF2-40B4-BE49-F238E27FC236}">
                  <a16:creationId xmlns:a16="http://schemas.microsoft.com/office/drawing/2014/main" id="{A040C0CA-8706-3A9B-D60A-83C1FA1C7468}"/>
                </a:ext>
              </a:extLst>
            </p:cNvPr>
            <p:cNvPicPr>
              <a:picLocks noChangeAspect="1"/>
            </p:cNvPicPr>
            <p:nvPr/>
          </p:nvPicPr>
          <p:blipFill>
            <a:blip r:embed="rId5"/>
            <a:srcRect l="12605" t="6975" r="76248" b="81420"/>
            <a:stretch/>
          </p:blipFill>
          <p:spPr>
            <a:xfrm>
              <a:off x="7826775" y="1656161"/>
              <a:ext cx="266750" cy="342900"/>
            </a:xfrm>
            <a:prstGeom prst="rect">
              <a:avLst/>
            </a:prstGeom>
          </p:spPr>
        </p:pic>
        <p:pic>
          <p:nvPicPr>
            <p:cNvPr id="909" name="Imagen 908">
              <a:extLst>
                <a:ext uri="{FF2B5EF4-FFF2-40B4-BE49-F238E27FC236}">
                  <a16:creationId xmlns:a16="http://schemas.microsoft.com/office/drawing/2014/main" id="{D8F00AC4-3380-3931-8275-E642B907EFF0}"/>
                </a:ext>
              </a:extLst>
            </p:cNvPr>
            <p:cNvPicPr>
              <a:picLocks noChangeAspect="1"/>
            </p:cNvPicPr>
            <p:nvPr/>
          </p:nvPicPr>
          <p:blipFill>
            <a:blip r:embed="rId5"/>
            <a:srcRect l="23315" t="6975" r="65538" b="81420"/>
            <a:stretch/>
          </p:blipFill>
          <p:spPr>
            <a:xfrm>
              <a:off x="7821246" y="2016489"/>
              <a:ext cx="266750" cy="342900"/>
            </a:xfrm>
            <a:prstGeom prst="rect">
              <a:avLst/>
            </a:prstGeom>
          </p:spPr>
        </p:pic>
        <p:pic>
          <p:nvPicPr>
            <p:cNvPr id="910" name="Imagen 909">
              <a:extLst>
                <a:ext uri="{FF2B5EF4-FFF2-40B4-BE49-F238E27FC236}">
                  <a16:creationId xmlns:a16="http://schemas.microsoft.com/office/drawing/2014/main" id="{ED1AE179-662D-234D-D5A7-DC2D14AA957B}"/>
                </a:ext>
              </a:extLst>
            </p:cNvPr>
            <p:cNvPicPr>
              <a:picLocks noChangeAspect="1"/>
            </p:cNvPicPr>
            <p:nvPr/>
          </p:nvPicPr>
          <p:blipFill>
            <a:blip r:embed="rId5"/>
            <a:srcRect l="23315" t="6975" r="65538" b="81420"/>
            <a:stretch/>
          </p:blipFill>
          <p:spPr>
            <a:xfrm>
              <a:off x="7823859" y="4255458"/>
              <a:ext cx="266750" cy="342900"/>
            </a:xfrm>
            <a:prstGeom prst="rect">
              <a:avLst/>
            </a:prstGeom>
          </p:spPr>
        </p:pic>
        <p:pic>
          <p:nvPicPr>
            <p:cNvPr id="911" name="Imagen 910">
              <a:extLst>
                <a:ext uri="{FF2B5EF4-FFF2-40B4-BE49-F238E27FC236}">
                  <a16:creationId xmlns:a16="http://schemas.microsoft.com/office/drawing/2014/main" id="{78F2EA2C-17B7-8D8D-1A48-EF36632BE493}"/>
                </a:ext>
              </a:extLst>
            </p:cNvPr>
            <p:cNvPicPr>
              <a:picLocks noChangeAspect="1"/>
            </p:cNvPicPr>
            <p:nvPr/>
          </p:nvPicPr>
          <p:blipFill>
            <a:blip r:embed="rId5"/>
            <a:srcRect l="33916" t="6975" r="54937" b="81420"/>
            <a:stretch/>
          </p:blipFill>
          <p:spPr>
            <a:xfrm>
              <a:off x="7823859" y="3502366"/>
              <a:ext cx="266750" cy="342900"/>
            </a:xfrm>
            <a:prstGeom prst="rect">
              <a:avLst/>
            </a:prstGeom>
          </p:spPr>
        </p:pic>
        <p:pic>
          <p:nvPicPr>
            <p:cNvPr id="912" name="Imagen 911">
              <a:extLst>
                <a:ext uri="{FF2B5EF4-FFF2-40B4-BE49-F238E27FC236}">
                  <a16:creationId xmlns:a16="http://schemas.microsoft.com/office/drawing/2014/main" id="{B6CF7852-9267-9FEB-53F6-1312C7CA43EB}"/>
                </a:ext>
              </a:extLst>
            </p:cNvPr>
            <p:cNvPicPr>
              <a:picLocks noChangeAspect="1"/>
            </p:cNvPicPr>
            <p:nvPr/>
          </p:nvPicPr>
          <p:blipFill>
            <a:blip r:embed="rId5"/>
            <a:srcRect l="33916" t="6975" r="54937" b="81420"/>
            <a:stretch/>
          </p:blipFill>
          <p:spPr>
            <a:xfrm>
              <a:off x="7823859" y="5311489"/>
              <a:ext cx="266750" cy="342900"/>
            </a:xfrm>
            <a:prstGeom prst="rect">
              <a:avLst/>
            </a:prstGeom>
          </p:spPr>
        </p:pic>
        <p:pic>
          <p:nvPicPr>
            <p:cNvPr id="913" name="Imagen 912">
              <a:extLst>
                <a:ext uri="{FF2B5EF4-FFF2-40B4-BE49-F238E27FC236}">
                  <a16:creationId xmlns:a16="http://schemas.microsoft.com/office/drawing/2014/main" id="{CD6D6888-B715-6E81-AE56-58A8B27C44E6}"/>
                </a:ext>
              </a:extLst>
            </p:cNvPr>
            <p:cNvPicPr>
              <a:picLocks noChangeAspect="1"/>
            </p:cNvPicPr>
            <p:nvPr/>
          </p:nvPicPr>
          <p:blipFill>
            <a:blip r:embed="rId5"/>
            <a:srcRect l="12605" t="6975" r="76248" b="81420"/>
            <a:stretch/>
          </p:blipFill>
          <p:spPr>
            <a:xfrm>
              <a:off x="7823859" y="3873611"/>
              <a:ext cx="266750" cy="342900"/>
            </a:xfrm>
            <a:prstGeom prst="rect">
              <a:avLst/>
            </a:prstGeom>
          </p:spPr>
        </p:pic>
        <p:pic>
          <p:nvPicPr>
            <p:cNvPr id="914" name="Imagen 913">
              <a:extLst>
                <a:ext uri="{FF2B5EF4-FFF2-40B4-BE49-F238E27FC236}">
                  <a16:creationId xmlns:a16="http://schemas.microsoft.com/office/drawing/2014/main" id="{66AB3B84-4145-54F3-06AB-A534A9190089}"/>
                </a:ext>
              </a:extLst>
            </p:cNvPr>
            <p:cNvPicPr>
              <a:picLocks noChangeAspect="1"/>
            </p:cNvPicPr>
            <p:nvPr/>
          </p:nvPicPr>
          <p:blipFill>
            <a:blip r:embed="rId5"/>
            <a:srcRect l="12605" t="6975" r="76248" b="81420"/>
            <a:stretch/>
          </p:blipFill>
          <p:spPr>
            <a:xfrm>
              <a:off x="7823859" y="4970263"/>
              <a:ext cx="266750" cy="342900"/>
            </a:xfrm>
            <a:prstGeom prst="rect">
              <a:avLst/>
            </a:prstGeom>
          </p:spPr>
        </p:pic>
        <p:pic>
          <p:nvPicPr>
            <p:cNvPr id="915" name="Imagen 914">
              <a:extLst>
                <a:ext uri="{FF2B5EF4-FFF2-40B4-BE49-F238E27FC236}">
                  <a16:creationId xmlns:a16="http://schemas.microsoft.com/office/drawing/2014/main" id="{CD4792BC-A58A-EA80-50DC-DCB3554CCCC7}"/>
                </a:ext>
              </a:extLst>
            </p:cNvPr>
            <p:cNvPicPr>
              <a:picLocks noChangeAspect="1"/>
            </p:cNvPicPr>
            <p:nvPr/>
          </p:nvPicPr>
          <p:blipFill>
            <a:blip r:embed="rId5"/>
            <a:srcRect l="23315" t="6975" r="65538" b="81420"/>
            <a:stretch/>
          </p:blipFill>
          <p:spPr>
            <a:xfrm>
              <a:off x="7823859" y="5686427"/>
              <a:ext cx="266750" cy="342900"/>
            </a:xfrm>
            <a:prstGeom prst="rect">
              <a:avLst/>
            </a:prstGeom>
          </p:spPr>
        </p:pic>
        <p:pic>
          <p:nvPicPr>
            <p:cNvPr id="916" name="Imagen 915">
              <a:extLst>
                <a:ext uri="{FF2B5EF4-FFF2-40B4-BE49-F238E27FC236}">
                  <a16:creationId xmlns:a16="http://schemas.microsoft.com/office/drawing/2014/main" id="{903D2862-ED6B-6961-3CE4-AE0D577FA90C}"/>
                </a:ext>
              </a:extLst>
            </p:cNvPr>
            <p:cNvPicPr>
              <a:picLocks noChangeAspect="1"/>
            </p:cNvPicPr>
            <p:nvPr/>
          </p:nvPicPr>
          <p:blipFill>
            <a:blip r:embed="rId5"/>
            <a:srcRect l="44516" t="6975" r="44337" b="81420"/>
            <a:stretch/>
          </p:blipFill>
          <p:spPr>
            <a:xfrm>
              <a:off x="7823859" y="2384545"/>
              <a:ext cx="266750" cy="342900"/>
            </a:xfrm>
            <a:prstGeom prst="rect">
              <a:avLst/>
            </a:prstGeom>
          </p:spPr>
        </p:pic>
        <p:pic>
          <p:nvPicPr>
            <p:cNvPr id="917" name="Imagen 916">
              <a:extLst>
                <a:ext uri="{FF2B5EF4-FFF2-40B4-BE49-F238E27FC236}">
                  <a16:creationId xmlns:a16="http://schemas.microsoft.com/office/drawing/2014/main" id="{55E85E28-F437-B5AF-8F93-3A8B9293E0A3}"/>
                </a:ext>
              </a:extLst>
            </p:cNvPr>
            <p:cNvPicPr>
              <a:picLocks noChangeAspect="1"/>
            </p:cNvPicPr>
            <p:nvPr/>
          </p:nvPicPr>
          <p:blipFill>
            <a:blip r:embed="rId5"/>
            <a:srcRect l="55117" t="6975" r="33736" b="81420"/>
            <a:stretch/>
          </p:blipFill>
          <p:spPr>
            <a:xfrm>
              <a:off x="7823859" y="3140200"/>
              <a:ext cx="266750" cy="342900"/>
            </a:xfrm>
            <a:prstGeom prst="rect">
              <a:avLst/>
            </a:prstGeom>
          </p:spPr>
        </p:pic>
        <p:pic>
          <p:nvPicPr>
            <p:cNvPr id="918" name="Imagen 917">
              <a:extLst>
                <a:ext uri="{FF2B5EF4-FFF2-40B4-BE49-F238E27FC236}">
                  <a16:creationId xmlns:a16="http://schemas.microsoft.com/office/drawing/2014/main" id="{420A0368-EBD8-E665-11AB-6A2E2FC523CE}"/>
                </a:ext>
              </a:extLst>
            </p:cNvPr>
            <p:cNvPicPr>
              <a:picLocks noChangeAspect="1"/>
            </p:cNvPicPr>
            <p:nvPr/>
          </p:nvPicPr>
          <p:blipFill>
            <a:blip r:embed="rId5"/>
            <a:srcRect l="55117" t="6975" r="33736" b="81420"/>
            <a:stretch/>
          </p:blipFill>
          <p:spPr>
            <a:xfrm>
              <a:off x="7823859" y="4611739"/>
              <a:ext cx="266750" cy="342900"/>
            </a:xfrm>
            <a:prstGeom prst="rect">
              <a:avLst/>
            </a:prstGeom>
          </p:spPr>
        </p:pic>
        <p:pic>
          <p:nvPicPr>
            <p:cNvPr id="919" name="Imagen 918">
              <a:extLst>
                <a:ext uri="{FF2B5EF4-FFF2-40B4-BE49-F238E27FC236}">
                  <a16:creationId xmlns:a16="http://schemas.microsoft.com/office/drawing/2014/main" id="{5DDFD338-A5C5-D535-7904-F371FB59BB0D}"/>
                </a:ext>
              </a:extLst>
            </p:cNvPr>
            <p:cNvPicPr>
              <a:picLocks noChangeAspect="1"/>
            </p:cNvPicPr>
            <p:nvPr/>
          </p:nvPicPr>
          <p:blipFill>
            <a:blip r:embed="rId5"/>
            <a:srcRect l="23315" t="6975" r="65538" b="81420"/>
            <a:stretch/>
          </p:blipFill>
          <p:spPr>
            <a:xfrm>
              <a:off x="7823859" y="6062704"/>
              <a:ext cx="266750" cy="342900"/>
            </a:xfrm>
            <a:prstGeom prst="rect">
              <a:avLst/>
            </a:prstGeom>
          </p:spPr>
        </p:pic>
        <p:pic>
          <p:nvPicPr>
            <p:cNvPr id="920" name="Imagen 919">
              <a:extLst>
                <a:ext uri="{FF2B5EF4-FFF2-40B4-BE49-F238E27FC236}">
                  <a16:creationId xmlns:a16="http://schemas.microsoft.com/office/drawing/2014/main" id="{8FA99AE6-67C3-31D7-6DA1-99F8969B0088}"/>
                </a:ext>
              </a:extLst>
            </p:cNvPr>
            <p:cNvPicPr>
              <a:picLocks noChangeAspect="1"/>
            </p:cNvPicPr>
            <p:nvPr/>
          </p:nvPicPr>
          <p:blipFill>
            <a:blip r:embed="rId5"/>
            <a:srcRect l="12605" t="6975" r="76248" b="81420"/>
            <a:stretch/>
          </p:blipFill>
          <p:spPr>
            <a:xfrm>
              <a:off x="7823859" y="2758116"/>
              <a:ext cx="266750" cy="342900"/>
            </a:xfrm>
            <a:prstGeom prst="rect">
              <a:avLst/>
            </a:prstGeom>
          </p:spPr>
        </p:pic>
        <p:pic>
          <p:nvPicPr>
            <p:cNvPr id="921" name="Imagen 920">
              <a:extLst>
                <a:ext uri="{FF2B5EF4-FFF2-40B4-BE49-F238E27FC236}">
                  <a16:creationId xmlns:a16="http://schemas.microsoft.com/office/drawing/2014/main" id="{3B9515DF-2DD4-08A6-D6C3-85D0E7D0B6BE}"/>
                </a:ext>
              </a:extLst>
            </p:cNvPr>
            <p:cNvPicPr>
              <a:picLocks noChangeAspect="1"/>
            </p:cNvPicPr>
            <p:nvPr/>
          </p:nvPicPr>
          <p:blipFill>
            <a:blip r:embed="rId5"/>
            <a:srcRect l="44426" t="63168" r="44426" b="25227"/>
            <a:stretch/>
          </p:blipFill>
          <p:spPr>
            <a:xfrm>
              <a:off x="8116349" y="1291071"/>
              <a:ext cx="266750" cy="342900"/>
            </a:xfrm>
            <a:prstGeom prst="rect">
              <a:avLst/>
            </a:prstGeom>
          </p:spPr>
        </p:pic>
        <p:pic>
          <p:nvPicPr>
            <p:cNvPr id="922" name="Imagen 921">
              <a:extLst>
                <a:ext uri="{FF2B5EF4-FFF2-40B4-BE49-F238E27FC236}">
                  <a16:creationId xmlns:a16="http://schemas.microsoft.com/office/drawing/2014/main" id="{7AF47D6B-1AC0-9551-B122-A10EA36D3C6B}"/>
                </a:ext>
              </a:extLst>
            </p:cNvPr>
            <p:cNvPicPr>
              <a:picLocks noChangeAspect="1"/>
            </p:cNvPicPr>
            <p:nvPr/>
          </p:nvPicPr>
          <p:blipFill>
            <a:blip r:embed="rId5"/>
            <a:srcRect l="55142" t="63168" r="33711" b="25227"/>
            <a:stretch/>
          </p:blipFill>
          <p:spPr>
            <a:xfrm>
              <a:off x="8400118" y="1291071"/>
              <a:ext cx="266750" cy="342900"/>
            </a:xfrm>
            <a:prstGeom prst="rect">
              <a:avLst/>
            </a:prstGeom>
          </p:spPr>
        </p:pic>
        <p:pic>
          <p:nvPicPr>
            <p:cNvPr id="924" name="Imagen 923">
              <a:extLst>
                <a:ext uri="{FF2B5EF4-FFF2-40B4-BE49-F238E27FC236}">
                  <a16:creationId xmlns:a16="http://schemas.microsoft.com/office/drawing/2014/main" id="{0D6D6BF6-C0DD-81AD-C531-8A928F911018}"/>
                </a:ext>
              </a:extLst>
            </p:cNvPr>
            <p:cNvPicPr>
              <a:picLocks noChangeAspect="1"/>
            </p:cNvPicPr>
            <p:nvPr/>
          </p:nvPicPr>
          <p:blipFill>
            <a:blip r:embed="rId5"/>
            <a:srcRect l="76360" t="63168" r="12493" b="25227"/>
            <a:stretch/>
          </p:blipFill>
          <p:spPr>
            <a:xfrm>
              <a:off x="8390751" y="2025139"/>
              <a:ext cx="266750" cy="342900"/>
            </a:xfrm>
            <a:prstGeom prst="rect">
              <a:avLst/>
            </a:prstGeom>
          </p:spPr>
        </p:pic>
        <p:pic>
          <p:nvPicPr>
            <p:cNvPr id="925" name="Imagen 924">
              <a:extLst>
                <a:ext uri="{FF2B5EF4-FFF2-40B4-BE49-F238E27FC236}">
                  <a16:creationId xmlns:a16="http://schemas.microsoft.com/office/drawing/2014/main" id="{9F0E43A5-C857-3585-A1DB-5E39F9159081}"/>
                </a:ext>
              </a:extLst>
            </p:cNvPr>
            <p:cNvPicPr>
              <a:picLocks noChangeAspect="1"/>
            </p:cNvPicPr>
            <p:nvPr/>
          </p:nvPicPr>
          <p:blipFill>
            <a:blip r:embed="rId5"/>
            <a:srcRect l="66027" t="77100" r="22826" b="11295"/>
            <a:stretch/>
          </p:blipFill>
          <p:spPr>
            <a:xfrm>
              <a:off x="8107305" y="2025139"/>
              <a:ext cx="266750" cy="342900"/>
            </a:xfrm>
            <a:prstGeom prst="rect">
              <a:avLst/>
            </a:prstGeom>
          </p:spPr>
        </p:pic>
        <p:pic>
          <p:nvPicPr>
            <p:cNvPr id="926" name="Imagen 925">
              <a:extLst>
                <a:ext uri="{FF2B5EF4-FFF2-40B4-BE49-F238E27FC236}">
                  <a16:creationId xmlns:a16="http://schemas.microsoft.com/office/drawing/2014/main" id="{65BAE81B-D0A7-17C3-CC1E-2860EAA6B449}"/>
                </a:ext>
              </a:extLst>
            </p:cNvPr>
            <p:cNvPicPr>
              <a:picLocks noChangeAspect="1"/>
            </p:cNvPicPr>
            <p:nvPr/>
          </p:nvPicPr>
          <p:blipFill>
            <a:blip r:embed="rId5"/>
            <a:srcRect l="44426" t="63168" r="44426" b="25227"/>
            <a:stretch/>
          </p:blipFill>
          <p:spPr>
            <a:xfrm>
              <a:off x="8107305" y="3502366"/>
              <a:ext cx="266750" cy="342900"/>
            </a:xfrm>
            <a:prstGeom prst="rect">
              <a:avLst/>
            </a:prstGeom>
          </p:spPr>
        </p:pic>
        <p:pic>
          <p:nvPicPr>
            <p:cNvPr id="927" name="Imagen 926">
              <a:extLst>
                <a:ext uri="{FF2B5EF4-FFF2-40B4-BE49-F238E27FC236}">
                  <a16:creationId xmlns:a16="http://schemas.microsoft.com/office/drawing/2014/main" id="{45DC6838-795F-C6E1-1A3F-190116F89DBD}"/>
                </a:ext>
              </a:extLst>
            </p:cNvPr>
            <p:cNvPicPr>
              <a:picLocks noChangeAspect="1"/>
            </p:cNvPicPr>
            <p:nvPr/>
          </p:nvPicPr>
          <p:blipFill>
            <a:blip r:embed="rId5"/>
            <a:srcRect l="44778" t="77100" r="44075" b="11295"/>
            <a:stretch/>
          </p:blipFill>
          <p:spPr>
            <a:xfrm>
              <a:off x="8390751" y="3502366"/>
              <a:ext cx="266750" cy="342900"/>
            </a:xfrm>
            <a:prstGeom prst="rect">
              <a:avLst/>
            </a:prstGeom>
          </p:spPr>
        </p:pic>
        <p:pic>
          <p:nvPicPr>
            <p:cNvPr id="928" name="Imagen 927">
              <a:extLst>
                <a:ext uri="{FF2B5EF4-FFF2-40B4-BE49-F238E27FC236}">
                  <a16:creationId xmlns:a16="http://schemas.microsoft.com/office/drawing/2014/main" id="{314CF62B-9D8E-BC32-E813-7CBB3A925452}"/>
                </a:ext>
              </a:extLst>
            </p:cNvPr>
            <p:cNvPicPr>
              <a:picLocks noChangeAspect="1"/>
            </p:cNvPicPr>
            <p:nvPr/>
          </p:nvPicPr>
          <p:blipFill>
            <a:blip r:embed="rId5"/>
            <a:srcRect l="65725" t="63168" r="23128" b="25227"/>
            <a:stretch/>
          </p:blipFill>
          <p:spPr>
            <a:xfrm>
              <a:off x="8390751" y="2758116"/>
              <a:ext cx="266750" cy="342900"/>
            </a:xfrm>
            <a:prstGeom prst="rect">
              <a:avLst/>
            </a:prstGeom>
          </p:spPr>
        </p:pic>
        <p:pic>
          <p:nvPicPr>
            <p:cNvPr id="929" name="Imagen 928">
              <a:extLst>
                <a:ext uri="{FF2B5EF4-FFF2-40B4-BE49-F238E27FC236}">
                  <a16:creationId xmlns:a16="http://schemas.microsoft.com/office/drawing/2014/main" id="{1CAD9F5E-68F6-5D68-D512-B4C119F530CC}"/>
                </a:ext>
              </a:extLst>
            </p:cNvPr>
            <p:cNvPicPr>
              <a:picLocks noChangeAspect="1"/>
            </p:cNvPicPr>
            <p:nvPr/>
          </p:nvPicPr>
          <p:blipFill>
            <a:blip r:embed="rId5"/>
            <a:srcRect l="76360" t="63168" r="12493" b="25227"/>
            <a:stretch/>
          </p:blipFill>
          <p:spPr>
            <a:xfrm>
              <a:off x="8390751" y="4611739"/>
              <a:ext cx="266750" cy="342900"/>
            </a:xfrm>
            <a:prstGeom prst="rect">
              <a:avLst/>
            </a:prstGeom>
          </p:spPr>
        </p:pic>
        <p:pic>
          <p:nvPicPr>
            <p:cNvPr id="930" name="Imagen 929">
              <a:extLst>
                <a:ext uri="{FF2B5EF4-FFF2-40B4-BE49-F238E27FC236}">
                  <a16:creationId xmlns:a16="http://schemas.microsoft.com/office/drawing/2014/main" id="{B047642B-FF90-3FC8-D87D-5BB4179C492F}"/>
                </a:ext>
              </a:extLst>
            </p:cNvPr>
            <p:cNvPicPr>
              <a:picLocks noChangeAspect="1"/>
            </p:cNvPicPr>
            <p:nvPr/>
          </p:nvPicPr>
          <p:blipFill>
            <a:blip r:embed="rId5"/>
            <a:srcRect l="66027" t="77100" r="22826" b="11295"/>
            <a:stretch/>
          </p:blipFill>
          <p:spPr>
            <a:xfrm>
              <a:off x="8107305" y="4970263"/>
              <a:ext cx="266750" cy="342900"/>
            </a:xfrm>
            <a:prstGeom prst="rect">
              <a:avLst/>
            </a:prstGeom>
          </p:spPr>
        </p:pic>
        <p:pic>
          <p:nvPicPr>
            <p:cNvPr id="931" name="Imagen 930">
              <a:extLst>
                <a:ext uri="{FF2B5EF4-FFF2-40B4-BE49-F238E27FC236}">
                  <a16:creationId xmlns:a16="http://schemas.microsoft.com/office/drawing/2014/main" id="{2220182C-8370-F434-F6BF-4E5D98A2D444}"/>
                </a:ext>
              </a:extLst>
            </p:cNvPr>
            <p:cNvPicPr>
              <a:picLocks noChangeAspect="1"/>
            </p:cNvPicPr>
            <p:nvPr/>
          </p:nvPicPr>
          <p:blipFill>
            <a:blip r:embed="rId5"/>
            <a:srcRect l="66027" t="77100" r="22826" b="11295"/>
            <a:stretch/>
          </p:blipFill>
          <p:spPr>
            <a:xfrm>
              <a:off x="8107305" y="6062704"/>
              <a:ext cx="266750" cy="342900"/>
            </a:xfrm>
            <a:prstGeom prst="rect">
              <a:avLst/>
            </a:prstGeom>
          </p:spPr>
        </p:pic>
        <p:pic>
          <p:nvPicPr>
            <p:cNvPr id="932" name="Imagen 931">
              <a:extLst>
                <a:ext uri="{FF2B5EF4-FFF2-40B4-BE49-F238E27FC236}">
                  <a16:creationId xmlns:a16="http://schemas.microsoft.com/office/drawing/2014/main" id="{91CB2531-9989-7387-631C-C2A05015520E}"/>
                </a:ext>
              </a:extLst>
            </p:cNvPr>
            <p:cNvPicPr>
              <a:picLocks noChangeAspect="1"/>
            </p:cNvPicPr>
            <p:nvPr/>
          </p:nvPicPr>
          <p:blipFill>
            <a:blip r:embed="rId5"/>
            <a:srcRect l="33923" t="63168" r="54930" b="25227"/>
            <a:stretch/>
          </p:blipFill>
          <p:spPr>
            <a:xfrm>
              <a:off x="8107305" y="4611739"/>
              <a:ext cx="266750" cy="342900"/>
            </a:xfrm>
            <a:prstGeom prst="rect">
              <a:avLst/>
            </a:prstGeom>
          </p:spPr>
        </p:pic>
        <p:pic>
          <p:nvPicPr>
            <p:cNvPr id="933" name="Imagen 932">
              <a:extLst>
                <a:ext uri="{FF2B5EF4-FFF2-40B4-BE49-F238E27FC236}">
                  <a16:creationId xmlns:a16="http://schemas.microsoft.com/office/drawing/2014/main" id="{E5D05961-6E44-E0FC-11DA-501913B965C4}"/>
                </a:ext>
              </a:extLst>
            </p:cNvPr>
            <p:cNvPicPr>
              <a:picLocks noChangeAspect="1"/>
            </p:cNvPicPr>
            <p:nvPr/>
          </p:nvPicPr>
          <p:blipFill>
            <a:blip r:embed="rId5"/>
            <a:srcRect l="33923" t="63168" r="54930" b="25227"/>
            <a:stretch/>
          </p:blipFill>
          <p:spPr>
            <a:xfrm>
              <a:off x="8107305" y="2758116"/>
              <a:ext cx="266750" cy="342900"/>
            </a:xfrm>
            <a:prstGeom prst="rect">
              <a:avLst/>
            </a:prstGeom>
          </p:spPr>
        </p:pic>
        <p:pic>
          <p:nvPicPr>
            <p:cNvPr id="934" name="Imagen 933">
              <a:extLst>
                <a:ext uri="{FF2B5EF4-FFF2-40B4-BE49-F238E27FC236}">
                  <a16:creationId xmlns:a16="http://schemas.microsoft.com/office/drawing/2014/main" id="{8604A014-48C2-301C-187D-66E1C30D6278}"/>
                </a:ext>
              </a:extLst>
            </p:cNvPr>
            <p:cNvPicPr>
              <a:picLocks noChangeAspect="1"/>
            </p:cNvPicPr>
            <p:nvPr/>
          </p:nvPicPr>
          <p:blipFill>
            <a:blip r:embed="rId5"/>
            <a:srcRect l="33923" t="63168" r="54930" b="25227"/>
            <a:stretch/>
          </p:blipFill>
          <p:spPr>
            <a:xfrm>
              <a:off x="8107305" y="5686427"/>
              <a:ext cx="266750" cy="342900"/>
            </a:xfrm>
            <a:prstGeom prst="rect">
              <a:avLst/>
            </a:prstGeom>
          </p:spPr>
        </p:pic>
        <p:pic>
          <p:nvPicPr>
            <p:cNvPr id="935" name="Imagen 934">
              <a:extLst>
                <a:ext uri="{FF2B5EF4-FFF2-40B4-BE49-F238E27FC236}">
                  <a16:creationId xmlns:a16="http://schemas.microsoft.com/office/drawing/2014/main" id="{BA5C2EA3-DC76-34DD-C12A-D9F690D0D1CC}"/>
                </a:ext>
              </a:extLst>
            </p:cNvPr>
            <p:cNvPicPr>
              <a:picLocks noChangeAspect="1"/>
            </p:cNvPicPr>
            <p:nvPr/>
          </p:nvPicPr>
          <p:blipFill>
            <a:blip r:embed="rId5"/>
            <a:srcRect l="66027" t="77100" r="22826" b="11295"/>
            <a:stretch/>
          </p:blipFill>
          <p:spPr>
            <a:xfrm>
              <a:off x="8110329" y="1656161"/>
              <a:ext cx="266750" cy="342900"/>
            </a:xfrm>
            <a:prstGeom prst="rect">
              <a:avLst/>
            </a:prstGeom>
          </p:spPr>
        </p:pic>
        <p:pic>
          <p:nvPicPr>
            <p:cNvPr id="936" name="Imagen 935">
              <a:extLst>
                <a:ext uri="{FF2B5EF4-FFF2-40B4-BE49-F238E27FC236}">
                  <a16:creationId xmlns:a16="http://schemas.microsoft.com/office/drawing/2014/main" id="{3FB33D2F-D298-8E9C-C6B4-672FE2BFDB6D}"/>
                </a:ext>
              </a:extLst>
            </p:cNvPr>
            <p:cNvPicPr>
              <a:picLocks noChangeAspect="1"/>
            </p:cNvPicPr>
            <p:nvPr/>
          </p:nvPicPr>
          <p:blipFill>
            <a:blip r:embed="rId5"/>
            <a:srcRect l="66027" t="77100" r="22826" b="11295"/>
            <a:stretch/>
          </p:blipFill>
          <p:spPr>
            <a:xfrm>
              <a:off x="8107305" y="3873611"/>
              <a:ext cx="266750" cy="342900"/>
            </a:xfrm>
            <a:prstGeom prst="rect">
              <a:avLst/>
            </a:prstGeom>
          </p:spPr>
        </p:pic>
        <p:pic>
          <p:nvPicPr>
            <p:cNvPr id="937" name="Imagen 936">
              <a:extLst>
                <a:ext uri="{FF2B5EF4-FFF2-40B4-BE49-F238E27FC236}">
                  <a16:creationId xmlns:a16="http://schemas.microsoft.com/office/drawing/2014/main" id="{4ADD3828-15E8-CFB8-EC08-100C0FB6BDA7}"/>
                </a:ext>
              </a:extLst>
            </p:cNvPr>
            <p:cNvPicPr>
              <a:picLocks noChangeAspect="1"/>
            </p:cNvPicPr>
            <p:nvPr/>
          </p:nvPicPr>
          <p:blipFill>
            <a:blip r:embed="rId5"/>
            <a:srcRect l="33923" t="63168" r="54930" b="25227"/>
            <a:stretch/>
          </p:blipFill>
          <p:spPr>
            <a:xfrm>
              <a:off x="8107305" y="4255458"/>
              <a:ext cx="266750" cy="342900"/>
            </a:xfrm>
            <a:prstGeom prst="rect">
              <a:avLst/>
            </a:prstGeom>
          </p:spPr>
        </p:pic>
        <p:pic>
          <p:nvPicPr>
            <p:cNvPr id="938" name="Imagen 937">
              <a:extLst>
                <a:ext uri="{FF2B5EF4-FFF2-40B4-BE49-F238E27FC236}">
                  <a16:creationId xmlns:a16="http://schemas.microsoft.com/office/drawing/2014/main" id="{98128B95-9C15-6BF6-9CE3-976DE42EF282}"/>
                </a:ext>
              </a:extLst>
            </p:cNvPr>
            <p:cNvPicPr>
              <a:picLocks noChangeAspect="1"/>
            </p:cNvPicPr>
            <p:nvPr/>
          </p:nvPicPr>
          <p:blipFill>
            <a:blip r:embed="rId5"/>
            <a:srcRect l="33923" t="63168" r="54930" b="25227"/>
            <a:stretch/>
          </p:blipFill>
          <p:spPr>
            <a:xfrm>
              <a:off x="8107305" y="2384545"/>
              <a:ext cx="266750" cy="342900"/>
            </a:xfrm>
            <a:prstGeom prst="rect">
              <a:avLst/>
            </a:prstGeom>
          </p:spPr>
        </p:pic>
        <p:pic>
          <p:nvPicPr>
            <p:cNvPr id="939" name="Imagen 938">
              <a:extLst>
                <a:ext uri="{FF2B5EF4-FFF2-40B4-BE49-F238E27FC236}">
                  <a16:creationId xmlns:a16="http://schemas.microsoft.com/office/drawing/2014/main" id="{BE384BE1-587C-0BC4-843E-4B5D53E59EBB}"/>
                </a:ext>
              </a:extLst>
            </p:cNvPr>
            <p:cNvPicPr>
              <a:picLocks noChangeAspect="1"/>
            </p:cNvPicPr>
            <p:nvPr/>
          </p:nvPicPr>
          <p:blipFill>
            <a:blip r:embed="rId5"/>
            <a:srcRect l="44426" t="63168" r="44426" b="25227"/>
            <a:stretch/>
          </p:blipFill>
          <p:spPr>
            <a:xfrm>
              <a:off x="8107305" y="5311489"/>
              <a:ext cx="266750" cy="342900"/>
            </a:xfrm>
            <a:prstGeom prst="rect">
              <a:avLst/>
            </a:prstGeom>
          </p:spPr>
        </p:pic>
        <p:pic>
          <p:nvPicPr>
            <p:cNvPr id="940" name="Imagen 939">
              <a:extLst>
                <a:ext uri="{FF2B5EF4-FFF2-40B4-BE49-F238E27FC236}">
                  <a16:creationId xmlns:a16="http://schemas.microsoft.com/office/drawing/2014/main" id="{7898BA28-01B2-C94E-EFD4-10FF23CE659D}"/>
                </a:ext>
              </a:extLst>
            </p:cNvPr>
            <p:cNvPicPr>
              <a:picLocks noChangeAspect="1"/>
            </p:cNvPicPr>
            <p:nvPr/>
          </p:nvPicPr>
          <p:blipFill>
            <a:blip r:embed="rId5"/>
            <a:srcRect l="33923" t="63168" r="54930" b="25227"/>
            <a:stretch/>
          </p:blipFill>
          <p:spPr>
            <a:xfrm>
              <a:off x="8107305" y="3140200"/>
              <a:ext cx="266750" cy="342900"/>
            </a:xfrm>
            <a:prstGeom prst="rect">
              <a:avLst/>
            </a:prstGeom>
          </p:spPr>
        </p:pic>
        <p:pic>
          <p:nvPicPr>
            <p:cNvPr id="941" name="Imagen 940">
              <a:extLst>
                <a:ext uri="{FF2B5EF4-FFF2-40B4-BE49-F238E27FC236}">
                  <a16:creationId xmlns:a16="http://schemas.microsoft.com/office/drawing/2014/main" id="{14A0C95C-A9B6-8B06-99D0-D95DB16C6CEF}"/>
                </a:ext>
              </a:extLst>
            </p:cNvPr>
            <p:cNvPicPr>
              <a:picLocks noChangeAspect="1"/>
            </p:cNvPicPr>
            <p:nvPr/>
          </p:nvPicPr>
          <p:blipFill>
            <a:blip r:embed="rId5"/>
            <a:srcRect l="44426" t="63168" r="44426" b="25227"/>
            <a:stretch/>
          </p:blipFill>
          <p:spPr>
            <a:xfrm>
              <a:off x="8390751" y="4255458"/>
              <a:ext cx="266750" cy="342900"/>
            </a:xfrm>
            <a:prstGeom prst="rect">
              <a:avLst/>
            </a:prstGeom>
          </p:spPr>
        </p:pic>
        <p:pic>
          <p:nvPicPr>
            <p:cNvPr id="942" name="Imagen 941">
              <a:extLst>
                <a:ext uri="{FF2B5EF4-FFF2-40B4-BE49-F238E27FC236}">
                  <a16:creationId xmlns:a16="http://schemas.microsoft.com/office/drawing/2014/main" id="{9D90AC12-4847-6A9D-606F-39113A0F74A5}"/>
                </a:ext>
              </a:extLst>
            </p:cNvPr>
            <p:cNvPicPr>
              <a:picLocks noChangeAspect="1"/>
            </p:cNvPicPr>
            <p:nvPr/>
          </p:nvPicPr>
          <p:blipFill>
            <a:blip r:embed="rId5"/>
            <a:srcRect l="44426" t="63168" r="44426" b="25227"/>
            <a:stretch/>
          </p:blipFill>
          <p:spPr>
            <a:xfrm>
              <a:off x="8390751" y="5686427"/>
              <a:ext cx="266750" cy="342900"/>
            </a:xfrm>
            <a:prstGeom prst="rect">
              <a:avLst/>
            </a:prstGeom>
          </p:spPr>
        </p:pic>
        <p:pic>
          <p:nvPicPr>
            <p:cNvPr id="943" name="Imagen 942">
              <a:extLst>
                <a:ext uri="{FF2B5EF4-FFF2-40B4-BE49-F238E27FC236}">
                  <a16:creationId xmlns:a16="http://schemas.microsoft.com/office/drawing/2014/main" id="{8E71C398-445A-3C9D-637A-BABDE90E8B82}"/>
                </a:ext>
              </a:extLst>
            </p:cNvPr>
            <p:cNvPicPr>
              <a:picLocks noChangeAspect="1"/>
            </p:cNvPicPr>
            <p:nvPr/>
          </p:nvPicPr>
          <p:blipFill>
            <a:blip r:embed="rId5"/>
            <a:srcRect l="44778" t="77100" r="44075" b="11295"/>
            <a:stretch/>
          </p:blipFill>
          <p:spPr>
            <a:xfrm>
              <a:off x="8390751" y="6062704"/>
              <a:ext cx="266750" cy="342900"/>
            </a:xfrm>
            <a:prstGeom prst="rect">
              <a:avLst/>
            </a:prstGeom>
          </p:spPr>
        </p:pic>
        <p:pic>
          <p:nvPicPr>
            <p:cNvPr id="944" name="Imagen 943">
              <a:extLst>
                <a:ext uri="{FF2B5EF4-FFF2-40B4-BE49-F238E27FC236}">
                  <a16:creationId xmlns:a16="http://schemas.microsoft.com/office/drawing/2014/main" id="{FF7EB4DE-B926-893E-7E4E-946D37018F17}"/>
                </a:ext>
              </a:extLst>
            </p:cNvPr>
            <p:cNvPicPr>
              <a:picLocks noChangeAspect="1"/>
            </p:cNvPicPr>
            <p:nvPr/>
          </p:nvPicPr>
          <p:blipFill>
            <a:blip r:embed="rId5"/>
            <a:srcRect l="65725" t="63168" r="23128" b="25227"/>
            <a:stretch/>
          </p:blipFill>
          <p:spPr>
            <a:xfrm>
              <a:off x="8390751" y="3873611"/>
              <a:ext cx="266750" cy="342900"/>
            </a:xfrm>
            <a:prstGeom prst="rect">
              <a:avLst/>
            </a:prstGeom>
          </p:spPr>
        </p:pic>
        <p:pic>
          <p:nvPicPr>
            <p:cNvPr id="945" name="Imagen 944">
              <a:extLst>
                <a:ext uri="{FF2B5EF4-FFF2-40B4-BE49-F238E27FC236}">
                  <a16:creationId xmlns:a16="http://schemas.microsoft.com/office/drawing/2014/main" id="{5812494A-58D2-0A7A-54CC-F4E6F4EA2417}"/>
                </a:ext>
              </a:extLst>
            </p:cNvPr>
            <p:cNvPicPr>
              <a:picLocks noChangeAspect="1"/>
            </p:cNvPicPr>
            <p:nvPr/>
          </p:nvPicPr>
          <p:blipFill>
            <a:blip r:embed="rId5"/>
            <a:srcRect l="76360" t="63168" r="12493" b="25227"/>
            <a:stretch/>
          </p:blipFill>
          <p:spPr>
            <a:xfrm>
              <a:off x="8390751" y="5311489"/>
              <a:ext cx="266750" cy="342900"/>
            </a:xfrm>
            <a:prstGeom prst="rect">
              <a:avLst/>
            </a:prstGeom>
          </p:spPr>
        </p:pic>
        <p:pic>
          <p:nvPicPr>
            <p:cNvPr id="946" name="Imagen 945">
              <a:extLst>
                <a:ext uri="{FF2B5EF4-FFF2-40B4-BE49-F238E27FC236}">
                  <a16:creationId xmlns:a16="http://schemas.microsoft.com/office/drawing/2014/main" id="{6EBD4C5A-530E-1FA4-D074-BF1B8A46F8C5}"/>
                </a:ext>
              </a:extLst>
            </p:cNvPr>
            <p:cNvPicPr>
              <a:picLocks noChangeAspect="1"/>
            </p:cNvPicPr>
            <p:nvPr/>
          </p:nvPicPr>
          <p:blipFill>
            <a:blip r:embed="rId5"/>
            <a:srcRect l="34130" t="77100" r="54723" b="11295"/>
            <a:stretch/>
          </p:blipFill>
          <p:spPr>
            <a:xfrm>
              <a:off x="8390751" y="3140200"/>
              <a:ext cx="266750" cy="342900"/>
            </a:xfrm>
            <a:prstGeom prst="rect">
              <a:avLst/>
            </a:prstGeom>
          </p:spPr>
        </p:pic>
        <p:pic>
          <p:nvPicPr>
            <p:cNvPr id="947" name="Imagen 946">
              <a:extLst>
                <a:ext uri="{FF2B5EF4-FFF2-40B4-BE49-F238E27FC236}">
                  <a16:creationId xmlns:a16="http://schemas.microsoft.com/office/drawing/2014/main" id="{82962488-8C26-91F4-5C81-9C7B0EA2B866}"/>
                </a:ext>
              </a:extLst>
            </p:cNvPr>
            <p:cNvPicPr>
              <a:picLocks noChangeAspect="1"/>
            </p:cNvPicPr>
            <p:nvPr/>
          </p:nvPicPr>
          <p:blipFill>
            <a:blip r:embed="rId5"/>
            <a:srcRect l="34130" t="77100" r="54723" b="11295"/>
            <a:stretch/>
          </p:blipFill>
          <p:spPr>
            <a:xfrm>
              <a:off x="8393883" y="1656161"/>
              <a:ext cx="266750" cy="342900"/>
            </a:xfrm>
            <a:prstGeom prst="rect">
              <a:avLst/>
            </a:prstGeom>
          </p:spPr>
        </p:pic>
        <p:pic>
          <p:nvPicPr>
            <p:cNvPr id="948" name="Imagen 947">
              <a:extLst>
                <a:ext uri="{FF2B5EF4-FFF2-40B4-BE49-F238E27FC236}">
                  <a16:creationId xmlns:a16="http://schemas.microsoft.com/office/drawing/2014/main" id="{2D3E4935-95C2-0431-BD95-D15382EB9C6C}"/>
                </a:ext>
              </a:extLst>
            </p:cNvPr>
            <p:cNvPicPr>
              <a:picLocks noChangeAspect="1"/>
            </p:cNvPicPr>
            <p:nvPr/>
          </p:nvPicPr>
          <p:blipFill>
            <a:blip r:embed="rId5"/>
            <a:srcRect l="44426" t="63168" r="44426" b="25227"/>
            <a:stretch/>
          </p:blipFill>
          <p:spPr>
            <a:xfrm>
              <a:off x="8390751" y="2384545"/>
              <a:ext cx="266750" cy="342900"/>
            </a:xfrm>
            <a:prstGeom prst="rect">
              <a:avLst/>
            </a:prstGeom>
          </p:spPr>
        </p:pic>
        <p:pic>
          <p:nvPicPr>
            <p:cNvPr id="949" name="Imagen 948">
              <a:extLst>
                <a:ext uri="{FF2B5EF4-FFF2-40B4-BE49-F238E27FC236}">
                  <a16:creationId xmlns:a16="http://schemas.microsoft.com/office/drawing/2014/main" id="{D9D2C7CA-E478-47BA-BA7E-5CDF74677A5C}"/>
                </a:ext>
              </a:extLst>
            </p:cNvPr>
            <p:cNvPicPr>
              <a:picLocks noChangeAspect="1"/>
            </p:cNvPicPr>
            <p:nvPr/>
          </p:nvPicPr>
          <p:blipFill>
            <a:blip r:embed="rId5"/>
            <a:srcRect l="65725" t="63168" r="23128" b="25227"/>
            <a:stretch/>
          </p:blipFill>
          <p:spPr>
            <a:xfrm>
              <a:off x="8390751" y="4970263"/>
              <a:ext cx="266750" cy="342900"/>
            </a:xfrm>
            <a:prstGeom prst="rect">
              <a:avLst/>
            </a:prstGeom>
          </p:spPr>
        </p:pic>
        <p:grpSp>
          <p:nvGrpSpPr>
            <p:cNvPr id="950" name="Grupo 949">
              <a:extLst>
                <a:ext uri="{FF2B5EF4-FFF2-40B4-BE49-F238E27FC236}">
                  <a16:creationId xmlns:a16="http://schemas.microsoft.com/office/drawing/2014/main" id="{F8303E1A-F049-4250-5200-9D11A5195F90}"/>
                </a:ext>
              </a:extLst>
            </p:cNvPr>
            <p:cNvGrpSpPr/>
            <p:nvPr/>
          </p:nvGrpSpPr>
          <p:grpSpPr>
            <a:xfrm>
              <a:off x="8957643" y="4255458"/>
              <a:ext cx="266750" cy="342900"/>
              <a:chOff x="5053733" y="4472706"/>
              <a:chExt cx="764498" cy="795862"/>
            </a:xfrm>
          </p:grpSpPr>
          <p:pic>
            <p:nvPicPr>
              <p:cNvPr id="951" name="Imagen 950">
                <a:extLst>
                  <a:ext uri="{FF2B5EF4-FFF2-40B4-BE49-F238E27FC236}">
                    <a16:creationId xmlns:a16="http://schemas.microsoft.com/office/drawing/2014/main" id="{46C8A6A1-BFD1-9A4B-31AB-4B4F76CFB4D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52" name="Imagen 951">
                <a:extLst>
                  <a:ext uri="{FF2B5EF4-FFF2-40B4-BE49-F238E27FC236}">
                    <a16:creationId xmlns:a16="http://schemas.microsoft.com/office/drawing/2014/main" id="{2DC5957C-68C2-B183-A36A-AA60DD255A9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54" name="Grupo 953">
              <a:extLst>
                <a:ext uri="{FF2B5EF4-FFF2-40B4-BE49-F238E27FC236}">
                  <a16:creationId xmlns:a16="http://schemas.microsoft.com/office/drawing/2014/main" id="{C5C68330-DEA3-C9B6-F2C3-6DE99D21A752}"/>
                </a:ext>
              </a:extLst>
            </p:cNvPr>
            <p:cNvGrpSpPr/>
            <p:nvPr/>
          </p:nvGrpSpPr>
          <p:grpSpPr>
            <a:xfrm>
              <a:off x="8957643" y="3502366"/>
              <a:ext cx="266750" cy="342900"/>
              <a:chOff x="5053733" y="4472706"/>
              <a:chExt cx="764498" cy="795862"/>
            </a:xfrm>
          </p:grpSpPr>
          <p:pic>
            <p:nvPicPr>
              <p:cNvPr id="955" name="Imagen 954">
                <a:extLst>
                  <a:ext uri="{FF2B5EF4-FFF2-40B4-BE49-F238E27FC236}">
                    <a16:creationId xmlns:a16="http://schemas.microsoft.com/office/drawing/2014/main" id="{BE19F62C-0A89-211E-28A3-F2CDC866994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56" name="Imagen 955">
                <a:extLst>
                  <a:ext uri="{FF2B5EF4-FFF2-40B4-BE49-F238E27FC236}">
                    <a16:creationId xmlns:a16="http://schemas.microsoft.com/office/drawing/2014/main" id="{6F95D909-AAE8-9288-DF55-4B4B641046D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57" name="Grupo 956">
              <a:extLst>
                <a:ext uri="{FF2B5EF4-FFF2-40B4-BE49-F238E27FC236}">
                  <a16:creationId xmlns:a16="http://schemas.microsoft.com/office/drawing/2014/main" id="{B05B9FAB-5CB3-9A54-BC0D-56F9BAE5B537}"/>
                </a:ext>
              </a:extLst>
            </p:cNvPr>
            <p:cNvGrpSpPr/>
            <p:nvPr/>
          </p:nvGrpSpPr>
          <p:grpSpPr>
            <a:xfrm>
              <a:off x="8957643" y="3873611"/>
              <a:ext cx="266750" cy="342900"/>
              <a:chOff x="5053733" y="4472706"/>
              <a:chExt cx="764498" cy="795862"/>
            </a:xfrm>
          </p:grpSpPr>
          <p:pic>
            <p:nvPicPr>
              <p:cNvPr id="958" name="Imagen 957">
                <a:extLst>
                  <a:ext uri="{FF2B5EF4-FFF2-40B4-BE49-F238E27FC236}">
                    <a16:creationId xmlns:a16="http://schemas.microsoft.com/office/drawing/2014/main" id="{336A71A3-8105-3BE7-A5D5-06CF913F6B5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59" name="Imagen 958">
                <a:extLst>
                  <a:ext uri="{FF2B5EF4-FFF2-40B4-BE49-F238E27FC236}">
                    <a16:creationId xmlns:a16="http://schemas.microsoft.com/office/drawing/2014/main" id="{BBA289F9-5FF6-37B4-D871-6D9405A9A43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60" name="Grupo 959">
              <a:extLst>
                <a:ext uri="{FF2B5EF4-FFF2-40B4-BE49-F238E27FC236}">
                  <a16:creationId xmlns:a16="http://schemas.microsoft.com/office/drawing/2014/main" id="{C1D9F832-7E2D-DA63-E7ED-E4BFEF8AEF0F}"/>
                </a:ext>
              </a:extLst>
            </p:cNvPr>
            <p:cNvGrpSpPr/>
            <p:nvPr/>
          </p:nvGrpSpPr>
          <p:grpSpPr>
            <a:xfrm>
              <a:off x="8967656" y="1291071"/>
              <a:ext cx="266750" cy="342900"/>
              <a:chOff x="5053733" y="4472706"/>
              <a:chExt cx="764498" cy="795862"/>
            </a:xfrm>
          </p:grpSpPr>
          <p:pic>
            <p:nvPicPr>
              <p:cNvPr id="961" name="Imagen 960">
                <a:extLst>
                  <a:ext uri="{FF2B5EF4-FFF2-40B4-BE49-F238E27FC236}">
                    <a16:creationId xmlns:a16="http://schemas.microsoft.com/office/drawing/2014/main" id="{F4BC5B66-F026-99D6-85C7-573080F3C2D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62" name="Imagen 961">
                <a:extLst>
                  <a:ext uri="{FF2B5EF4-FFF2-40B4-BE49-F238E27FC236}">
                    <a16:creationId xmlns:a16="http://schemas.microsoft.com/office/drawing/2014/main" id="{B380D4D8-DFFF-E593-0F0D-48A93C964D8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63" name="Grupo 962">
              <a:extLst>
                <a:ext uri="{FF2B5EF4-FFF2-40B4-BE49-F238E27FC236}">
                  <a16:creationId xmlns:a16="http://schemas.microsoft.com/office/drawing/2014/main" id="{2224DCBC-617F-9D2C-F3C1-531B7103A2CA}"/>
                </a:ext>
              </a:extLst>
            </p:cNvPr>
            <p:cNvGrpSpPr/>
            <p:nvPr/>
          </p:nvGrpSpPr>
          <p:grpSpPr>
            <a:xfrm>
              <a:off x="8957643" y="3140200"/>
              <a:ext cx="266750" cy="342900"/>
              <a:chOff x="5053733" y="4472706"/>
              <a:chExt cx="764498" cy="795862"/>
            </a:xfrm>
          </p:grpSpPr>
          <p:pic>
            <p:nvPicPr>
              <p:cNvPr id="964" name="Imagen 963">
                <a:extLst>
                  <a:ext uri="{FF2B5EF4-FFF2-40B4-BE49-F238E27FC236}">
                    <a16:creationId xmlns:a16="http://schemas.microsoft.com/office/drawing/2014/main" id="{19C2759E-06C4-2639-1949-EF2837C34DD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65" name="Imagen 964">
                <a:extLst>
                  <a:ext uri="{FF2B5EF4-FFF2-40B4-BE49-F238E27FC236}">
                    <a16:creationId xmlns:a16="http://schemas.microsoft.com/office/drawing/2014/main" id="{E38E86CA-17FB-7DB4-E02D-99F01BB0635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66" name="Grupo 965">
              <a:extLst>
                <a:ext uri="{FF2B5EF4-FFF2-40B4-BE49-F238E27FC236}">
                  <a16:creationId xmlns:a16="http://schemas.microsoft.com/office/drawing/2014/main" id="{A2A8E74B-BF0D-9329-733C-D3AB1346E357}"/>
                </a:ext>
              </a:extLst>
            </p:cNvPr>
            <p:cNvGrpSpPr/>
            <p:nvPr/>
          </p:nvGrpSpPr>
          <p:grpSpPr>
            <a:xfrm>
              <a:off x="8674197" y="3502366"/>
              <a:ext cx="266750" cy="342900"/>
              <a:chOff x="5053733" y="4472706"/>
              <a:chExt cx="764498" cy="795862"/>
            </a:xfrm>
          </p:grpSpPr>
          <p:pic>
            <p:nvPicPr>
              <p:cNvPr id="967" name="Imagen 966">
                <a:extLst>
                  <a:ext uri="{FF2B5EF4-FFF2-40B4-BE49-F238E27FC236}">
                    <a16:creationId xmlns:a16="http://schemas.microsoft.com/office/drawing/2014/main" id="{F4098896-6167-7C15-7064-FF7FE3E9AE9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68" name="Imagen 967">
                <a:extLst>
                  <a:ext uri="{FF2B5EF4-FFF2-40B4-BE49-F238E27FC236}">
                    <a16:creationId xmlns:a16="http://schemas.microsoft.com/office/drawing/2014/main" id="{C9A37A49-3599-3826-135E-84A9346A10F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69" name="Grupo 968">
              <a:extLst>
                <a:ext uri="{FF2B5EF4-FFF2-40B4-BE49-F238E27FC236}">
                  <a16:creationId xmlns:a16="http://schemas.microsoft.com/office/drawing/2014/main" id="{ACAB4D7E-0DDE-3485-1BC6-D74E9AE469F9}"/>
                </a:ext>
              </a:extLst>
            </p:cNvPr>
            <p:cNvGrpSpPr/>
            <p:nvPr/>
          </p:nvGrpSpPr>
          <p:grpSpPr>
            <a:xfrm>
              <a:off x="8674197" y="3873611"/>
              <a:ext cx="266750" cy="342900"/>
              <a:chOff x="5053733" y="4472706"/>
              <a:chExt cx="764498" cy="795862"/>
            </a:xfrm>
          </p:grpSpPr>
          <p:pic>
            <p:nvPicPr>
              <p:cNvPr id="970" name="Imagen 969">
                <a:extLst>
                  <a:ext uri="{FF2B5EF4-FFF2-40B4-BE49-F238E27FC236}">
                    <a16:creationId xmlns:a16="http://schemas.microsoft.com/office/drawing/2014/main" id="{785CBE83-06F4-B3CB-8FB4-2EDB9544344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71" name="Imagen 970">
                <a:extLst>
                  <a:ext uri="{FF2B5EF4-FFF2-40B4-BE49-F238E27FC236}">
                    <a16:creationId xmlns:a16="http://schemas.microsoft.com/office/drawing/2014/main" id="{2FF34DC5-5E22-A1A3-2D22-7E4767050CA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72" name="Grupo 971">
              <a:extLst>
                <a:ext uri="{FF2B5EF4-FFF2-40B4-BE49-F238E27FC236}">
                  <a16:creationId xmlns:a16="http://schemas.microsoft.com/office/drawing/2014/main" id="{3506B60C-098A-A9EF-721B-A05E215547ED}"/>
                </a:ext>
              </a:extLst>
            </p:cNvPr>
            <p:cNvGrpSpPr/>
            <p:nvPr/>
          </p:nvGrpSpPr>
          <p:grpSpPr>
            <a:xfrm>
              <a:off x="8683887" y="1291071"/>
              <a:ext cx="266750" cy="342900"/>
              <a:chOff x="5053733" y="4472706"/>
              <a:chExt cx="764498" cy="795862"/>
            </a:xfrm>
          </p:grpSpPr>
          <p:pic>
            <p:nvPicPr>
              <p:cNvPr id="973" name="Imagen 972">
                <a:extLst>
                  <a:ext uri="{FF2B5EF4-FFF2-40B4-BE49-F238E27FC236}">
                    <a16:creationId xmlns:a16="http://schemas.microsoft.com/office/drawing/2014/main" id="{2AD0163F-EE11-AABA-9957-CDCF5F2D199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74" name="Imagen 973">
                <a:extLst>
                  <a:ext uri="{FF2B5EF4-FFF2-40B4-BE49-F238E27FC236}">
                    <a16:creationId xmlns:a16="http://schemas.microsoft.com/office/drawing/2014/main" id="{8E218678-1269-DA04-1A28-3FFD13658FE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75" name="Grupo 974">
              <a:extLst>
                <a:ext uri="{FF2B5EF4-FFF2-40B4-BE49-F238E27FC236}">
                  <a16:creationId xmlns:a16="http://schemas.microsoft.com/office/drawing/2014/main" id="{E7A0B88A-16C5-D64C-5C97-3C5F3EB9BE09}"/>
                </a:ext>
              </a:extLst>
            </p:cNvPr>
            <p:cNvGrpSpPr/>
            <p:nvPr/>
          </p:nvGrpSpPr>
          <p:grpSpPr>
            <a:xfrm>
              <a:off x="8674197" y="3140200"/>
              <a:ext cx="266750" cy="342900"/>
              <a:chOff x="5053733" y="4472706"/>
              <a:chExt cx="764498" cy="795862"/>
            </a:xfrm>
          </p:grpSpPr>
          <p:pic>
            <p:nvPicPr>
              <p:cNvPr id="976" name="Imagen 975">
                <a:extLst>
                  <a:ext uri="{FF2B5EF4-FFF2-40B4-BE49-F238E27FC236}">
                    <a16:creationId xmlns:a16="http://schemas.microsoft.com/office/drawing/2014/main" id="{F2031AA8-8404-0223-5F8A-74442435FBF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77" name="Imagen 976">
                <a:extLst>
                  <a:ext uri="{FF2B5EF4-FFF2-40B4-BE49-F238E27FC236}">
                    <a16:creationId xmlns:a16="http://schemas.microsoft.com/office/drawing/2014/main" id="{F0FF23C0-A7BA-9CFD-2153-646636C0AA3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78" name="Grupo 977">
              <a:extLst>
                <a:ext uri="{FF2B5EF4-FFF2-40B4-BE49-F238E27FC236}">
                  <a16:creationId xmlns:a16="http://schemas.microsoft.com/office/drawing/2014/main" id="{CA379A51-AEA6-13B5-E6E0-88454DAABE9A}"/>
                </a:ext>
              </a:extLst>
            </p:cNvPr>
            <p:cNvGrpSpPr/>
            <p:nvPr/>
          </p:nvGrpSpPr>
          <p:grpSpPr>
            <a:xfrm>
              <a:off x="8674197" y="4970263"/>
              <a:ext cx="266750" cy="342900"/>
              <a:chOff x="5053733" y="4472706"/>
              <a:chExt cx="764498" cy="795862"/>
            </a:xfrm>
          </p:grpSpPr>
          <p:pic>
            <p:nvPicPr>
              <p:cNvPr id="979" name="Imagen 978">
                <a:extLst>
                  <a:ext uri="{FF2B5EF4-FFF2-40B4-BE49-F238E27FC236}">
                    <a16:creationId xmlns:a16="http://schemas.microsoft.com/office/drawing/2014/main" id="{8DD3C140-BC3A-4D31-74FD-7DF29BADB92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80" name="Imagen 979">
                <a:extLst>
                  <a:ext uri="{FF2B5EF4-FFF2-40B4-BE49-F238E27FC236}">
                    <a16:creationId xmlns:a16="http://schemas.microsoft.com/office/drawing/2014/main" id="{9F2E79B7-62AE-C64C-C495-D8D8D258F2D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81" name="Grupo 980">
              <a:extLst>
                <a:ext uri="{FF2B5EF4-FFF2-40B4-BE49-F238E27FC236}">
                  <a16:creationId xmlns:a16="http://schemas.microsoft.com/office/drawing/2014/main" id="{B6CDF866-A467-DCB6-8DBC-1E13B796930E}"/>
                </a:ext>
              </a:extLst>
            </p:cNvPr>
            <p:cNvGrpSpPr/>
            <p:nvPr/>
          </p:nvGrpSpPr>
          <p:grpSpPr>
            <a:xfrm>
              <a:off x="8957643" y="4970263"/>
              <a:ext cx="266750" cy="342900"/>
              <a:chOff x="5053733" y="4472706"/>
              <a:chExt cx="764498" cy="795862"/>
            </a:xfrm>
          </p:grpSpPr>
          <p:pic>
            <p:nvPicPr>
              <p:cNvPr id="982" name="Imagen 981">
                <a:extLst>
                  <a:ext uri="{FF2B5EF4-FFF2-40B4-BE49-F238E27FC236}">
                    <a16:creationId xmlns:a16="http://schemas.microsoft.com/office/drawing/2014/main" id="{0F46357D-EA20-4CCF-3214-9622F8426DC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83" name="Imagen 982">
                <a:extLst>
                  <a:ext uri="{FF2B5EF4-FFF2-40B4-BE49-F238E27FC236}">
                    <a16:creationId xmlns:a16="http://schemas.microsoft.com/office/drawing/2014/main" id="{08099BC4-257A-DF2F-D48E-6F941008B94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84" name="Grupo 983">
              <a:extLst>
                <a:ext uri="{FF2B5EF4-FFF2-40B4-BE49-F238E27FC236}">
                  <a16:creationId xmlns:a16="http://schemas.microsoft.com/office/drawing/2014/main" id="{A17B8C69-F051-6EE8-B82A-D51480A5BC00}"/>
                </a:ext>
              </a:extLst>
            </p:cNvPr>
            <p:cNvGrpSpPr/>
            <p:nvPr/>
          </p:nvGrpSpPr>
          <p:grpSpPr>
            <a:xfrm>
              <a:off x="8674197" y="4255458"/>
              <a:ext cx="266750" cy="342900"/>
              <a:chOff x="5053733" y="4472706"/>
              <a:chExt cx="764498" cy="795862"/>
            </a:xfrm>
          </p:grpSpPr>
          <p:pic>
            <p:nvPicPr>
              <p:cNvPr id="985" name="Imagen 984">
                <a:extLst>
                  <a:ext uri="{FF2B5EF4-FFF2-40B4-BE49-F238E27FC236}">
                    <a16:creationId xmlns:a16="http://schemas.microsoft.com/office/drawing/2014/main" id="{59DB2704-DB5A-CC9D-8B91-5B9DFEFE0B6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86" name="Imagen 985">
                <a:extLst>
                  <a:ext uri="{FF2B5EF4-FFF2-40B4-BE49-F238E27FC236}">
                    <a16:creationId xmlns:a16="http://schemas.microsoft.com/office/drawing/2014/main" id="{C48514E3-75B8-38F5-4671-3B895614BB7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87" name="Grupo 986">
              <a:extLst>
                <a:ext uri="{FF2B5EF4-FFF2-40B4-BE49-F238E27FC236}">
                  <a16:creationId xmlns:a16="http://schemas.microsoft.com/office/drawing/2014/main" id="{4047AFBF-FC4B-AAAA-471F-2C99D7FCCB99}"/>
                </a:ext>
              </a:extLst>
            </p:cNvPr>
            <p:cNvGrpSpPr/>
            <p:nvPr/>
          </p:nvGrpSpPr>
          <p:grpSpPr>
            <a:xfrm>
              <a:off x="8674197" y="5686427"/>
              <a:ext cx="266750" cy="342900"/>
              <a:chOff x="5053733" y="4472706"/>
              <a:chExt cx="764498" cy="795862"/>
            </a:xfrm>
          </p:grpSpPr>
          <p:pic>
            <p:nvPicPr>
              <p:cNvPr id="988" name="Imagen 987">
                <a:extLst>
                  <a:ext uri="{FF2B5EF4-FFF2-40B4-BE49-F238E27FC236}">
                    <a16:creationId xmlns:a16="http://schemas.microsoft.com/office/drawing/2014/main" id="{E548D85A-C19E-59FB-8679-40A5855D997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89" name="Imagen 988">
                <a:extLst>
                  <a:ext uri="{FF2B5EF4-FFF2-40B4-BE49-F238E27FC236}">
                    <a16:creationId xmlns:a16="http://schemas.microsoft.com/office/drawing/2014/main" id="{2E5B2030-117E-B4C5-6613-2C74B29E570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90" name="Grupo 989">
              <a:extLst>
                <a:ext uri="{FF2B5EF4-FFF2-40B4-BE49-F238E27FC236}">
                  <a16:creationId xmlns:a16="http://schemas.microsoft.com/office/drawing/2014/main" id="{11DA8604-DA6F-B31D-DB75-4558B818F42B}"/>
                </a:ext>
              </a:extLst>
            </p:cNvPr>
            <p:cNvGrpSpPr/>
            <p:nvPr/>
          </p:nvGrpSpPr>
          <p:grpSpPr>
            <a:xfrm>
              <a:off x="8957643" y="5686427"/>
              <a:ext cx="266750" cy="342900"/>
              <a:chOff x="5053733" y="4472706"/>
              <a:chExt cx="764498" cy="795862"/>
            </a:xfrm>
          </p:grpSpPr>
          <p:pic>
            <p:nvPicPr>
              <p:cNvPr id="991" name="Imagen 990">
                <a:extLst>
                  <a:ext uri="{FF2B5EF4-FFF2-40B4-BE49-F238E27FC236}">
                    <a16:creationId xmlns:a16="http://schemas.microsoft.com/office/drawing/2014/main" id="{100AF2F9-20B9-D8BC-9890-3689CEB8055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92" name="Imagen 991">
                <a:extLst>
                  <a:ext uri="{FF2B5EF4-FFF2-40B4-BE49-F238E27FC236}">
                    <a16:creationId xmlns:a16="http://schemas.microsoft.com/office/drawing/2014/main" id="{A3CB5EE6-7141-2D56-2AAE-BA1FDCDEA6F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93" name="Grupo 992">
              <a:extLst>
                <a:ext uri="{FF2B5EF4-FFF2-40B4-BE49-F238E27FC236}">
                  <a16:creationId xmlns:a16="http://schemas.microsoft.com/office/drawing/2014/main" id="{8A784637-1E3E-6519-EB53-4C7D9D7B8914}"/>
                </a:ext>
              </a:extLst>
            </p:cNvPr>
            <p:cNvGrpSpPr/>
            <p:nvPr/>
          </p:nvGrpSpPr>
          <p:grpSpPr>
            <a:xfrm>
              <a:off x="8674197" y="5311489"/>
              <a:ext cx="266750" cy="342900"/>
              <a:chOff x="5053733" y="4472706"/>
              <a:chExt cx="764498" cy="795862"/>
            </a:xfrm>
          </p:grpSpPr>
          <p:pic>
            <p:nvPicPr>
              <p:cNvPr id="994" name="Imagen 993">
                <a:extLst>
                  <a:ext uri="{FF2B5EF4-FFF2-40B4-BE49-F238E27FC236}">
                    <a16:creationId xmlns:a16="http://schemas.microsoft.com/office/drawing/2014/main" id="{C2F3B379-AC11-91E3-2D65-6447ED020F36}"/>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95" name="Imagen 994">
                <a:extLst>
                  <a:ext uri="{FF2B5EF4-FFF2-40B4-BE49-F238E27FC236}">
                    <a16:creationId xmlns:a16="http://schemas.microsoft.com/office/drawing/2014/main" id="{F5CE065A-19E7-92BD-134F-52DC1676416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96" name="Grupo 995">
              <a:extLst>
                <a:ext uri="{FF2B5EF4-FFF2-40B4-BE49-F238E27FC236}">
                  <a16:creationId xmlns:a16="http://schemas.microsoft.com/office/drawing/2014/main" id="{0D5C9B46-A311-AAFA-217A-6A253DD20CA2}"/>
                </a:ext>
              </a:extLst>
            </p:cNvPr>
            <p:cNvGrpSpPr/>
            <p:nvPr/>
          </p:nvGrpSpPr>
          <p:grpSpPr>
            <a:xfrm>
              <a:off x="8957643" y="5311489"/>
              <a:ext cx="266750" cy="342900"/>
              <a:chOff x="5053733" y="4472706"/>
              <a:chExt cx="764498" cy="795862"/>
            </a:xfrm>
          </p:grpSpPr>
          <p:pic>
            <p:nvPicPr>
              <p:cNvPr id="997" name="Imagen 996">
                <a:extLst>
                  <a:ext uri="{FF2B5EF4-FFF2-40B4-BE49-F238E27FC236}">
                    <a16:creationId xmlns:a16="http://schemas.microsoft.com/office/drawing/2014/main" id="{AAF739A4-1969-DC58-2502-5DDD6785875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998" name="Imagen 997">
                <a:extLst>
                  <a:ext uri="{FF2B5EF4-FFF2-40B4-BE49-F238E27FC236}">
                    <a16:creationId xmlns:a16="http://schemas.microsoft.com/office/drawing/2014/main" id="{302FBDB8-2BF0-C261-216F-3DDA15FF821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999" name="Grupo 998">
              <a:extLst>
                <a:ext uri="{FF2B5EF4-FFF2-40B4-BE49-F238E27FC236}">
                  <a16:creationId xmlns:a16="http://schemas.microsoft.com/office/drawing/2014/main" id="{B117B28C-F3C3-3B60-3B61-18B4A2865F3F}"/>
                </a:ext>
              </a:extLst>
            </p:cNvPr>
            <p:cNvGrpSpPr/>
            <p:nvPr/>
          </p:nvGrpSpPr>
          <p:grpSpPr>
            <a:xfrm>
              <a:off x="8674197" y="6062704"/>
              <a:ext cx="266750" cy="342900"/>
              <a:chOff x="5053733" y="4472706"/>
              <a:chExt cx="764498" cy="795862"/>
            </a:xfrm>
          </p:grpSpPr>
          <p:pic>
            <p:nvPicPr>
              <p:cNvPr id="1000" name="Imagen 999">
                <a:extLst>
                  <a:ext uri="{FF2B5EF4-FFF2-40B4-BE49-F238E27FC236}">
                    <a16:creationId xmlns:a16="http://schemas.microsoft.com/office/drawing/2014/main" id="{BF91B8B3-7427-4ECA-6722-A61891E3DD3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01" name="Imagen 1000">
                <a:extLst>
                  <a:ext uri="{FF2B5EF4-FFF2-40B4-BE49-F238E27FC236}">
                    <a16:creationId xmlns:a16="http://schemas.microsoft.com/office/drawing/2014/main" id="{3D3DBBB7-B205-2A07-0B87-DC3D397036D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02" name="Grupo 1001">
              <a:extLst>
                <a:ext uri="{FF2B5EF4-FFF2-40B4-BE49-F238E27FC236}">
                  <a16:creationId xmlns:a16="http://schemas.microsoft.com/office/drawing/2014/main" id="{B383DD98-4076-3BA9-C32B-C3E335A9C9C7}"/>
                </a:ext>
              </a:extLst>
            </p:cNvPr>
            <p:cNvGrpSpPr/>
            <p:nvPr/>
          </p:nvGrpSpPr>
          <p:grpSpPr>
            <a:xfrm>
              <a:off x="8957643" y="6062704"/>
              <a:ext cx="266750" cy="342900"/>
              <a:chOff x="5053733" y="4472706"/>
              <a:chExt cx="764498" cy="795862"/>
            </a:xfrm>
          </p:grpSpPr>
          <p:pic>
            <p:nvPicPr>
              <p:cNvPr id="1003" name="Imagen 1002">
                <a:extLst>
                  <a:ext uri="{FF2B5EF4-FFF2-40B4-BE49-F238E27FC236}">
                    <a16:creationId xmlns:a16="http://schemas.microsoft.com/office/drawing/2014/main" id="{DAD5B255-762C-4E05-00E8-9589A28B86B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04" name="Imagen 1003">
                <a:extLst>
                  <a:ext uri="{FF2B5EF4-FFF2-40B4-BE49-F238E27FC236}">
                    <a16:creationId xmlns:a16="http://schemas.microsoft.com/office/drawing/2014/main" id="{0027A366-FE68-8C8E-3771-7BC3F5C2CFC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05" name="Grupo 1004">
              <a:extLst>
                <a:ext uri="{FF2B5EF4-FFF2-40B4-BE49-F238E27FC236}">
                  <a16:creationId xmlns:a16="http://schemas.microsoft.com/office/drawing/2014/main" id="{35EAFCCA-AE78-FFFC-9DB4-9BD3717EE528}"/>
                </a:ext>
              </a:extLst>
            </p:cNvPr>
            <p:cNvGrpSpPr/>
            <p:nvPr/>
          </p:nvGrpSpPr>
          <p:grpSpPr>
            <a:xfrm>
              <a:off x="8960991" y="1656161"/>
              <a:ext cx="266750" cy="342900"/>
              <a:chOff x="5053733" y="4472706"/>
              <a:chExt cx="764498" cy="795862"/>
            </a:xfrm>
          </p:grpSpPr>
          <p:pic>
            <p:nvPicPr>
              <p:cNvPr id="1006" name="Imagen 1005">
                <a:extLst>
                  <a:ext uri="{FF2B5EF4-FFF2-40B4-BE49-F238E27FC236}">
                    <a16:creationId xmlns:a16="http://schemas.microsoft.com/office/drawing/2014/main" id="{9BFA67A5-6181-A091-7B61-B305EC7B620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07" name="Imagen 1006">
                <a:extLst>
                  <a:ext uri="{FF2B5EF4-FFF2-40B4-BE49-F238E27FC236}">
                    <a16:creationId xmlns:a16="http://schemas.microsoft.com/office/drawing/2014/main" id="{4DD6F37B-BE41-8E43-CA3D-C1707EBDA85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08" name="Grupo 1007">
              <a:extLst>
                <a:ext uri="{FF2B5EF4-FFF2-40B4-BE49-F238E27FC236}">
                  <a16:creationId xmlns:a16="http://schemas.microsoft.com/office/drawing/2014/main" id="{AF220E69-0263-9DBB-4B9A-F161CD27F9BB}"/>
                </a:ext>
              </a:extLst>
            </p:cNvPr>
            <p:cNvGrpSpPr/>
            <p:nvPr/>
          </p:nvGrpSpPr>
          <p:grpSpPr>
            <a:xfrm>
              <a:off x="8677437" y="1656161"/>
              <a:ext cx="266750" cy="342900"/>
              <a:chOff x="5053733" y="4472706"/>
              <a:chExt cx="764498" cy="795862"/>
            </a:xfrm>
          </p:grpSpPr>
          <p:pic>
            <p:nvPicPr>
              <p:cNvPr id="1009" name="Imagen 1008">
                <a:extLst>
                  <a:ext uri="{FF2B5EF4-FFF2-40B4-BE49-F238E27FC236}">
                    <a16:creationId xmlns:a16="http://schemas.microsoft.com/office/drawing/2014/main" id="{14D3D069-D5D3-E895-E80D-B221A7FF81A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10" name="Imagen 1009">
                <a:extLst>
                  <a:ext uri="{FF2B5EF4-FFF2-40B4-BE49-F238E27FC236}">
                    <a16:creationId xmlns:a16="http://schemas.microsoft.com/office/drawing/2014/main" id="{E31E0BB8-1B22-68F0-8BE1-74EB9F9EA0B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11" name="Grupo 1010">
              <a:extLst>
                <a:ext uri="{FF2B5EF4-FFF2-40B4-BE49-F238E27FC236}">
                  <a16:creationId xmlns:a16="http://schemas.microsoft.com/office/drawing/2014/main" id="{79A3DC70-33F5-09BB-7EDB-F4817FC2FC94}"/>
                </a:ext>
              </a:extLst>
            </p:cNvPr>
            <p:cNvGrpSpPr/>
            <p:nvPr/>
          </p:nvGrpSpPr>
          <p:grpSpPr>
            <a:xfrm>
              <a:off x="8957643" y="2025139"/>
              <a:ext cx="266750" cy="342900"/>
              <a:chOff x="5053733" y="4472706"/>
              <a:chExt cx="764498" cy="795862"/>
            </a:xfrm>
          </p:grpSpPr>
          <p:pic>
            <p:nvPicPr>
              <p:cNvPr id="1012" name="Imagen 1011">
                <a:extLst>
                  <a:ext uri="{FF2B5EF4-FFF2-40B4-BE49-F238E27FC236}">
                    <a16:creationId xmlns:a16="http://schemas.microsoft.com/office/drawing/2014/main" id="{2342A19A-F71A-4E11-14BC-79E81168CA2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13" name="Imagen 1012">
                <a:extLst>
                  <a:ext uri="{FF2B5EF4-FFF2-40B4-BE49-F238E27FC236}">
                    <a16:creationId xmlns:a16="http://schemas.microsoft.com/office/drawing/2014/main" id="{567DAE33-481F-7AFE-639F-9C0466432A6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14" name="Grupo 1013">
              <a:extLst>
                <a:ext uri="{FF2B5EF4-FFF2-40B4-BE49-F238E27FC236}">
                  <a16:creationId xmlns:a16="http://schemas.microsoft.com/office/drawing/2014/main" id="{6537FF22-7725-EF28-3EBA-9DE0A02C15E2}"/>
                </a:ext>
              </a:extLst>
            </p:cNvPr>
            <p:cNvGrpSpPr/>
            <p:nvPr/>
          </p:nvGrpSpPr>
          <p:grpSpPr>
            <a:xfrm>
              <a:off x="8674197" y="2025139"/>
              <a:ext cx="266750" cy="342900"/>
              <a:chOff x="5053733" y="4472706"/>
              <a:chExt cx="764498" cy="795862"/>
            </a:xfrm>
          </p:grpSpPr>
          <p:pic>
            <p:nvPicPr>
              <p:cNvPr id="1015" name="Imagen 1014">
                <a:extLst>
                  <a:ext uri="{FF2B5EF4-FFF2-40B4-BE49-F238E27FC236}">
                    <a16:creationId xmlns:a16="http://schemas.microsoft.com/office/drawing/2014/main" id="{CA756726-B74F-0631-8C17-60681EA3719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16" name="Imagen 1015">
                <a:extLst>
                  <a:ext uri="{FF2B5EF4-FFF2-40B4-BE49-F238E27FC236}">
                    <a16:creationId xmlns:a16="http://schemas.microsoft.com/office/drawing/2014/main" id="{15F8F849-CAE9-DCA0-790A-838D367711D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17" name="Grupo 1016">
              <a:extLst>
                <a:ext uri="{FF2B5EF4-FFF2-40B4-BE49-F238E27FC236}">
                  <a16:creationId xmlns:a16="http://schemas.microsoft.com/office/drawing/2014/main" id="{CE9F58BE-CCE8-F4F3-2A3D-85F70AD769CA}"/>
                </a:ext>
              </a:extLst>
            </p:cNvPr>
            <p:cNvGrpSpPr/>
            <p:nvPr/>
          </p:nvGrpSpPr>
          <p:grpSpPr>
            <a:xfrm>
              <a:off x="8957643" y="2384545"/>
              <a:ext cx="266750" cy="342900"/>
              <a:chOff x="5053733" y="4472706"/>
              <a:chExt cx="764498" cy="795862"/>
            </a:xfrm>
          </p:grpSpPr>
          <p:pic>
            <p:nvPicPr>
              <p:cNvPr id="1018" name="Imagen 1017">
                <a:extLst>
                  <a:ext uri="{FF2B5EF4-FFF2-40B4-BE49-F238E27FC236}">
                    <a16:creationId xmlns:a16="http://schemas.microsoft.com/office/drawing/2014/main" id="{73E53475-69F4-0DAF-EC21-826EAEB4104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19" name="Imagen 1018">
                <a:extLst>
                  <a:ext uri="{FF2B5EF4-FFF2-40B4-BE49-F238E27FC236}">
                    <a16:creationId xmlns:a16="http://schemas.microsoft.com/office/drawing/2014/main" id="{B541A2E0-E9B1-7526-A436-D437C42DB3B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20" name="Grupo 1019">
              <a:extLst>
                <a:ext uri="{FF2B5EF4-FFF2-40B4-BE49-F238E27FC236}">
                  <a16:creationId xmlns:a16="http://schemas.microsoft.com/office/drawing/2014/main" id="{66D30978-8F15-0661-A746-CFAE8E6DEC71}"/>
                </a:ext>
              </a:extLst>
            </p:cNvPr>
            <p:cNvGrpSpPr/>
            <p:nvPr/>
          </p:nvGrpSpPr>
          <p:grpSpPr>
            <a:xfrm>
              <a:off x="8674197" y="2384545"/>
              <a:ext cx="266750" cy="342900"/>
              <a:chOff x="5053733" y="4472706"/>
              <a:chExt cx="764498" cy="795862"/>
            </a:xfrm>
          </p:grpSpPr>
          <p:pic>
            <p:nvPicPr>
              <p:cNvPr id="1021" name="Imagen 1020">
                <a:extLst>
                  <a:ext uri="{FF2B5EF4-FFF2-40B4-BE49-F238E27FC236}">
                    <a16:creationId xmlns:a16="http://schemas.microsoft.com/office/drawing/2014/main" id="{B1CDDC04-D0F7-7A3E-D834-18FF3711F32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22" name="Imagen 1021">
                <a:extLst>
                  <a:ext uri="{FF2B5EF4-FFF2-40B4-BE49-F238E27FC236}">
                    <a16:creationId xmlns:a16="http://schemas.microsoft.com/office/drawing/2014/main" id="{38CB75A3-2F22-FD5F-3FD1-BFE57BD1CCF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23" name="Grupo 1022">
              <a:extLst>
                <a:ext uri="{FF2B5EF4-FFF2-40B4-BE49-F238E27FC236}">
                  <a16:creationId xmlns:a16="http://schemas.microsoft.com/office/drawing/2014/main" id="{C9E66536-3FEC-F4D9-1528-7ADAE17F2546}"/>
                </a:ext>
              </a:extLst>
            </p:cNvPr>
            <p:cNvGrpSpPr/>
            <p:nvPr/>
          </p:nvGrpSpPr>
          <p:grpSpPr>
            <a:xfrm>
              <a:off x="8957643" y="2758116"/>
              <a:ext cx="266750" cy="342900"/>
              <a:chOff x="5053733" y="4472706"/>
              <a:chExt cx="764498" cy="795862"/>
            </a:xfrm>
          </p:grpSpPr>
          <p:pic>
            <p:nvPicPr>
              <p:cNvPr id="1024" name="Imagen 1023">
                <a:extLst>
                  <a:ext uri="{FF2B5EF4-FFF2-40B4-BE49-F238E27FC236}">
                    <a16:creationId xmlns:a16="http://schemas.microsoft.com/office/drawing/2014/main" id="{F73D8DDD-AF23-7BE8-C80F-BD4C0B41C96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25" name="Imagen 1024">
                <a:extLst>
                  <a:ext uri="{FF2B5EF4-FFF2-40B4-BE49-F238E27FC236}">
                    <a16:creationId xmlns:a16="http://schemas.microsoft.com/office/drawing/2014/main" id="{D916A2F3-7F7F-2FEA-6987-7BB608507DA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26" name="Grupo 1025">
              <a:extLst>
                <a:ext uri="{FF2B5EF4-FFF2-40B4-BE49-F238E27FC236}">
                  <a16:creationId xmlns:a16="http://schemas.microsoft.com/office/drawing/2014/main" id="{61982665-A071-5436-92CB-61353A702EEC}"/>
                </a:ext>
              </a:extLst>
            </p:cNvPr>
            <p:cNvGrpSpPr/>
            <p:nvPr/>
          </p:nvGrpSpPr>
          <p:grpSpPr>
            <a:xfrm>
              <a:off x="8674197" y="2758116"/>
              <a:ext cx="266750" cy="342900"/>
              <a:chOff x="5053733" y="4472706"/>
              <a:chExt cx="764498" cy="795862"/>
            </a:xfrm>
          </p:grpSpPr>
          <p:pic>
            <p:nvPicPr>
              <p:cNvPr id="1027" name="Imagen 1026">
                <a:extLst>
                  <a:ext uri="{FF2B5EF4-FFF2-40B4-BE49-F238E27FC236}">
                    <a16:creationId xmlns:a16="http://schemas.microsoft.com/office/drawing/2014/main" id="{B3F71496-A563-8DD2-7B57-52965541AA7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28" name="Imagen 1027">
                <a:extLst>
                  <a:ext uri="{FF2B5EF4-FFF2-40B4-BE49-F238E27FC236}">
                    <a16:creationId xmlns:a16="http://schemas.microsoft.com/office/drawing/2014/main" id="{0C5A47A6-31FF-42DF-7640-8DE7121054C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29" name="Grupo 1028">
              <a:extLst>
                <a:ext uri="{FF2B5EF4-FFF2-40B4-BE49-F238E27FC236}">
                  <a16:creationId xmlns:a16="http://schemas.microsoft.com/office/drawing/2014/main" id="{3EDCBAB7-D78D-B08E-25BA-6481E65CDB3C}"/>
                </a:ext>
              </a:extLst>
            </p:cNvPr>
            <p:cNvGrpSpPr/>
            <p:nvPr/>
          </p:nvGrpSpPr>
          <p:grpSpPr>
            <a:xfrm>
              <a:off x="8674197" y="4611739"/>
              <a:ext cx="266750" cy="342900"/>
              <a:chOff x="5053733" y="4472706"/>
              <a:chExt cx="764498" cy="795862"/>
            </a:xfrm>
          </p:grpSpPr>
          <p:pic>
            <p:nvPicPr>
              <p:cNvPr id="1030" name="Imagen 1029">
                <a:extLst>
                  <a:ext uri="{FF2B5EF4-FFF2-40B4-BE49-F238E27FC236}">
                    <a16:creationId xmlns:a16="http://schemas.microsoft.com/office/drawing/2014/main" id="{50E07C3A-BA7D-3177-E121-CC1EA484610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31" name="Imagen 1030">
                <a:extLst>
                  <a:ext uri="{FF2B5EF4-FFF2-40B4-BE49-F238E27FC236}">
                    <a16:creationId xmlns:a16="http://schemas.microsoft.com/office/drawing/2014/main" id="{D297B3AF-8643-337C-472D-7C83E87404C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032" name="Grupo 1031">
              <a:extLst>
                <a:ext uri="{FF2B5EF4-FFF2-40B4-BE49-F238E27FC236}">
                  <a16:creationId xmlns:a16="http://schemas.microsoft.com/office/drawing/2014/main" id="{01CBE634-CEFC-E8BC-3E8D-49BC12489842}"/>
                </a:ext>
              </a:extLst>
            </p:cNvPr>
            <p:cNvGrpSpPr/>
            <p:nvPr/>
          </p:nvGrpSpPr>
          <p:grpSpPr>
            <a:xfrm>
              <a:off x="8957643" y="4611739"/>
              <a:ext cx="266750" cy="342900"/>
              <a:chOff x="5053733" y="4472706"/>
              <a:chExt cx="764498" cy="795862"/>
            </a:xfrm>
          </p:grpSpPr>
          <p:pic>
            <p:nvPicPr>
              <p:cNvPr id="1033" name="Imagen 1032">
                <a:extLst>
                  <a:ext uri="{FF2B5EF4-FFF2-40B4-BE49-F238E27FC236}">
                    <a16:creationId xmlns:a16="http://schemas.microsoft.com/office/drawing/2014/main" id="{FA1A4D2B-2ABD-B817-EDB1-B3C78996E851}"/>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34" name="Imagen 1033">
                <a:extLst>
                  <a:ext uri="{FF2B5EF4-FFF2-40B4-BE49-F238E27FC236}">
                    <a16:creationId xmlns:a16="http://schemas.microsoft.com/office/drawing/2014/main" id="{C42C34C9-C58B-DBF4-6C7B-8255A966357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042" name="Imagen 1041">
              <a:extLst>
                <a:ext uri="{FF2B5EF4-FFF2-40B4-BE49-F238E27FC236}">
                  <a16:creationId xmlns:a16="http://schemas.microsoft.com/office/drawing/2014/main" id="{0B69405C-D74D-D36C-DB4B-5E150498DB05}"/>
                </a:ext>
              </a:extLst>
            </p:cNvPr>
            <p:cNvPicPr>
              <a:picLocks noChangeAspect="1"/>
            </p:cNvPicPr>
            <p:nvPr/>
          </p:nvPicPr>
          <p:blipFill>
            <a:blip r:embed="rId5"/>
            <a:srcRect l="12624" t="34906" r="76229" b="53489"/>
            <a:stretch/>
          </p:blipFill>
          <p:spPr>
            <a:xfrm>
              <a:off x="9251425" y="1291071"/>
              <a:ext cx="266750" cy="342900"/>
            </a:xfrm>
            <a:prstGeom prst="rect">
              <a:avLst/>
            </a:prstGeom>
          </p:spPr>
        </p:pic>
        <p:pic>
          <p:nvPicPr>
            <p:cNvPr id="1043" name="Imagen 1042">
              <a:extLst>
                <a:ext uri="{FF2B5EF4-FFF2-40B4-BE49-F238E27FC236}">
                  <a16:creationId xmlns:a16="http://schemas.microsoft.com/office/drawing/2014/main" id="{91189F11-1E4F-8E50-59F7-8BB9A70DD172}"/>
                </a:ext>
              </a:extLst>
            </p:cNvPr>
            <p:cNvPicPr>
              <a:picLocks noChangeAspect="1"/>
            </p:cNvPicPr>
            <p:nvPr/>
          </p:nvPicPr>
          <p:blipFill>
            <a:blip r:embed="rId5"/>
            <a:srcRect l="76281" t="21082" r="12572" b="67313"/>
            <a:stretch/>
          </p:blipFill>
          <p:spPr>
            <a:xfrm>
              <a:off x="9535194" y="1291071"/>
              <a:ext cx="266750" cy="342900"/>
            </a:xfrm>
            <a:prstGeom prst="rect">
              <a:avLst/>
            </a:prstGeom>
          </p:spPr>
        </p:pic>
        <p:grpSp>
          <p:nvGrpSpPr>
            <p:cNvPr id="1044" name="Grupo 1043">
              <a:extLst>
                <a:ext uri="{FF2B5EF4-FFF2-40B4-BE49-F238E27FC236}">
                  <a16:creationId xmlns:a16="http://schemas.microsoft.com/office/drawing/2014/main" id="{3ECB4B6A-0327-A650-0933-EA86C626CFDF}"/>
                </a:ext>
              </a:extLst>
            </p:cNvPr>
            <p:cNvGrpSpPr/>
            <p:nvPr/>
          </p:nvGrpSpPr>
          <p:grpSpPr>
            <a:xfrm>
              <a:off x="9818963" y="1291071"/>
              <a:ext cx="266750" cy="342900"/>
              <a:chOff x="5053733" y="4472706"/>
              <a:chExt cx="764498" cy="795862"/>
            </a:xfrm>
          </p:grpSpPr>
          <p:pic>
            <p:nvPicPr>
              <p:cNvPr id="1045" name="Imagen 1044">
                <a:extLst>
                  <a:ext uri="{FF2B5EF4-FFF2-40B4-BE49-F238E27FC236}">
                    <a16:creationId xmlns:a16="http://schemas.microsoft.com/office/drawing/2014/main" id="{C82A54C6-75CE-0F98-A18C-2C5B20B89357}"/>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46" name="Imagen 1045">
                <a:extLst>
                  <a:ext uri="{FF2B5EF4-FFF2-40B4-BE49-F238E27FC236}">
                    <a16:creationId xmlns:a16="http://schemas.microsoft.com/office/drawing/2014/main" id="{5A0A6890-38D2-7C47-96B7-2A7CEBC0919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047" name="Imagen 1046">
              <a:extLst>
                <a:ext uri="{FF2B5EF4-FFF2-40B4-BE49-F238E27FC236}">
                  <a16:creationId xmlns:a16="http://schemas.microsoft.com/office/drawing/2014/main" id="{38DCA4D9-FDAE-9324-5EC2-44CD4F492BB2}"/>
                </a:ext>
              </a:extLst>
            </p:cNvPr>
            <p:cNvPicPr>
              <a:picLocks noChangeAspect="1"/>
            </p:cNvPicPr>
            <p:nvPr/>
          </p:nvPicPr>
          <p:blipFill>
            <a:blip r:embed="rId5"/>
            <a:srcRect l="65685" t="34869" r="23168" b="53526"/>
            <a:stretch/>
          </p:blipFill>
          <p:spPr>
            <a:xfrm>
              <a:off x="10102732" y="1291071"/>
              <a:ext cx="266750" cy="342900"/>
            </a:xfrm>
            <a:prstGeom prst="rect">
              <a:avLst/>
            </a:prstGeom>
          </p:spPr>
        </p:pic>
        <p:pic>
          <p:nvPicPr>
            <p:cNvPr id="1048" name="Imagen 1047">
              <a:extLst>
                <a:ext uri="{FF2B5EF4-FFF2-40B4-BE49-F238E27FC236}">
                  <a16:creationId xmlns:a16="http://schemas.microsoft.com/office/drawing/2014/main" id="{135A6EBC-AB08-BE0B-0A1A-78173E3D8F98}"/>
                </a:ext>
              </a:extLst>
            </p:cNvPr>
            <p:cNvPicPr>
              <a:picLocks noChangeAspect="1"/>
            </p:cNvPicPr>
            <p:nvPr/>
          </p:nvPicPr>
          <p:blipFill>
            <a:blip r:embed="rId5"/>
            <a:srcRect l="23278" t="21261" r="65575" b="67134"/>
            <a:stretch/>
          </p:blipFill>
          <p:spPr>
            <a:xfrm>
              <a:off x="10386501" y="1291071"/>
              <a:ext cx="266750" cy="342900"/>
            </a:xfrm>
            <a:prstGeom prst="rect">
              <a:avLst/>
            </a:prstGeom>
          </p:spPr>
        </p:pic>
        <p:pic>
          <p:nvPicPr>
            <p:cNvPr id="1049" name="Imagen 1048">
              <a:extLst>
                <a:ext uri="{FF2B5EF4-FFF2-40B4-BE49-F238E27FC236}">
                  <a16:creationId xmlns:a16="http://schemas.microsoft.com/office/drawing/2014/main" id="{55CC7A21-9DD5-26B9-6B71-A8BF61E5A27E}"/>
                </a:ext>
              </a:extLst>
            </p:cNvPr>
            <p:cNvPicPr>
              <a:picLocks noChangeAspect="1"/>
            </p:cNvPicPr>
            <p:nvPr/>
          </p:nvPicPr>
          <p:blipFill>
            <a:blip r:embed="rId5"/>
            <a:srcRect l="65751" t="21142" r="23101" b="67253"/>
            <a:stretch/>
          </p:blipFill>
          <p:spPr>
            <a:xfrm>
              <a:off x="10670270" y="1291071"/>
              <a:ext cx="266750" cy="342900"/>
            </a:xfrm>
            <a:prstGeom prst="rect">
              <a:avLst/>
            </a:prstGeom>
          </p:spPr>
        </p:pic>
        <p:pic>
          <p:nvPicPr>
            <p:cNvPr id="1050" name="Imagen 1049">
              <a:extLst>
                <a:ext uri="{FF2B5EF4-FFF2-40B4-BE49-F238E27FC236}">
                  <a16:creationId xmlns:a16="http://schemas.microsoft.com/office/drawing/2014/main" id="{C1C94684-160D-8A43-5F4D-8F3798D3CFAD}"/>
                </a:ext>
              </a:extLst>
            </p:cNvPr>
            <p:cNvPicPr>
              <a:picLocks noChangeAspect="1"/>
            </p:cNvPicPr>
            <p:nvPr/>
          </p:nvPicPr>
          <p:blipFill>
            <a:blip r:embed="rId5"/>
            <a:srcRect l="55117" t="6975" r="33736" b="81420"/>
            <a:stretch/>
          </p:blipFill>
          <p:spPr>
            <a:xfrm>
              <a:off x="10954039" y="1291071"/>
              <a:ext cx="266750" cy="342900"/>
            </a:xfrm>
            <a:prstGeom prst="rect">
              <a:avLst/>
            </a:prstGeom>
          </p:spPr>
        </p:pic>
        <p:grpSp>
          <p:nvGrpSpPr>
            <p:cNvPr id="1090" name="Grupo 1089">
              <a:extLst>
                <a:ext uri="{FF2B5EF4-FFF2-40B4-BE49-F238E27FC236}">
                  <a16:creationId xmlns:a16="http://schemas.microsoft.com/office/drawing/2014/main" id="{E6012011-FAC6-4AD4-4DCF-BE13756F7159}"/>
                </a:ext>
              </a:extLst>
            </p:cNvPr>
            <p:cNvGrpSpPr/>
            <p:nvPr/>
          </p:nvGrpSpPr>
          <p:grpSpPr>
            <a:xfrm>
              <a:off x="11225229" y="1291071"/>
              <a:ext cx="266750" cy="342900"/>
              <a:chOff x="5053733" y="4472706"/>
              <a:chExt cx="764498" cy="795862"/>
            </a:xfrm>
          </p:grpSpPr>
          <p:pic>
            <p:nvPicPr>
              <p:cNvPr id="1091" name="Imagen 1090">
                <a:extLst>
                  <a:ext uri="{FF2B5EF4-FFF2-40B4-BE49-F238E27FC236}">
                    <a16:creationId xmlns:a16="http://schemas.microsoft.com/office/drawing/2014/main" id="{49230AC6-CDF8-FA65-3AAB-0406ED1A1A8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92" name="Imagen 1091">
                <a:extLst>
                  <a:ext uri="{FF2B5EF4-FFF2-40B4-BE49-F238E27FC236}">
                    <a16:creationId xmlns:a16="http://schemas.microsoft.com/office/drawing/2014/main" id="{6E4C3EBD-B57A-2533-D10A-3C644807CAE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096" name="Imagen 1095">
              <a:extLst>
                <a:ext uri="{FF2B5EF4-FFF2-40B4-BE49-F238E27FC236}">
                  <a16:creationId xmlns:a16="http://schemas.microsoft.com/office/drawing/2014/main" id="{49D91FA9-DFE0-EE60-A4A1-FEA35CB13ED2}"/>
                </a:ext>
              </a:extLst>
            </p:cNvPr>
            <p:cNvPicPr>
              <a:picLocks noChangeAspect="1"/>
            </p:cNvPicPr>
            <p:nvPr/>
          </p:nvPicPr>
          <p:blipFill>
            <a:blip r:embed="rId5"/>
            <a:srcRect l="12624" t="34906" r="76229" b="53489"/>
            <a:stretch/>
          </p:blipFill>
          <p:spPr>
            <a:xfrm>
              <a:off x="9244545" y="1656161"/>
              <a:ext cx="266750" cy="342900"/>
            </a:xfrm>
            <a:prstGeom prst="rect">
              <a:avLst/>
            </a:prstGeom>
          </p:spPr>
        </p:pic>
        <p:pic>
          <p:nvPicPr>
            <p:cNvPr id="1097" name="Imagen 1096">
              <a:extLst>
                <a:ext uri="{FF2B5EF4-FFF2-40B4-BE49-F238E27FC236}">
                  <a16:creationId xmlns:a16="http://schemas.microsoft.com/office/drawing/2014/main" id="{EE3A1E55-A810-9710-4179-302ABB542702}"/>
                </a:ext>
              </a:extLst>
            </p:cNvPr>
            <p:cNvPicPr>
              <a:picLocks noChangeAspect="1"/>
            </p:cNvPicPr>
            <p:nvPr/>
          </p:nvPicPr>
          <p:blipFill>
            <a:blip r:embed="rId5"/>
            <a:srcRect l="76281" t="21082" r="12572" b="67313"/>
            <a:stretch/>
          </p:blipFill>
          <p:spPr>
            <a:xfrm>
              <a:off x="9528099" y="1656161"/>
              <a:ext cx="266750" cy="342900"/>
            </a:xfrm>
            <a:prstGeom prst="rect">
              <a:avLst/>
            </a:prstGeom>
          </p:spPr>
        </p:pic>
        <p:grpSp>
          <p:nvGrpSpPr>
            <p:cNvPr id="1098" name="Grupo 1097">
              <a:extLst>
                <a:ext uri="{FF2B5EF4-FFF2-40B4-BE49-F238E27FC236}">
                  <a16:creationId xmlns:a16="http://schemas.microsoft.com/office/drawing/2014/main" id="{97852A9C-2659-1E46-CFB7-D3B8F356F27F}"/>
                </a:ext>
              </a:extLst>
            </p:cNvPr>
            <p:cNvGrpSpPr/>
            <p:nvPr/>
          </p:nvGrpSpPr>
          <p:grpSpPr>
            <a:xfrm>
              <a:off x="9811653" y="1656161"/>
              <a:ext cx="266750" cy="342900"/>
              <a:chOff x="5053733" y="4472706"/>
              <a:chExt cx="764498" cy="795862"/>
            </a:xfrm>
          </p:grpSpPr>
          <p:pic>
            <p:nvPicPr>
              <p:cNvPr id="1099" name="Imagen 1098">
                <a:extLst>
                  <a:ext uri="{FF2B5EF4-FFF2-40B4-BE49-F238E27FC236}">
                    <a16:creationId xmlns:a16="http://schemas.microsoft.com/office/drawing/2014/main" id="{CBBCE1C0-BE3C-A8FF-DB7F-B723A145B8D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00" name="Imagen 1099">
                <a:extLst>
                  <a:ext uri="{FF2B5EF4-FFF2-40B4-BE49-F238E27FC236}">
                    <a16:creationId xmlns:a16="http://schemas.microsoft.com/office/drawing/2014/main" id="{8E7E0315-E556-9FD7-3111-EDB125BD216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01" name="Imagen 1100">
              <a:extLst>
                <a:ext uri="{FF2B5EF4-FFF2-40B4-BE49-F238E27FC236}">
                  <a16:creationId xmlns:a16="http://schemas.microsoft.com/office/drawing/2014/main" id="{48DE7F5C-315F-AC9E-6B90-21D1E5563674}"/>
                </a:ext>
              </a:extLst>
            </p:cNvPr>
            <p:cNvPicPr>
              <a:picLocks noChangeAspect="1"/>
            </p:cNvPicPr>
            <p:nvPr/>
          </p:nvPicPr>
          <p:blipFill>
            <a:blip r:embed="rId5"/>
            <a:srcRect l="65685" t="34869" r="23168" b="53526"/>
            <a:stretch/>
          </p:blipFill>
          <p:spPr>
            <a:xfrm>
              <a:off x="10095207" y="1656161"/>
              <a:ext cx="266750" cy="342900"/>
            </a:xfrm>
            <a:prstGeom prst="rect">
              <a:avLst/>
            </a:prstGeom>
          </p:spPr>
        </p:pic>
        <p:pic>
          <p:nvPicPr>
            <p:cNvPr id="1102" name="Imagen 1101">
              <a:extLst>
                <a:ext uri="{FF2B5EF4-FFF2-40B4-BE49-F238E27FC236}">
                  <a16:creationId xmlns:a16="http://schemas.microsoft.com/office/drawing/2014/main" id="{50254947-B4BB-4DFA-2DBF-C76DC12C0925}"/>
                </a:ext>
              </a:extLst>
            </p:cNvPr>
            <p:cNvPicPr>
              <a:picLocks noChangeAspect="1"/>
            </p:cNvPicPr>
            <p:nvPr/>
          </p:nvPicPr>
          <p:blipFill>
            <a:blip r:embed="rId5"/>
            <a:srcRect l="23278" t="21261" r="65575" b="67134"/>
            <a:stretch/>
          </p:blipFill>
          <p:spPr>
            <a:xfrm>
              <a:off x="10378761" y="1656161"/>
              <a:ext cx="266750" cy="342900"/>
            </a:xfrm>
            <a:prstGeom prst="rect">
              <a:avLst/>
            </a:prstGeom>
          </p:spPr>
        </p:pic>
        <p:pic>
          <p:nvPicPr>
            <p:cNvPr id="1103" name="Imagen 1102">
              <a:extLst>
                <a:ext uri="{FF2B5EF4-FFF2-40B4-BE49-F238E27FC236}">
                  <a16:creationId xmlns:a16="http://schemas.microsoft.com/office/drawing/2014/main" id="{43C59848-F693-D3DB-8874-87327E998432}"/>
                </a:ext>
              </a:extLst>
            </p:cNvPr>
            <p:cNvPicPr>
              <a:picLocks noChangeAspect="1"/>
            </p:cNvPicPr>
            <p:nvPr/>
          </p:nvPicPr>
          <p:blipFill>
            <a:blip r:embed="rId5"/>
            <a:srcRect l="65751" t="21142" r="23101" b="67253"/>
            <a:stretch/>
          </p:blipFill>
          <p:spPr>
            <a:xfrm>
              <a:off x="10662315" y="1656161"/>
              <a:ext cx="266750" cy="342900"/>
            </a:xfrm>
            <a:prstGeom prst="rect">
              <a:avLst/>
            </a:prstGeom>
          </p:spPr>
        </p:pic>
        <p:pic>
          <p:nvPicPr>
            <p:cNvPr id="1104" name="Imagen 1103">
              <a:extLst>
                <a:ext uri="{FF2B5EF4-FFF2-40B4-BE49-F238E27FC236}">
                  <a16:creationId xmlns:a16="http://schemas.microsoft.com/office/drawing/2014/main" id="{B89FE84B-0254-BF8D-0CA5-DF5F0699C5D8}"/>
                </a:ext>
              </a:extLst>
            </p:cNvPr>
            <p:cNvPicPr>
              <a:picLocks noChangeAspect="1"/>
            </p:cNvPicPr>
            <p:nvPr/>
          </p:nvPicPr>
          <p:blipFill>
            <a:blip r:embed="rId5"/>
            <a:srcRect l="55117" t="6975" r="33736" b="81420"/>
            <a:stretch/>
          </p:blipFill>
          <p:spPr>
            <a:xfrm>
              <a:off x="10945869" y="1656161"/>
              <a:ext cx="266750" cy="342900"/>
            </a:xfrm>
            <a:prstGeom prst="rect">
              <a:avLst/>
            </a:prstGeom>
          </p:spPr>
        </p:pic>
        <p:grpSp>
          <p:nvGrpSpPr>
            <p:cNvPr id="1105" name="Grupo 1104">
              <a:extLst>
                <a:ext uri="{FF2B5EF4-FFF2-40B4-BE49-F238E27FC236}">
                  <a16:creationId xmlns:a16="http://schemas.microsoft.com/office/drawing/2014/main" id="{9EA8895A-57A0-4E4D-53BB-1ECF48513CAF}"/>
                </a:ext>
              </a:extLst>
            </p:cNvPr>
            <p:cNvGrpSpPr/>
            <p:nvPr/>
          </p:nvGrpSpPr>
          <p:grpSpPr>
            <a:xfrm>
              <a:off x="11225229" y="1656161"/>
              <a:ext cx="266750" cy="342900"/>
              <a:chOff x="5053733" y="4472706"/>
              <a:chExt cx="764498" cy="795862"/>
            </a:xfrm>
          </p:grpSpPr>
          <p:pic>
            <p:nvPicPr>
              <p:cNvPr id="1106" name="Imagen 1105">
                <a:extLst>
                  <a:ext uri="{FF2B5EF4-FFF2-40B4-BE49-F238E27FC236}">
                    <a16:creationId xmlns:a16="http://schemas.microsoft.com/office/drawing/2014/main" id="{0AFE486F-05D7-829C-C4B9-99CE2FEA56E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07" name="Imagen 1106">
                <a:extLst>
                  <a:ext uri="{FF2B5EF4-FFF2-40B4-BE49-F238E27FC236}">
                    <a16:creationId xmlns:a16="http://schemas.microsoft.com/office/drawing/2014/main" id="{7AA5E589-F110-3866-7FD4-AE1F571BDE9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08" name="Imagen 1107">
              <a:extLst>
                <a:ext uri="{FF2B5EF4-FFF2-40B4-BE49-F238E27FC236}">
                  <a16:creationId xmlns:a16="http://schemas.microsoft.com/office/drawing/2014/main" id="{EA8C04EE-F6F2-78FA-9301-25108AE91E2E}"/>
                </a:ext>
              </a:extLst>
            </p:cNvPr>
            <p:cNvPicPr>
              <a:picLocks noChangeAspect="1"/>
            </p:cNvPicPr>
            <p:nvPr/>
          </p:nvPicPr>
          <p:blipFill>
            <a:blip r:embed="rId5"/>
            <a:srcRect l="12624" t="34906" r="76229" b="53489"/>
            <a:stretch/>
          </p:blipFill>
          <p:spPr>
            <a:xfrm>
              <a:off x="9241089" y="2384545"/>
              <a:ext cx="266750" cy="342900"/>
            </a:xfrm>
            <a:prstGeom prst="rect">
              <a:avLst/>
            </a:prstGeom>
          </p:spPr>
        </p:pic>
        <p:pic>
          <p:nvPicPr>
            <p:cNvPr id="1109" name="Imagen 1108">
              <a:extLst>
                <a:ext uri="{FF2B5EF4-FFF2-40B4-BE49-F238E27FC236}">
                  <a16:creationId xmlns:a16="http://schemas.microsoft.com/office/drawing/2014/main" id="{A2FE2E26-3FFD-9145-BF19-8914C91C7F2B}"/>
                </a:ext>
              </a:extLst>
            </p:cNvPr>
            <p:cNvPicPr>
              <a:picLocks noChangeAspect="1"/>
            </p:cNvPicPr>
            <p:nvPr/>
          </p:nvPicPr>
          <p:blipFill>
            <a:blip r:embed="rId5"/>
            <a:srcRect l="76281" t="21082" r="12572" b="67313"/>
            <a:stretch/>
          </p:blipFill>
          <p:spPr>
            <a:xfrm>
              <a:off x="9524535" y="2384545"/>
              <a:ext cx="266750" cy="342900"/>
            </a:xfrm>
            <a:prstGeom prst="rect">
              <a:avLst/>
            </a:prstGeom>
          </p:spPr>
        </p:pic>
        <p:grpSp>
          <p:nvGrpSpPr>
            <p:cNvPr id="1110" name="Grupo 1109">
              <a:extLst>
                <a:ext uri="{FF2B5EF4-FFF2-40B4-BE49-F238E27FC236}">
                  <a16:creationId xmlns:a16="http://schemas.microsoft.com/office/drawing/2014/main" id="{2B753853-487B-6228-9531-E7F32338A7DF}"/>
                </a:ext>
              </a:extLst>
            </p:cNvPr>
            <p:cNvGrpSpPr/>
            <p:nvPr/>
          </p:nvGrpSpPr>
          <p:grpSpPr>
            <a:xfrm>
              <a:off x="9807981" y="2384545"/>
              <a:ext cx="266750" cy="342900"/>
              <a:chOff x="5053733" y="4472706"/>
              <a:chExt cx="764498" cy="795862"/>
            </a:xfrm>
          </p:grpSpPr>
          <p:pic>
            <p:nvPicPr>
              <p:cNvPr id="1111" name="Imagen 1110">
                <a:extLst>
                  <a:ext uri="{FF2B5EF4-FFF2-40B4-BE49-F238E27FC236}">
                    <a16:creationId xmlns:a16="http://schemas.microsoft.com/office/drawing/2014/main" id="{7EBD3B5B-47BE-82F4-EDD1-D5E7A4891D4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12" name="Imagen 1111">
                <a:extLst>
                  <a:ext uri="{FF2B5EF4-FFF2-40B4-BE49-F238E27FC236}">
                    <a16:creationId xmlns:a16="http://schemas.microsoft.com/office/drawing/2014/main" id="{F9355B67-418F-0CC3-B34B-D2899C073E2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13" name="Imagen 1112">
              <a:extLst>
                <a:ext uri="{FF2B5EF4-FFF2-40B4-BE49-F238E27FC236}">
                  <a16:creationId xmlns:a16="http://schemas.microsoft.com/office/drawing/2014/main" id="{B50580E5-A819-3967-AA6C-B9B50EEC1384}"/>
                </a:ext>
              </a:extLst>
            </p:cNvPr>
            <p:cNvPicPr>
              <a:picLocks noChangeAspect="1"/>
            </p:cNvPicPr>
            <p:nvPr/>
          </p:nvPicPr>
          <p:blipFill>
            <a:blip r:embed="rId5"/>
            <a:srcRect l="65685" t="34869" r="23168" b="53526"/>
            <a:stretch/>
          </p:blipFill>
          <p:spPr>
            <a:xfrm>
              <a:off x="10091427" y="2384545"/>
              <a:ext cx="266750" cy="342900"/>
            </a:xfrm>
            <a:prstGeom prst="rect">
              <a:avLst/>
            </a:prstGeom>
          </p:spPr>
        </p:pic>
        <p:pic>
          <p:nvPicPr>
            <p:cNvPr id="1114" name="Imagen 1113">
              <a:extLst>
                <a:ext uri="{FF2B5EF4-FFF2-40B4-BE49-F238E27FC236}">
                  <a16:creationId xmlns:a16="http://schemas.microsoft.com/office/drawing/2014/main" id="{1C46BB59-AA8A-2991-FFD1-F0C694606CB6}"/>
                </a:ext>
              </a:extLst>
            </p:cNvPr>
            <p:cNvPicPr>
              <a:picLocks noChangeAspect="1"/>
            </p:cNvPicPr>
            <p:nvPr/>
          </p:nvPicPr>
          <p:blipFill>
            <a:blip r:embed="rId5"/>
            <a:srcRect l="23278" t="21261" r="65575" b="67134"/>
            <a:stretch/>
          </p:blipFill>
          <p:spPr>
            <a:xfrm>
              <a:off x="10374873" y="2384545"/>
              <a:ext cx="266750" cy="342900"/>
            </a:xfrm>
            <a:prstGeom prst="rect">
              <a:avLst/>
            </a:prstGeom>
          </p:spPr>
        </p:pic>
        <p:pic>
          <p:nvPicPr>
            <p:cNvPr id="1115" name="Imagen 1114">
              <a:extLst>
                <a:ext uri="{FF2B5EF4-FFF2-40B4-BE49-F238E27FC236}">
                  <a16:creationId xmlns:a16="http://schemas.microsoft.com/office/drawing/2014/main" id="{D031D51A-DB5A-E034-F5EF-F4DB893C6B7E}"/>
                </a:ext>
              </a:extLst>
            </p:cNvPr>
            <p:cNvPicPr>
              <a:picLocks noChangeAspect="1"/>
            </p:cNvPicPr>
            <p:nvPr/>
          </p:nvPicPr>
          <p:blipFill>
            <a:blip r:embed="rId5"/>
            <a:srcRect l="65751" t="21142" r="23101" b="67253"/>
            <a:stretch/>
          </p:blipFill>
          <p:spPr>
            <a:xfrm>
              <a:off x="10658319" y="2384545"/>
              <a:ext cx="266750" cy="342900"/>
            </a:xfrm>
            <a:prstGeom prst="rect">
              <a:avLst/>
            </a:prstGeom>
          </p:spPr>
        </p:pic>
        <p:pic>
          <p:nvPicPr>
            <p:cNvPr id="1116" name="Imagen 1115">
              <a:extLst>
                <a:ext uri="{FF2B5EF4-FFF2-40B4-BE49-F238E27FC236}">
                  <a16:creationId xmlns:a16="http://schemas.microsoft.com/office/drawing/2014/main" id="{BF0288BA-F015-0A86-FF01-393A0A5015B5}"/>
                </a:ext>
              </a:extLst>
            </p:cNvPr>
            <p:cNvPicPr>
              <a:picLocks noChangeAspect="1"/>
            </p:cNvPicPr>
            <p:nvPr/>
          </p:nvPicPr>
          <p:blipFill>
            <a:blip r:embed="rId5"/>
            <a:srcRect l="55117" t="6975" r="33736" b="81420"/>
            <a:stretch/>
          </p:blipFill>
          <p:spPr>
            <a:xfrm>
              <a:off x="10941765" y="2384545"/>
              <a:ext cx="266750" cy="342900"/>
            </a:xfrm>
            <a:prstGeom prst="rect">
              <a:avLst/>
            </a:prstGeom>
          </p:spPr>
        </p:pic>
        <p:grpSp>
          <p:nvGrpSpPr>
            <p:cNvPr id="1117" name="Grupo 1116">
              <a:extLst>
                <a:ext uri="{FF2B5EF4-FFF2-40B4-BE49-F238E27FC236}">
                  <a16:creationId xmlns:a16="http://schemas.microsoft.com/office/drawing/2014/main" id="{569F9D17-80A1-5013-2036-73483368E913}"/>
                </a:ext>
              </a:extLst>
            </p:cNvPr>
            <p:cNvGrpSpPr/>
            <p:nvPr/>
          </p:nvGrpSpPr>
          <p:grpSpPr>
            <a:xfrm>
              <a:off x="11225229" y="2384545"/>
              <a:ext cx="266750" cy="342900"/>
              <a:chOff x="5053733" y="4472706"/>
              <a:chExt cx="764498" cy="795862"/>
            </a:xfrm>
          </p:grpSpPr>
          <p:pic>
            <p:nvPicPr>
              <p:cNvPr id="1118" name="Imagen 1117">
                <a:extLst>
                  <a:ext uri="{FF2B5EF4-FFF2-40B4-BE49-F238E27FC236}">
                    <a16:creationId xmlns:a16="http://schemas.microsoft.com/office/drawing/2014/main" id="{D6159149-6935-2915-F22D-762F458C7C7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19" name="Imagen 1118">
                <a:extLst>
                  <a:ext uri="{FF2B5EF4-FFF2-40B4-BE49-F238E27FC236}">
                    <a16:creationId xmlns:a16="http://schemas.microsoft.com/office/drawing/2014/main" id="{AFA3875F-1BC2-2F90-CC93-B3391800E0C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20" name="Imagen 1119">
              <a:extLst>
                <a:ext uri="{FF2B5EF4-FFF2-40B4-BE49-F238E27FC236}">
                  <a16:creationId xmlns:a16="http://schemas.microsoft.com/office/drawing/2014/main" id="{C92D2C73-73E6-03C5-F379-9EBDFBF47CB7}"/>
                </a:ext>
              </a:extLst>
            </p:cNvPr>
            <p:cNvPicPr>
              <a:picLocks noChangeAspect="1"/>
            </p:cNvPicPr>
            <p:nvPr/>
          </p:nvPicPr>
          <p:blipFill>
            <a:blip r:embed="rId5"/>
            <a:srcRect l="12624" t="34906" r="76229" b="53489"/>
            <a:stretch/>
          </p:blipFill>
          <p:spPr>
            <a:xfrm>
              <a:off x="9241089" y="2025139"/>
              <a:ext cx="266750" cy="342900"/>
            </a:xfrm>
            <a:prstGeom prst="rect">
              <a:avLst/>
            </a:prstGeom>
          </p:spPr>
        </p:pic>
        <p:pic>
          <p:nvPicPr>
            <p:cNvPr id="1121" name="Imagen 1120">
              <a:extLst>
                <a:ext uri="{FF2B5EF4-FFF2-40B4-BE49-F238E27FC236}">
                  <a16:creationId xmlns:a16="http://schemas.microsoft.com/office/drawing/2014/main" id="{E56E8DC3-91B1-34B6-C01C-A5DD69C1A6A5}"/>
                </a:ext>
              </a:extLst>
            </p:cNvPr>
            <p:cNvPicPr>
              <a:picLocks noChangeAspect="1"/>
            </p:cNvPicPr>
            <p:nvPr/>
          </p:nvPicPr>
          <p:blipFill>
            <a:blip r:embed="rId5"/>
            <a:srcRect l="76281" t="21082" r="12572" b="67313"/>
            <a:stretch/>
          </p:blipFill>
          <p:spPr>
            <a:xfrm>
              <a:off x="9524535" y="2025139"/>
              <a:ext cx="266750" cy="342900"/>
            </a:xfrm>
            <a:prstGeom prst="rect">
              <a:avLst/>
            </a:prstGeom>
          </p:spPr>
        </p:pic>
        <p:grpSp>
          <p:nvGrpSpPr>
            <p:cNvPr id="1122" name="Grupo 1121">
              <a:extLst>
                <a:ext uri="{FF2B5EF4-FFF2-40B4-BE49-F238E27FC236}">
                  <a16:creationId xmlns:a16="http://schemas.microsoft.com/office/drawing/2014/main" id="{B71EBDE2-BAB8-3704-8B6D-4226EE4CF9F5}"/>
                </a:ext>
              </a:extLst>
            </p:cNvPr>
            <p:cNvGrpSpPr/>
            <p:nvPr/>
          </p:nvGrpSpPr>
          <p:grpSpPr>
            <a:xfrm>
              <a:off x="9807981" y="2025139"/>
              <a:ext cx="266750" cy="342900"/>
              <a:chOff x="5053733" y="4472706"/>
              <a:chExt cx="764498" cy="795862"/>
            </a:xfrm>
          </p:grpSpPr>
          <p:pic>
            <p:nvPicPr>
              <p:cNvPr id="1123" name="Imagen 1122">
                <a:extLst>
                  <a:ext uri="{FF2B5EF4-FFF2-40B4-BE49-F238E27FC236}">
                    <a16:creationId xmlns:a16="http://schemas.microsoft.com/office/drawing/2014/main" id="{4070A257-6D1A-C187-40F7-FB01B8EB3B4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24" name="Imagen 1123">
                <a:extLst>
                  <a:ext uri="{FF2B5EF4-FFF2-40B4-BE49-F238E27FC236}">
                    <a16:creationId xmlns:a16="http://schemas.microsoft.com/office/drawing/2014/main" id="{59929BCA-4456-BBE4-D37F-F3868CCFD9B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25" name="Imagen 1124">
              <a:extLst>
                <a:ext uri="{FF2B5EF4-FFF2-40B4-BE49-F238E27FC236}">
                  <a16:creationId xmlns:a16="http://schemas.microsoft.com/office/drawing/2014/main" id="{A0A8D2A8-5AB7-8BF9-80EB-71468363C29D}"/>
                </a:ext>
              </a:extLst>
            </p:cNvPr>
            <p:cNvPicPr>
              <a:picLocks noChangeAspect="1"/>
            </p:cNvPicPr>
            <p:nvPr/>
          </p:nvPicPr>
          <p:blipFill>
            <a:blip r:embed="rId5"/>
            <a:srcRect l="65685" t="34869" r="23168" b="53526"/>
            <a:stretch/>
          </p:blipFill>
          <p:spPr>
            <a:xfrm>
              <a:off x="10091427" y="2025139"/>
              <a:ext cx="266750" cy="342900"/>
            </a:xfrm>
            <a:prstGeom prst="rect">
              <a:avLst/>
            </a:prstGeom>
          </p:spPr>
        </p:pic>
        <p:pic>
          <p:nvPicPr>
            <p:cNvPr id="1126" name="Imagen 1125">
              <a:extLst>
                <a:ext uri="{FF2B5EF4-FFF2-40B4-BE49-F238E27FC236}">
                  <a16:creationId xmlns:a16="http://schemas.microsoft.com/office/drawing/2014/main" id="{1FEB0357-8009-B167-81AE-C151FEB1E909}"/>
                </a:ext>
              </a:extLst>
            </p:cNvPr>
            <p:cNvPicPr>
              <a:picLocks noChangeAspect="1"/>
            </p:cNvPicPr>
            <p:nvPr/>
          </p:nvPicPr>
          <p:blipFill>
            <a:blip r:embed="rId5"/>
            <a:srcRect l="23278" t="21261" r="65575" b="67134"/>
            <a:stretch/>
          </p:blipFill>
          <p:spPr>
            <a:xfrm>
              <a:off x="10374873" y="2025139"/>
              <a:ext cx="266750" cy="342900"/>
            </a:xfrm>
            <a:prstGeom prst="rect">
              <a:avLst/>
            </a:prstGeom>
          </p:spPr>
        </p:pic>
        <p:pic>
          <p:nvPicPr>
            <p:cNvPr id="1127" name="Imagen 1126">
              <a:extLst>
                <a:ext uri="{FF2B5EF4-FFF2-40B4-BE49-F238E27FC236}">
                  <a16:creationId xmlns:a16="http://schemas.microsoft.com/office/drawing/2014/main" id="{B0AD91B7-ECF0-84B9-F325-B4DDB16F142C}"/>
                </a:ext>
              </a:extLst>
            </p:cNvPr>
            <p:cNvPicPr>
              <a:picLocks noChangeAspect="1"/>
            </p:cNvPicPr>
            <p:nvPr/>
          </p:nvPicPr>
          <p:blipFill>
            <a:blip r:embed="rId5"/>
            <a:srcRect l="65751" t="21142" r="23101" b="67253"/>
            <a:stretch/>
          </p:blipFill>
          <p:spPr>
            <a:xfrm>
              <a:off x="10658319" y="2025139"/>
              <a:ext cx="266750" cy="342900"/>
            </a:xfrm>
            <a:prstGeom prst="rect">
              <a:avLst/>
            </a:prstGeom>
          </p:spPr>
        </p:pic>
        <p:pic>
          <p:nvPicPr>
            <p:cNvPr id="1128" name="Imagen 1127">
              <a:extLst>
                <a:ext uri="{FF2B5EF4-FFF2-40B4-BE49-F238E27FC236}">
                  <a16:creationId xmlns:a16="http://schemas.microsoft.com/office/drawing/2014/main" id="{2F4695D2-8D2F-1C5C-CE11-4C346D0946EB}"/>
                </a:ext>
              </a:extLst>
            </p:cNvPr>
            <p:cNvPicPr>
              <a:picLocks noChangeAspect="1"/>
            </p:cNvPicPr>
            <p:nvPr/>
          </p:nvPicPr>
          <p:blipFill>
            <a:blip r:embed="rId5"/>
            <a:srcRect l="55117" t="6975" r="33736" b="81420"/>
            <a:stretch/>
          </p:blipFill>
          <p:spPr>
            <a:xfrm>
              <a:off x="10941765" y="2025139"/>
              <a:ext cx="266750" cy="342900"/>
            </a:xfrm>
            <a:prstGeom prst="rect">
              <a:avLst/>
            </a:prstGeom>
          </p:spPr>
        </p:pic>
        <p:grpSp>
          <p:nvGrpSpPr>
            <p:cNvPr id="1129" name="Grupo 1128">
              <a:extLst>
                <a:ext uri="{FF2B5EF4-FFF2-40B4-BE49-F238E27FC236}">
                  <a16:creationId xmlns:a16="http://schemas.microsoft.com/office/drawing/2014/main" id="{4BE3AD89-3AF8-0755-00B9-0D62968AB16A}"/>
                </a:ext>
              </a:extLst>
            </p:cNvPr>
            <p:cNvGrpSpPr/>
            <p:nvPr/>
          </p:nvGrpSpPr>
          <p:grpSpPr>
            <a:xfrm>
              <a:off x="11225229" y="2025139"/>
              <a:ext cx="266750" cy="342900"/>
              <a:chOff x="5053733" y="4472706"/>
              <a:chExt cx="764498" cy="795862"/>
            </a:xfrm>
          </p:grpSpPr>
          <p:pic>
            <p:nvPicPr>
              <p:cNvPr id="1130" name="Imagen 1129">
                <a:extLst>
                  <a:ext uri="{FF2B5EF4-FFF2-40B4-BE49-F238E27FC236}">
                    <a16:creationId xmlns:a16="http://schemas.microsoft.com/office/drawing/2014/main" id="{984E5CBA-7E09-7877-782B-99426F9FF4A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31" name="Imagen 1130">
                <a:extLst>
                  <a:ext uri="{FF2B5EF4-FFF2-40B4-BE49-F238E27FC236}">
                    <a16:creationId xmlns:a16="http://schemas.microsoft.com/office/drawing/2014/main" id="{BEF77263-8CDF-F3C7-39D7-41275B86DFC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32" name="Imagen 1131">
              <a:extLst>
                <a:ext uri="{FF2B5EF4-FFF2-40B4-BE49-F238E27FC236}">
                  <a16:creationId xmlns:a16="http://schemas.microsoft.com/office/drawing/2014/main" id="{220B4EE7-18AE-2F85-3E7C-51CADE48AC66}"/>
                </a:ext>
              </a:extLst>
            </p:cNvPr>
            <p:cNvPicPr>
              <a:picLocks noChangeAspect="1"/>
            </p:cNvPicPr>
            <p:nvPr/>
          </p:nvPicPr>
          <p:blipFill>
            <a:blip r:embed="rId5"/>
            <a:srcRect l="12624" t="34906" r="76229" b="53489"/>
            <a:stretch/>
          </p:blipFill>
          <p:spPr>
            <a:xfrm>
              <a:off x="9241089" y="2758116"/>
              <a:ext cx="266750" cy="342900"/>
            </a:xfrm>
            <a:prstGeom prst="rect">
              <a:avLst/>
            </a:prstGeom>
          </p:spPr>
        </p:pic>
        <p:pic>
          <p:nvPicPr>
            <p:cNvPr id="1133" name="Imagen 1132">
              <a:extLst>
                <a:ext uri="{FF2B5EF4-FFF2-40B4-BE49-F238E27FC236}">
                  <a16:creationId xmlns:a16="http://schemas.microsoft.com/office/drawing/2014/main" id="{37113F46-01CE-EC34-C8D6-7ECDCB88E114}"/>
                </a:ext>
              </a:extLst>
            </p:cNvPr>
            <p:cNvPicPr>
              <a:picLocks noChangeAspect="1"/>
            </p:cNvPicPr>
            <p:nvPr/>
          </p:nvPicPr>
          <p:blipFill>
            <a:blip r:embed="rId5"/>
            <a:srcRect l="76281" t="21082" r="12572" b="67313"/>
            <a:stretch/>
          </p:blipFill>
          <p:spPr>
            <a:xfrm>
              <a:off x="9524535" y="2758116"/>
              <a:ext cx="266750" cy="342900"/>
            </a:xfrm>
            <a:prstGeom prst="rect">
              <a:avLst/>
            </a:prstGeom>
          </p:spPr>
        </p:pic>
        <p:grpSp>
          <p:nvGrpSpPr>
            <p:cNvPr id="1134" name="Grupo 1133">
              <a:extLst>
                <a:ext uri="{FF2B5EF4-FFF2-40B4-BE49-F238E27FC236}">
                  <a16:creationId xmlns:a16="http://schemas.microsoft.com/office/drawing/2014/main" id="{883F2CB8-FCDE-11B9-BB29-C19485DE01E5}"/>
                </a:ext>
              </a:extLst>
            </p:cNvPr>
            <p:cNvGrpSpPr/>
            <p:nvPr/>
          </p:nvGrpSpPr>
          <p:grpSpPr>
            <a:xfrm>
              <a:off x="9807981" y="2758116"/>
              <a:ext cx="266750" cy="342900"/>
              <a:chOff x="5053733" y="4472706"/>
              <a:chExt cx="764498" cy="795862"/>
            </a:xfrm>
          </p:grpSpPr>
          <p:pic>
            <p:nvPicPr>
              <p:cNvPr id="1135" name="Imagen 1134">
                <a:extLst>
                  <a:ext uri="{FF2B5EF4-FFF2-40B4-BE49-F238E27FC236}">
                    <a16:creationId xmlns:a16="http://schemas.microsoft.com/office/drawing/2014/main" id="{557DE680-5BAC-EF39-0A49-3B708980F166}"/>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36" name="Imagen 1135">
                <a:extLst>
                  <a:ext uri="{FF2B5EF4-FFF2-40B4-BE49-F238E27FC236}">
                    <a16:creationId xmlns:a16="http://schemas.microsoft.com/office/drawing/2014/main" id="{E933B617-7E3B-ED3B-4340-43B9EA0E18A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37" name="Imagen 1136">
              <a:extLst>
                <a:ext uri="{FF2B5EF4-FFF2-40B4-BE49-F238E27FC236}">
                  <a16:creationId xmlns:a16="http://schemas.microsoft.com/office/drawing/2014/main" id="{61794F47-B8C8-7BD3-A89D-68F7A2011C55}"/>
                </a:ext>
              </a:extLst>
            </p:cNvPr>
            <p:cNvPicPr>
              <a:picLocks noChangeAspect="1"/>
            </p:cNvPicPr>
            <p:nvPr/>
          </p:nvPicPr>
          <p:blipFill>
            <a:blip r:embed="rId5"/>
            <a:srcRect l="65685" t="34869" r="23168" b="53526"/>
            <a:stretch/>
          </p:blipFill>
          <p:spPr>
            <a:xfrm>
              <a:off x="10091427" y="2758116"/>
              <a:ext cx="266750" cy="342900"/>
            </a:xfrm>
            <a:prstGeom prst="rect">
              <a:avLst/>
            </a:prstGeom>
          </p:spPr>
        </p:pic>
        <p:pic>
          <p:nvPicPr>
            <p:cNvPr id="1138" name="Imagen 1137">
              <a:extLst>
                <a:ext uri="{FF2B5EF4-FFF2-40B4-BE49-F238E27FC236}">
                  <a16:creationId xmlns:a16="http://schemas.microsoft.com/office/drawing/2014/main" id="{D2B05EC2-A6DF-420F-27B0-CCF5EB76DAF0}"/>
                </a:ext>
              </a:extLst>
            </p:cNvPr>
            <p:cNvPicPr>
              <a:picLocks noChangeAspect="1"/>
            </p:cNvPicPr>
            <p:nvPr/>
          </p:nvPicPr>
          <p:blipFill>
            <a:blip r:embed="rId5"/>
            <a:srcRect l="23278" t="21261" r="65575" b="67134"/>
            <a:stretch/>
          </p:blipFill>
          <p:spPr>
            <a:xfrm>
              <a:off x="10374873" y="2758116"/>
              <a:ext cx="266750" cy="342900"/>
            </a:xfrm>
            <a:prstGeom prst="rect">
              <a:avLst/>
            </a:prstGeom>
          </p:spPr>
        </p:pic>
        <p:pic>
          <p:nvPicPr>
            <p:cNvPr id="1139" name="Imagen 1138">
              <a:extLst>
                <a:ext uri="{FF2B5EF4-FFF2-40B4-BE49-F238E27FC236}">
                  <a16:creationId xmlns:a16="http://schemas.microsoft.com/office/drawing/2014/main" id="{D3F77959-DBB4-0A62-A2A1-D955BC1C7F00}"/>
                </a:ext>
              </a:extLst>
            </p:cNvPr>
            <p:cNvPicPr>
              <a:picLocks noChangeAspect="1"/>
            </p:cNvPicPr>
            <p:nvPr/>
          </p:nvPicPr>
          <p:blipFill>
            <a:blip r:embed="rId5"/>
            <a:srcRect l="65751" t="21142" r="23101" b="67253"/>
            <a:stretch/>
          </p:blipFill>
          <p:spPr>
            <a:xfrm>
              <a:off x="10658319" y="2758116"/>
              <a:ext cx="266750" cy="342900"/>
            </a:xfrm>
            <a:prstGeom prst="rect">
              <a:avLst/>
            </a:prstGeom>
          </p:spPr>
        </p:pic>
        <p:pic>
          <p:nvPicPr>
            <p:cNvPr id="1140" name="Imagen 1139">
              <a:extLst>
                <a:ext uri="{FF2B5EF4-FFF2-40B4-BE49-F238E27FC236}">
                  <a16:creationId xmlns:a16="http://schemas.microsoft.com/office/drawing/2014/main" id="{F9B59A63-AA00-2984-A718-4F28E10C6FA1}"/>
                </a:ext>
              </a:extLst>
            </p:cNvPr>
            <p:cNvPicPr>
              <a:picLocks noChangeAspect="1"/>
            </p:cNvPicPr>
            <p:nvPr/>
          </p:nvPicPr>
          <p:blipFill>
            <a:blip r:embed="rId5"/>
            <a:srcRect l="55117" t="6975" r="33736" b="81420"/>
            <a:stretch/>
          </p:blipFill>
          <p:spPr>
            <a:xfrm>
              <a:off x="10941765" y="2758116"/>
              <a:ext cx="266750" cy="342900"/>
            </a:xfrm>
            <a:prstGeom prst="rect">
              <a:avLst/>
            </a:prstGeom>
          </p:spPr>
        </p:pic>
        <p:grpSp>
          <p:nvGrpSpPr>
            <p:cNvPr id="1141" name="Grupo 1140">
              <a:extLst>
                <a:ext uri="{FF2B5EF4-FFF2-40B4-BE49-F238E27FC236}">
                  <a16:creationId xmlns:a16="http://schemas.microsoft.com/office/drawing/2014/main" id="{F26E7F4D-21F3-7864-C389-158FF6BEF414}"/>
                </a:ext>
              </a:extLst>
            </p:cNvPr>
            <p:cNvGrpSpPr/>
            <p:nvPr/>
          </p:nvGrpSpPr>
          <p:grpSpPr>
            <a:xfrm>
              <a:off x="11225229" y="2758116"/>
              <a:ext cx="266750" cy="342900"/>
              <a:chOff x="5053733" y="4472706"/>
              <a:chExt cx="764498" cy="795862"/>
            </a:xfrm>
          </p:grpSpPr>
          <p:pic>
            <p:nvPicPr>
              <p:cNvPr id="1142" name="Imagen 1141">
                <a:extLst>
                  <a:ext uri="{FF2B5EF4-FFF2-40B4-BE49-F238E27FC236}">
                    <a16:creationId xmlns:a16="http://schemas.microsoft.com/office/drawing/2014/main" id="{9AA641C4-55F2-3415-1F9D-88AC1CD0A4C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43" name="Imagen 1142">
                <a:extLst>
                  <a:ext uri="{FF2B5EF4-FFF2-40B4-BE49-F238E27FC236}">
                    <a16:creationId xmlns:a16="http://schemas.microsoft.com/office/drawing/2014/main" id="{189C144A-821B-5853-E00C-EB8B4DAFEA8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44" name="Imagen 1143">
              <a:extLst>
                <a:ext uri="{FF2B5EF4-FFF2-40B4-BE49-F238E27FC236}">
                  <a16:creationId xmlns:a16="http://schemas.microsoft.com/office/drawing/2014/main" id="{FA18BA68-B178-F4E1-228A-F77F56EED6A5}"/>
                </a:ext>
              </a:extLst>
            </p:cNvPr>
            <p:cNvPicPr>
              <a:picLocks noChangeAspect="1"/>
            </p:cNvPicPr>
            <p:nvPr/>
          </p:nvPicPr>
          <p:blipFill>
            <a:blip r:embed="rId5"/>
            <a:srcRect l="12624" t="34906" r="76229" b="53489"/>
            <a:stretch/>
          </p:blipFill>
          <p:spPr>
            <a:xfrm>
              <a:off x="9241089" y="3140200"/>
              <a:ext cx="266750" cy="342900"/>
            </a:xfrm>
            <a:prstGeom prst="rect">
              <a:avLst/>
            </a:prstGeom>
          </p:spPr>
        </p:pic>
        <p:pic>
          <p:nvPicPr>
            <p:cNvPr id="1145" name="Imagen 1144">
              <a:extLst>
                <a:ext uri="{FF2B5EF4-FFF2-40B4-BE49-F238E27FC236}">
                  <a16:creationId xmlns:a16="http://schemas.microsoft.com/office/drawing/2014/main" id="{457FDCC8-2D02-2022-5E06-C7ABA6F11618}"/>
                </a:ext>
              </a:extLst>
            </p:cNvPr>
            <p:cNvPicPr>
              <a:picLocks noChangeAspect="1"/>
            </p:cNvPicPr>
            <p:nvPr/>
          </p:nvPicPr>
          <p:blipFill>
            <a:blip r:embed="rId5"/>
            <a:srcRect l="76281" t="21082" r="12572" b="67313"/>
            <a:stretch/>
          </p:blipFill>
          <p:spPr>
            <a:xfrm>
              <a:off x="9524535" y="3140200"/>
              <a:ext cx="266750" cy="342900"/>
            </a:xfrm>
            <a:prstGeom prst="rect">
              <a:avLst/>
            </a:prstGeom>
          </p:spPr>
        </p:pic>
        <p:grpSp>
          <p:nvGrpSpPr>
            <p:cNvPr id="1146" name="Grupo 1145">
              <a:extLst>
                <a:ext uri="{FF2B5EF4-FFF2-40B4-BE49-F238E27FC236}">
                  <a16:creationId xmlns:a16="http://schemas.microsoft.com/office/drawing/2014/main" id="{290C1D58-1AD6-39D9-E2DF-CBE848C088F3}"/>
                </a:ext>
              </a:extLst>
            </p:cNvPr>
            <p:cNvGrpSpPr/>
            <p:nvPr/>
          </p:nvGrpSpPr>
          <p:grpSpPr>
            <a:xfrm>
              <a:off x="9807981" y="3140200"/>
              <a:ext cx="266750" cy="342900"/>
              <a:chOff x="5053733" y="4472706"/>
              <a:chExt cx="764498" cy="795862"/>
            </a:xfrm>
          </p:grpSpPr>
          <p:pic>
            <p:nvPicPr>
              <p:cNvPr id="1147" name="Imagen 1146">
                <a:extLst>
                  <a:ext uri="{FF2B5EF4-FFF2-40B4-BE49-F238E27FC236}">
                    <a16:creationId xmlns:a16="http://schemas.microsoft.com/office/drawing/2014/main" id="{A7FAE6EC-3B1B-1A64-ADD8-E96907C4FF5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48" name="Imagen 1147">
                <a:extLst>
                  <a:ext uri="{FF2B5EF4-FFF2-40B4-BE49-F238E27FC236}">
                    <a16:creationId xmlns:a16="http://schemas.microsoft.com/office/drawing/2014/main" id="{DE85F304-0036-AC50-885E-E4F761E5C4E4}"/>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49" name="Imagen 1148">
              <a:extLst>
                <a:ext uri="{FF2B5EF4-FFF2-40B4-BE49-F238E27FC236}">
                  <a16:creationId xmlns:a16="http://schemas.microsoft.com/office/drawing/2014/main" id="{F67DF5E4-ACDF-FBF1-8CEF-86EC899D2005}"/>
                </a:ext>
              </a:extLst>
            </p:cNvPr>
            <p:cNvPicPr>
              <a:picLocks noChangeAspect="1"/>
            </p:cNvPicPr>
            <p:nvPr/>
          </p:nvPicPr>
          <p:blipFill>
            <a:blip r:embed="rId5"/>
            <a:srcRect l="65685" t="34869" r="23168" b="53526"/>
            <a:stretch/>
          </p:blipFill>
          <p:spPr>
            <a:xfrm>
              <a:off x="10091427" y="3140200"/>
              <a:ext cx="266750" cy="342900"/>
            </a:xfrm>
            <a:prstGeom prst="rect">
              <a:avLst/>
            </a:prstGeom>
          </p:spPr>
        </p:pic>
        <p:pic>
          <p:nvPicPr>
            <p:cNvPr id="1150" name="Imagen 1149">
              <a:extLst>
                <a:ext uri="{FF2B5EF4-FFF2-40B4-BE49-F238E27FC236}">
                  <a16:creationId xmlns:a16="http://schemas.microsoft.com/office/drawing/2014/main" id="{F7D569DA-E30E-DBC7-4B7C-FFBDA1952299}"/>
                </a:ext>
              </a:extLst>
            </p:cNvPr>
            <p:cNvPicPr>
              <a:picLocks noChangeAspect="1"/>
            </p:cNvPicPr>
            <p:nvPr/>
          </p:nvPicPr>
          <p:blipFill>
            <a:blip r:embed="rId5"/>
            <a:srcRect l="23278" t="21261" r="65575" b="67134"/>
            <a:stretch/>
          </p:blipFill>
          <p:spPr>
            <a:xfrm>
              <a:off x="10374873" y="3140200"/>
              <a:ext cx="266750" cy="342900"/>
            </a:xfrm>
            <a:prstGeom prst="rect">
              <a:avLst/>
            </a:prstGeom>
          </p:spPr>
        </p:pic>
        <p:pic>
          <p:nvPicPr>
            <p:cNvPr id="1151" name="Imagen 1150">
              <a:extLst>
                <a:ext uri="{FF2B5EF4-FFF2-40B4-BE49-F238E27FC236}">
                  <a16:creationId xmlns:a16="http://schemas.microsoft.com/office/drawing/2014/main" id="{6567B557-FE0D-A413-046D-F79C2EC09E4D}"/>
                </a:ext>
              </a:extLst>
            </p:cNvPr>
            <p:cNvPicPr>
              <a:picLocks noChangeAspect="1"/>
            </p:cNvPicPr>
            <p:nvPr/>
          </p:nvPicPr>
          <p:blipFill>
            <a:blip r:embed="rId5"/>
            <a:srcRect l="65751" t="21142" r="23101" b="67253"/>
            <a:stretch/>
          </p:blipFill>
          <p:spPr>
            <a:xfrm>
              <a:off x="10658319" y="3140200"/>
              <a:ext cx="266750" cy="342900"/>
            </a:xfrm>
            <a:prstGeom prst="rect">
              <a:avLst/>
            </a:prstGeom>
          </p:spPr>
        </p:pic>
        <p:pic>
          <p:nvPicPr>
            <p:cNvPr id="1152" name="Imagen 1151">
              <a:extLst>
                <a:ext uri="{FF2B5EF4-FFF2-40B4-BE49-F238E27FC236}">
                  <a16:creationId xmlns:a16="http://schemas.microsoft.com/office/drawing/2014/main" id="{177CBECD-FB19-1C59-C1C8-6DCC79E19970}"/>
                </a:ext>
              </a:extLst>
            </p:cNvPr>
            <p:cNvPicPr>
              <a:picLocks noChangeAspect="1"/>
            </p:cNvPicPr>
            <p:nvPr/>
          </p:nvPicPr>
          <p:blipFill>
            <a:blip r:embed="rId5"/>
            <a:srcRect l="55117" t="6975" r="33736" b="81420"/>
            <a:stretch/>
          </p:blipFill>
          <p:spPr>
            <a:xfrm>
              <a:off x="10941765" y="3140200"/>
              <a:ext cx="266750" cy="342900"/>
            </a:xfrm>
            <a:prstGeom prst="rect">
              <a:avLst/>
            </a:prstGeom>
          </p:spPr>
        </p:pic>
        <p:grpSp>
          <p:nvGrpSpPr>
            <p:cNvPr id="1153" name="Grupo 1152">
              <a:extLst>
                <a:ext uri="{FF2B5EF4-FFF2-40B4-BE49-F238E27FC236}">
                  <a16:creationId xmlns:a16="http://schemas.microsoft.com/office/drawing/2014/main" id="{96132EAE-6F82-4819-9E6D-B0540AFB4589}"/>
                </a:ext>
              </a:extLst>
            </p:cNvPr>
            <p:cNvGrpSpPr/>
            <p:nvPr/>
          </p:nvGrpSpPr>
          <p:grpSpPr>
            <a:xfrm>
              <a:off x="11225229" y="3140200"/>
              <a:ext cx="266750" cy="342900"/>
              <a:chOff x="5053733" y="4472706"/>
              <a:chExt cx="764498" cy="795862"/>
            </a:xfrm>
          </p:grpSpPr>
          <p:pic>
            <p:nvPicPr>
              <p:cNvPr id="1154" name="Imagen 1153">
                <a:extLst>
                  <a:ext uri="{FF2B5EF4-FFF2-40B4-BE49-F238E27FC236}">
                    <a16:creationId xmlns:a16="http://schemas.microsoft.com/office/drawing/2014/main" id="{77DB9E3D-6BC6-0FEF-4865-24990548077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55" name="Imagen 1154">
                <a:extLst>
                  <a:ext uri="{FF2B5EF4-FFF2-40B4-BE49-F238E27FC236}">
                    <a16:creationId xmlns:a16="http://schemas.microsoft.com/office/drawing/2014/main" id="{B8F5FE46-4F3F-ED89-36E1-555C8962782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56" name="Imagen 1155">
              <a:extLst>
                <a:ext uri="{FF2B5EF4-FFF2-40B4-BE49-F238E27FC236}">
                  <a16:creationId xmlns:a16="http://schemas.microsoft.com/office/drawing/2014/main" id="{D167C28B-AD20-15A8-5C3E-8ED8CFCD2FDF}"/>
                </a:ext>
              </a:extLst>
            </p:cNvPr>
            <p:cNvPicPr>
              <a:picLocks noChangeAspect="1"/>
            </p:cNvPicPr>
            <p:nvPr/>
          </p:nvPicPr>
          <p:blipFill>
            <a:blip r:embed="rId5"/>
            <a:srcRect l="12624" t="34906" r="76229" b="53489"/>
            <a:stretch/>
          </p:blipFill>
          <p:spPr>
            <a:xfrm>
              <a:off x="9241089" y="3502366"/>
              <a:ext cx="266750" cy="342900"/>
            </a:xfrm>
            <a:prstGeom prst="rect">
              <a:avLst/>
            </a:prstGeom>
          </p:spPr>
        </p:pic>
        <p:pic>
          <p:nvPicPr>
            <p:cNvPr id="1157" name="Imagen 1156">
              <a:extLst>
                <a:ext uri="{FF2B5EF4-FFF2-40B4-BE49-F238E27FC236}">
                  <a16:creationId xmlns:a16="http://schemas.microsoft.com/office/drawing/2014/main" id="{04FB1274-9CE8-9CB0-DBA1-521948592E76}"/>
                </a:ext>
              </a:extLst>
            </p:cNvPr>
            <p:cNvPicPr>
              <a:picLocks noChangeAspect="1"/>
            </p:cNvPicPr>
            <p:nvPr/>
          </p:nvPicPr>
          <p:blipFill>
            <a:blip r:embed="rId5"/>
            <a:srcRect l="76281" t="21082" r="12572" b="67313"/>
            <a:stretch/>
          </p:blipFill>
          <p:spPr>
            <a:xfrm>
              <a:off x="9524535" y="3502366"/>
              <a:ext cx="266750" cy="342900"/>
            </a:xfrm>
            <a:prstGeom prst="rect">
              <a:avLst/>
            </a:prstGeom>
          </p:spPr>
        </p:pic>
        <p:grpSp>
          <p:nvGrpSpPr>
            <p:cNvPr id="1158" name="Grupo 1157">
              <a:extLst>
                <a:ext uri="{FF2B5EF4-FFF2-40B4-BE49-F238E27FC236}">
                  <a16:creationId xmlns:a16="http://schemas.microsoft.com/office/drawing/2014/main" id="{03FEC7F8-16CC-BEFE-FE27-DE483022857B}"/>
                </a:ext>
              </a:extLst>
            </p:cNvPr>
            <p:cNvGrpSpPr/>
            <p:nvPr/>
          </p:nvGrpSpPr>
          <p:grpSpPr>
            <a:xfrm>
              <a:off x="9807981" y="3502366"/>
              <a:ext cx="266750" cy="342900"/>
              <a:chOff x="5053733" y="4472706"/>
              <a:chExt cx="764498" cy="795862"/>
            </a:xfrm>
          </p:grpSpPr>
          <p:pic>
            <p:nvPicPr>
              <p:cNvPr id="1159" name="Imagen 1158">
                <a:extLst>
                  <a:ext uri="{FF2B5EF4-FFF2-40B4-BE49-F238E27FC236}">
                    <a16:creationId xmlns:a16="http://schemas.microsoft.com/office/drawing/2014/main" id="{EDF24CE5-3001-16F3-D5D1-690C3A103D9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60" name="Imagen 1159">
                <a:extLst>
                  <a:ext uri="{FF2B5EF4-FFF2-40B4-BE49-F238E27FC236}">
                    <a16:creationId xmlns:a16="http://schemas.microsoft.com/office/drawing/2014/main" id="{A3302431-0D01-A3CD-FC9E-E54D0394339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61" name="Imagen 1160">
              <a:extLst>
                <a:ext uri="{FF2B5EF4-FFF2-40B4-BE49-F238E27FC236}">
                  <a16:creationId xmlns:a16="http://schemas.microsoft.com/office/drawing/2014/main" id="{91A370D7-5151-687D-09C8-E9D21626A994}"/>
                </a:ext>
              </a:extLst>
            </p:cNvPr>
            <p:cNvPicPr>
              <a:picLocks noChangeAspect="1"/>
            </p:cNvPicPr>
            <p:nvPr/>
          </p:nvPicPr>
          <p:blipFill>
            <a:blip r:embed="rId5"/>
            <a:srcRect l="65685" t="34869" r="23168" b="53526"/>
            <a:stretch/>
          </p:blipFill>
          <p:spPr>
            <a:xfrm>
              <a:off x="10091427" y="3502366"/>
              <a:ext cx="266750" cy="342900"/>
            </a:xfrm>
            <a:prstGeom prst="rect">
              <a:avLst/>
            </a:prstGeom>
          </p:spPr>
        </p:pic>
        <p:pic>
          <p:nvPicPr>
            <p:cNvPr id="1162" name="Imagen 1161">
              <a:extLst>
                <a:ext uri="{FF2B5EF4-FFF2-40B4-BE49-F238E27FC236}">
                  <a16:creationId xmlns:a16="http://schemas.microsoft.com/office/drawing/2014/main" id="{89FB02D5-421E-0E8E-24EE-0DEF9B1E28BA}"/>
                </a:ext>
              </a:extLst>
            </p:cNvPr>
            <p:cNvPicPr>
              <a:picLocks noChangeAspect="1"/>
            </p:cNvPicPr>
            <p:nvPr/>
          </p:nvPicPr>
          <p:blipFill>
            <a:blip r:embed="rId5"/>
            <a:srcRect l="23278" t="21261" r="65575" b="67134"/>
            <a:stretch/>
          </p:blipFill>
          <p:spPr>
            <a:xfrm>
              <a:off x="10374873" y="3502366"/>
              <a:ext cx="266750" cy="342900"/>
            </a:xfrm>
            <a:prstGeom prst="rect">
              <a:avLst/>
            </a:prstGeom>
          </p:spPr>
        </p:pic>
        <p:pic>
          <p:nvPicPr>
            <p:cNvPr id="1163" name="Imagen 1162">
              <a:extLst>
                <a:ext uri="{FF2B5EF4-FFF2-40B4-BE49-F238E27FC236}">
                  <a16:creationId xmlns:a16="http://schemas.microsoft.com/office/drawing/2014/main" id="{C6EF7556-3EEF-E7EF-EFAF-5D097360E520}"/>
                </a:ext>
              </a:extLst>
            </p:cNvPr>
            <p:cNvPicPr>
              <a:picLocks noChangeAspect="1"/>
            </p:cNvPicPr>
            <p:nvPr/>
          </p:nvPicPr>
          <p:blipFill>
            <a:blip r:embed="rId5"/>
            <a:srcRect l="65751" t="21142" r="23101" b="67253"/>
            <a:stretch/>
          </p:blipFill>
          <p:spPr>
            <a:xfrm>
              <a:off x="10658319" y="3502366"/>
              <a:ext cx="266750" cy="342900"/>
            </a:xfrm>
            <a:prstGeom prst="rect">
              <a:avLst/>
            </a:prstGeom>
          </p:spPr>
        </p:pic>
        <p:pic>
          <p:nvPicPr>
            <p:cNvPr id="1164" name="Imagen 1163">
              <a:extLst>
                <a:ext uri="{FF2B5EF4-FFF2-40B4-BE49-F238E27FC236}">
                  <a16:creationId xmlns:a16="http://schemas.microsoft.com/office/drawing/2014/main" id="{456E8B39-70CF-4D04-BDAE-90FF098275FC}"/>
                </a:ext>
              </a:extLst>
            </p:cNvPr>
            <p:cNvPicPr>
              <a:picLocks noChangeAspect="1"/>
            </p:cNvPicPr>
            <p:nvPr/>
          </p:nvPicPr>
          <p:blipFill>
            <a:blip r:embed="rId5"/>
            <a:srcRect l="55117" t="6975" r="33736" b="81420"/>
            <a:stretch/>
          </p:blipFill>
          <p:spPr>
            <a:xfrm>
              <a:off x="10941765" y="3502366"/>
              <a:ext cx="266750" cy="342900"/>
            </a:xfrm>
            <a:prstGeom prst="rect">
              <a:avLst/>
            </a:prstGeom>
          </p:spPr>
        </p:pic>
        <p:grpSp>
          <p:nvGrpSpPr>
            <p:cNvPr id="1165" name="Grupo 1164">
              <a:extLst>
                <a:ext uri="{FF2B5EF4-FFF2-40B4-BE49-F238E27FC236}">
                  <a16:creationId xmlns:a16="http://schemas.microsoft.com/office/drawing/2014/main" id="{BD5468DE-0C18-FF99-6463-3F3166281ADE}"/>
                </a:ext>
              </a:extLst>
            </p:cNvPr>
            <p:cNvGrpSpPr/>
            <p:nvPr/>
          </p:nvGrpSpPr>
          <p:grpSpPr>
            <a:xfrm>
              <a:off x="11225229" y="3502366"/>
              <a:ext cx="266750" cy="342900"/>
              <a:chOff x="5053733" y="4472706"/>
              <a:chExt cx="764498" cy="795862"/>
            </a:xfrm>
          </p:grpSpPr>
          <p:pic>
            <p:nvPicPr>
              <p:cNvPr id="1166" name="Imagen 1165">
                <a:extLst>
                  <a:ext uri="{FF2B5EF4-FFF2-40B4-BE49-F238E27FC236}">
                    <a16:creationId xmlns:a16="http://schemas.microsoft.com/office/drawing/2014/main" id="{E50AF352-5B0F-4C7C-DB64-4E3151F2CBC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67" name="Imagen 1166">
                <a:extLst>
                  <a:ext uri="{FF2B5EF4-FFF2-40B4-BE49-F238E27FC236}">
                    <a16:creationId xmlns:a16="http://schemas.microsoft.com/office/drawing/2014/main" id="{1D990D92-1D87-78FD-9C24-A78296A5F34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68" name="Imagen 1167">
              <a:extLst>
                <a:ext uri="{FF2B5EF4-FFF2-40B4-BE49-F238E27FC236}">
                  <a16:creationId xmlns:a16="http://schemas.microsoft.com/office/drawing/2014/main" id="{587AAE4A-BBF9-EF17-52EB-30A2071C8F1A}"/>
                </a:ext>
              </a:extLst>
            </p:cNvPr>
            <p:cNvPicPr>
              <a:picLocks noChangeAspect="1"/>
            </p:cNvPicPr>
            <p:nvPr/>
          </p:nvPicPr>
          <p:blipFill>
            <a:blip r:embed="rId5"/>
            <a:srcRect l="12624" t="34906" r="76229" b="53489"/>
            <a:stretch/>
          </p:blipFill>
          <p:spPr>
            <a:xfrm>
              <a:off x="9241089" y="3873611"/>
              <a:ext cx="266750" cy="342900"/>
            </a:xfrm>
            <a:prstGeom prst="rect">
              <a:avLst/>
            </a:prstGeom>
          </p:spPr>
        </p:pic>
        <p:pic>
          <p:nvPicPr>
            <p:cNvPr id="1169" name="Imagen 1168">
              <a:extLst>
                <a:ext uri="{FF2B5EF4-FFF2-40B4-BE49-F238E27FC236}">
                  <a16:creationId xmlns:a16="http://schemas.microsoft.com/office/drawing/2014/main" id="{F875FE4C-FE93-CCAF-69AC-8CA91AF3D622}"/>
                </a:ext>
              </a:extLst>
            </p:cNvPr>
            <p:cNvPicPr>
              <a:picLocks noChangeAspect="1"/>
            </p:cNvPicPr>
            <p:nvPr/>
          </p:nvPicPr>
          <p:blipFill>
            <a:blip r:embed="rId5"/>
            <a:srcRect l="76281" t="21082" r="12572" b="67313"/>
            <a:stretch/>
          </p:blipFill>
          <p:spPr>
            <a:xfrm>
              <a:off x="9524535" y="3873611"/>
              <a:ext cx="266750" cy="342900"/>
            </a:xfrm>
            <a:prstGeom prst="rect">
              <a:avLst/>
            </a:prstGeom>
          </p:spPr>
        </p:pic>
        <p:grpSp>
          <p:nvGrpSpPr>
            <p:cNvPr id="1170" name="Grupo 1169">
              <a:extLst>
                <a:ext uri="{FF2B5EF4-FFF2-40B4-BE49-F238E27FC236}">
                  <a16:creationId xmlns:a16="http://schemas.microsoft.com/office/drawing/2014/main" id="{63F6CDB2-C441-B99D-8231-FDC87E181751}"/>
                </a:ext>
              </a:extLst>
            </p:cNvPr>
            <p:cNvGrpSpPr/>
            <p:nvPr/>
          </p:nvGrpSpPr>
          <p:grpSpPr>
            <a:xfrm>
              <a:off x="9807981" y="3873611"/>
              <a:ext cx="266750" cy="342900"/>
              <a:chOff x="5053733" y="4472706"/>
              <a:chExt cx="764498" cy="795862"/>
            </a:xfrm>
          </p:grpSpPr>
          <p:pic>
            <p:nvPicPr>
              <p:cNvPr id="1171" name="Imagen 1170">
                <a:extLst>
                  <a:ext uri="{FF2B5EF4-FFF2-40B4-BE49-F238E27FC236}">
                    <a16:creationId xmlns:a16="http://schemas.microsoft.com/office/drawing/2014/main" id="{D16AD8CF-C6CA-5B80-AC22-93D5895F634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72" name="Imagen 1171">
                <a:extLst>
                  <a:ext uri="{FF2B5EF4-FFF2-40B4-BE49-F238E27FC236}">
                    <a16:creationId xmlns:a16="http://schemas.microsoft.com/office/drawing/2014/main" id="{9CCD44DB-7006-D273-35F0-B7D5EC63973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73" name="Imagen 1172">
              <a:extLst>
                <a:ext uri="{FF2B5EF4-FFF2-40B4-BE49-F238E27FC236}">
                  <a16:creationId xmlns:a16="http://schemas.microsoft.com/office/drawing/2014/main" id="{D74E20CF-42DC-5D06-4907-85919EC247F8}"/>
                </a:ext>
              </a:extLst>
            </p:cNvPr>
            <p:cNvPicPr>
              <a:picLocks noChangeAspect="1"/>
            </p:cNvPicPr>
            <p:nvPr/>
          </p:nvPicPr>
          <p:blipFill>
            <a:blip r:embed="rId5"/>
            <a:srcRect l="65685" t="34869" r="23168" b="53526"/>
            <a:stretch/>
          </p:blipFill>
          <p:spPr>
            <a:xfrm>
              <a:off x="10091427" y="3873611"/>
              <a:ext cx="266750" cy="342900"/>
            </a:xfrm>
            <a:prstGeom prst="rect">
              <a:avLst/>
            </a:prstGeom>
          </p:spPr>
        </p:pic>
        <p:pic>
          <p:nvPicPr>
            <p:cNvPr id="1174" name="Imagen 1173">
              <a:extLst>
                <a:ext uri="{FF2B5EF4-FFF2-40B4-BE49-F238E27FC236}">
                  <a16:creationId xmlns:a16="http://schemas.microsoft.com/office/drawing/2014/main" id="{8561C034-4C83-1099-5358-884E6D22146E}"/>
                </a:ext>
              </a:extLst>
            </p:cNvPr>
            <p:cNvPicPr>
              <a:picLocks noChangeAspect="1"/>
            </p:cNvPicPr>
            <p:nvPr/>
          </p:nvPicPr>
          <p:blipFill>
            <a:blip r:embed="rId5"/>
            <a:srcRect l="23278" t="21261" r="65575" b="67134"/>
            <a:stretch/>
          </p:blipFill>
          <p:spPr>
            <a:xfrm>
              <a:off x="10374873" y="3873611"/>
              <a:ext cx="266750" cy="342900"/>
            </a:xfrm>
            <a:prstGeom prst="rect">
              <a:avLst/>
            </a:prstGeom>
          </p:spPr>
        </p:pic>
        <p:pic>
          <p:nvPicPr>
            <p:cNvPr id="1175" name="Imagen 1174">
              <a:extLst>
                <a:ext uri="{FF2B5EF4-FFF2-40B4-BE49-F238E27FC236}">
                  <a16:creationId xmlns:a16="http://schemas.microsoft.com/office/drawing/2014/main" id="{C8E8CCC5-6C97-48E8-1B1C-B43AD2B41C6D}"/>
                </a:ext>
              </a:extLst>
            </p:cNvPr>
            <p:cNvPicPr>
              <a:picLocks noChangeAspect="1"/>
            </p:cNvPicPr>
            <p:nvPr/>
          </p:nvPicPr>
          <p:blipFill>
            <a:blip r:embed="rId5"/>
            <a:srcRect l="65751" t="21142" r="23101" b="67253"/>
            <a:stretch/>
          </p:blipFill>
          <p:spPr>
            <a:xfrm>
              <a:off x="10658319" y="3873611"/>
              <a:ext cx="266750" cy="342900"/>
            </a:xfrm>
            <a:prstGeom prst="rect">
              <a:avLst/>
            </a:prstGeom>
          </p:spPr>
        </p:pic>
        <p:pic>
          <p:nvPicPr>
            <p:cNvPr id="1176" name="Imagen 1175">
              <a:extLst>
                <a:ext uri="{FF2B5EF4-FFF2-40B4-BE49-F238E27FC236}">
                  <a16:creationId xmlns:a16="http://schemas.microsoft.com/office/drawing/2014/main" id="{0FCB2243-0DE9-8506-C9F0-3D6357037A68}"/>
                </a:ext>
              </a:extLst>
            </p:cNvPr>
            <p:cNvPicPr>
              <a:picLocks noChangeAspect="1"/>
            </p:cNvPicPr>
            <p:nvPr/>
          </p:nvPicPr>
          <p:blipFill>
            <a:blip r:embed="rId5"/>
            <a:srcRect l="55117" t="6975" r="33736" b="81420"/>
            <a:stretch/>
          </p:blipFill>
          <p:spPr>
            <a:xfrm>
              <a:off x="10941765" y="3873611"/>
              <a:ext cx="266750" cy="342900"/>
            </a:xfrm>
            <a:prstGeom prst="rect">
              <a:avLst/>
            </a:prstGeom>
          </p:spPr>
        </p:pic>
        <p:grpSp>
          <p:nvGrpSpPr>
            <p:cNvPr id="1177" name="Grupo 1176">
              <a:extLst>
                <a:ext uri="{FF2B5EF4-FFF2-40B4-BE49-F238E27FC236}">
                  <a16:creationId xmlns:a16="http://schemas.microsoft.com/office/drawing/2014/main" id="{F8A2F9BA-5A8C-2389-AE8C-5E9B519BCDBB}"/>
                </a:ext>
              </a:extLst>
            </p:cNvPr>
            <p:cNvGrpSpPr/>
            <p:nvPr/>
          </p:nvGrpSpPr>
          <p:grpSpPr>
            <a:xfrm>
              <a:off x="11225229" y="3873611"/>
              <a:ext cx="266750" cy="342900"/>
              <a:chOff x="5053733" y="4472706"/>
              <a:chExt cx="764498" cy="795862"/>
            </a:xfrm>
          </p:grpSpPr>
          <p:pic>
            <p:nvPicPr>
              <p:cNvPr id="1178" name="Imagen 1177">
                <a:extLst>
                  <a:ext uri="{FF2B5EF4-FFF2-40B4-BE49-F238E27FC236}">
                    <a16:creationId xmlns:a16="http://schemas.microsoft.com/office/drawing/2014/main" id="{0237BE55-4B7F-85C7-4C5E-635C4A63692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79" name="Imagen 1178">
                <a:extLst>
                  <a:ext uri="{FF2B5EF4-FFF2-40B4-BE49-F238E27FC236}">
                    <a16:creationId xmlns:a16="http://schemas.microsoft.com/office/drawing/2014/main" id="{BE4E3DB6-211D-44AB-067E-2E4A7B9D4C2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80" name="Imagen 1179">
              <a:extLst>
                <a:ext uri="{FF2B5EF4-FFF2-40B4-BE49-F238E27FC236}">
                  <a16:creationId xmlns:a16="http://schemas.microsoft.com/office/drawing/2014/main" id="{E6CEB856-795E-7BE4-5580-47342B5E64A6}"/>
                </a:ext>
              </a:extLst>
            </p:cNvPr>
            <p:cNvPicPr>
              <a:picLocks noChangeAspect="1"/>
            </p:cNvPicPr>
            <p:nvPr/>
          </p:nvPicPr>
          <p:blipFill>
            <a:blip r:embed="rId5"/>
            <a:srcRect l="12624" t="34906" r="76229" b="53489"/>
            <a:stretch/>
          </p:blipFill>
          <p:spPr>
            <a:xfrm>
              <a:off x="9241089" y="4611739"/>
              <a:ext cx="266750" cy="342900"/>
            </a:xfrm>
            <a:prstGeom prst="rect">
              <a:avLst/>
            </a:prstGeom>
          </p:spPr>
        </p:pic>
        <p:pic>
          <p:nvPicPr>
            <p:cNvPr id="1181" name="Imagen 1180">
              <a:extLst>
                <a:ext uri="{FF2B5EF4-FFF2-40B4-BE49-F238E27FC236}">
                  <a16:creationId xmlns:a16="http://schemas.microsoft.com/office/drawing/2014/main" id="{37072C4F-C73F-3352-6800-88BB2666E766}"/>
                </a:ext>
              </a:extLst>
            </p:cNvPr>
            <p:cNvPicPr>
              <a:picLocks noChangeAspect="1"/>
            </p:cNvPicPr>
            <p:nvPr/>
          </p:nvPicPr>
          <p:blipFill>
            <a:blip r:embed="rId5"/>
            <a:srcRect l="76281" t="21082" r="12572" b="67313"/>
            <a:stretch/>
          </p:blipFill>
          <p:spPr>
            <a:xfrm>
              <a:off x="9524535" y="4611739"/>
              <a:ext cx="266750" cy="342900"/>
            </a:xfrm>
            <a:prstGeom prst="rect">
              <a:avLst/>
            </a:prstGeom>
          </p:spPr>
        </p:pic>
        <p:grpSp>
          <p:nvGrpSpPr>
            <p:cNvPr id="1182" name="Grupo 1181">
              <a:extLst>
                <a:ext uri="{FF2B5EF4-FFF2-40B4-BE49-F238E27FC236}">
                  <a16:creationId xmlns:a16="http://schemas.microsoft.com/office/drawing/2014/main" id="{6E5FA817-C366-4AF4-62DF-3F8161CB1EF8}"/>
                </a:ext>
              </a:extLst>
            </p:cNvPr>
            <p:cNvGrpSpPr/>
            <p:nvPr/>
          </p:nvGrpSpPr>
          <p:grpSpPr>
            <a:xfrm>
              <a:off x="9807981" y="4611739"/>
              <a:ext cx="266750" cy="342900"/>
              <a:chOff x="5053733" y="4472706"/>
              <a:chExt cx="764498" cy="795862"/>
            </a:xfrm>
          </p:grpSpPr>
          <p:pic>
            <p:nvPicPr>
              <p:cNvPr id="1183" name="Imagen 1182">
                <a:extLst>
                  <a:ext uri="{FF2B5EF4-FFF2-40B4-BE49-F238E27FC236}">
                    <a16:creationId xmlns:a16="http://schemas.microsoft.com/office/drawing/2014/main" id="{B4397240-01E0-8D71-745A-6131C4BB11C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84" name="Imagen 1183">
                <a:extLst>
                  <a:ext uri="{FF2B5EF4-FFF2-40B4-BE49-F238E27FC236}">
                    <a16:creationId xmlns:a16="http://schemas.microsoft.com/office/drawing/2014/main" id="{4518B8FC-54E3-312C-197E-268F5CA4539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85" name="Imagen 1184">
              <a:extLst>
                <a:ext uri="{FF2B5EF4-FFF2-40B4-BE49-F238E27FC236}">
                  <a16:creationId xmlns:a16="http://schemas.microsoft.com/office/drawing/2014/main" id="{13113264-D980-7087-16D4-19E8B0C1822E}"/>
                </a:ext>
              </a:extLst>
            </p:cNvPr>
            <p:cNvPicPr>
              <a:picLocks noChangeAspect="1"/>
            </p:cNvPicPr>
            <p:nvPr/>
          </p:nvPicPr>
          <p:blipFill>
            <a:blip r:embed="rId5"/>
            <a:srcRect l="65685" t="34869" r="23168" b="53526"/>
            <a:stretch/>
          </p:blipFill>
          <p:spPr>
            <a:xfrm>
              <a:off x="10091427" y="4611739"/>
              <a:ext cx="266750" cy="342900"/>
            </a:xfrm>
            <a:prstGeom prst="rect">
              <a:avLst/>
            </a:prstGeom>
          </p:spPr>
        </p:pic>
        <p:pic>
          <p:nvPicPr>
            <p:cNvPr id="1186" name="Imagen 1185">
              <a:extLst>
                <a:ext uri="{FF2B5EF4-FFF2-40B4-BE49-F238E27FC236}">
                  <a16:creationId xmlns:a16="http://schemas.microsoft.com/office/drawing/2014/main" id="{B0E761B5-97C0-0558-D0DE-82314CB43B38}"/>
                </a:ext>
              </a:extLst>
            </p:cNvPr>
            <p:cNvPicPr>
              <a:picLocks noChangeAspect="1"/>
            </p:cNvPicPr>
            <p:nvPr/>
          </p:nvPicPr>
          <p:blipFill>
            <a:blip r:embed="rId5"/>
            <a:srcRect l="23278" t="21261" r="65575" b="67134"/>
            <a:stretch/>
          </p:blipFill>
          <p:spPr>
            <a:xfrm>
              <a:off x="10374873" y="4611739"/>
              <a:ext cx="266750" cy="342900"/>
            </a:xfrm>
            <a:prstGeom prst="rect">
              <a:avLst/>
            </a:prstGeom>
          </p:spPr>
        </p:pic>
        <p:pic>
          <p:nvPicPr>
            <p:cNvPr id="1187" name="Imagen 1186">
              <a:extLst>
                <a:ext uri="{FF2B5EF4-FFF2-40B4-BE49-F238E27FC236}">
                  <a16:creationId xmlns:a16="http://schemas.microsoft.com/office/drawing/2014/main" id="{163C39E9-9BEF-4D06-A0B7-B475347D5413}"/>
                </a:ext>
              </a:extLst>
            </p:cNvPr>
            <p:cNvPicPr>
              <a:picLocks noChangeAspect="1"/>
            </p:cNvPicPr>
            <p:nvPr/>
          </p:nvPicPr>
          <p:blipFill>
            <a:blip r:embed="rId5"/>
            <a:srcRect l="65751" t="21142" r="23101" b="67253"/>
            <a:stretch/>
          </p:blipFill>
          <p:spPr>
            <a:xfrm>
              <a:off x="10658319" y="4611739"/>
              <a:ext cx="266750" cy="342900"/>
            </a:xfrm>
            <a:prstGeom prst="rect">
              <a:avLst/>
            </a:prstGeom>
          </p:spPr>
        </p:pic>
        <p:pic>
          <p:nvPicPr>
            <p:cNvPr id="1188" name="Imagen 1187">
              <a:extLst>
                <a:ext uri="{FF2B5EF4-FFF2-40B4-BE49-F238E27FC236}">
                  <a16:creationId xmlns:a16="http://schemas.microsoft.com/office/drawing/2014/main" id="{280F5CF7-3D83-7230-A7F9-D75EDD3A85B7}"/>
                </a:ext>
              </a:extLst>
            </p:cNvPr>
            <p:cNvPicPr>
              <a:picLocks noChangeAspect="1"/>
            </p:cNvPicPr>
            <p:nvPr/>
          </p:nvPicPr>
          <p:blipFill>
            <a:blip r:embed="rId5"/>
            <a:srcRect l="55117" t="6975" r="33736" b="81420"/>
            <a:stretch/>
          </p:blipFill>
          <p:spPr>
            <a:xfrm>
              <a:off x="10941765" y="4611739"/>
              <a:ext cx="266750" cy="342900"/>
            </a:xfrm>
            <a:prstGeom prst="rect">
              <a:avLst/>
            </a:prstGeom>
          </p:spPr>
        </p:pic>
        <p:grpSp>
          <p:nvGrpSpPr>
            <p:cNvPr id="1189" name="Grupo 1188">
              <a:extLst>
                <a:ext uri="{FF2B5EF4-FFF2-40B4-BE49-F238E27FC236}">
                  <a16:creationId xmlns:a16="http://schemas.microsoft.com/office/drawing/2014/main" id="{3D49D9E8-DC85-DE42-A1BA-659B934CB9FF}"/>
                </a:ext>
              </a:extLst>
            </p:cNvPr>
            <p:cNvGrpSpPr/>
            <p:nvPr/>
          </p:nvGrpSpPr>
          <p:grpSpPr>
            <a:xfrm>
              <a:off x="11225229" y="4611739"/>
              <a:ext cx="266750" cy="342900"/>
              <a:chOff x="5053733" y="4472706"/>
              <a:chExt cx="764498" cy="795862"/>
            </a:xfrm>
          </p:grpSpPr>
          <p:pic>
            <p:nvPicPr>
              <p:cNvPr id="1190" name="Imagen 1189">
                <a:extLst>
                  <a:ext uri="{FF2B5EF4-FFF2-40B4-BE49-F238E27FC236}">
                    <a16:creationId xmlns:a16="http://schemas.microsoft.com/office/drawing/2014/main" id="{185D15FC-AD61-863C-A528-99E56CC0D53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91" name="Imagen 1190">
                <a:extLst>
                  <a:ext uri="{FF2B5EF4-FFF2-40B4-BE49-F238E27FC236}">
                    <a16:creationId xmlns:a16="http://schemas.microsoft.com/office/drawing/2014/main" id="{9E6F1E24-C253-D01E-1A81-DB6312EBD72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92" name="Imagen 1191">
              <a:extLst>
                <a:ext uri="{FF2B5EF4-FFF2-40B4-BE49-F238E27FC236}">
                  <a16:creationId xmlns:a16="http://schemas.microsoft.com/office/drawing/2014/main" id="{02FF20DE-6451-00F0-7F6B-883CA3DC46D1}"/>
                </a:ext>
              </a:extLst>
            </p:cNvPr>
            <p:cNvPicPr>
              <a:picLocks noChangeAspect="1"/>
            </p:cNvPicPr>
            <p:nvPr/>
          </p:nvPicPr>
          <p:blipFill>
            <a:blip r:embed="rId5"/>
            <a:srcRect l="12624" t="34906" r="76229" b="53489"/>
            <a:stretch/>
          </p:blipFill>
          <p:spPr>
            <a:xfrm>
              <a:off x="9241089" y="4255458"/>
              <a:ext cx="266750" cy="342900"/>
            </a:xfrm>
            <a:prstGeom prst="rect">
              <a:avLst/>
            </a:prstGeom>
          </p:spPr>
        </p:pic>
        <p:pic>
          <p:nvPicPr>
            <p:cNvPr id="1193" name="Imagen 1192">
              <a:extLst>
                <a:ext uri="{FF2B5EF4-FFF2-40B4-BE49-F238E27FC236}">
                  <a16:creationId xmlns:a16="http://schemas.microsoft.com/office/drawing/2014/main" id="{D65553BE-9163-957C-19CF-9776CAEB3731}"/>
                </a:ext>
              </a:extLst>
            </p:cNvPr>
            <p:cNvPicPr>
              <a:picLocks noChangeAspect="1"/>
            </p:cNvPicPr>
            <p:nvPr/>
          </p:nvPicPr>
          <p:blipFill>
            <a:blip r:embed="rId5"/>
            <a:srcRect l="76281" t="21082" r="12572" b="67313"/>
            <a:stretch/>
          </p:blipFill>
          <p:spPr>
            <a:xfrm>
              <a:off x="9524535" y="4255458"/>
              <a:ext cx="266750" cy="342900"/>
            </a:xfrm>
            <a:prstGeom prst="rect">
              <a:avLst/>
            </a:prstGeom>
          </p:spPr>
        </p:pic>
        <p:grpSp>
          <p:nvGrpSpPr>
            <p:cNvPr id="1194" name="Grupo 1193">
              <a:extLst>
                <a:ext uri="{FF2B5EF4-FFF2-40B4-BE49-F238E27FC236}">
                  <a16:creationId xmlns:a16="http://schemas.microsoft.com/office/drawing/2014/main" id="{048CFD48-AB4B-FD9C-774F-D134E9F8E4F8}"/>
                </a:ext>
              </a:extLst>
            </p:cNvPr>
            <p:cNvGrpSpPr/>
            <p:nvPr/>
          </p:nvGrpSpPr>
          <p:grpSpPr>
            <a:xfrm>
              <a:off x="9807981" y="4255458"/>
              <a:ext cx="266750" cy="342900"/>
              <a:chOff x="5053733" y="4472706"/>
              <a:chExt cx="764498" cy="795862"/>
            </a:xfrm>
          </p:grpSpPr>
          <p:pic>
            <p:nvPicPr>
              <p:cNvPr id="1195" name="Imagen 1194">
                <a:extLst>
                  <a:ext uri="{FF2B5EF4-FFF2-40B4-BE49-F238E27FC236}">
                    <a16:creationId xmlns:a16="http://schemas.microsoft.com/office/drawing/2014/main" id="{BA612C39-9A2A-15F4-E024-4E963FF3F0A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196" name="Imagen 1195">
                <a:extLst>
                  <a:ext uri="{FF2B5EF4-FFF2-40B4-BE49-F238E27FC236}">
                    <a16:creationId xmlns:a16="http://schemas.microsoft.com/office/drawing/2014/main" id="{0D51D854-4F71-9933-4A86-60BC2403707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197" name="Imagen 1196">
              <a:extLst>
                <a:ext uri="{FF2B5EF4-FFF2-40B4-BE49-F238E27FC236}">
                  <a16:creationId xmlns:a16="http://schemas.microsoft.com/office/drawing/2014/main" id="{356B41F0-B891-7BDF-776A-2A2E5E5FED43}"/>
                </a:ext>
              </a:extLst>
            </p:cNvPr>
            <p:cNvPicPr>
              <a:picLocks noChangeAspect="1"/>
            </p:cNvPicPr>
            <p:nvPr/>
          </p:nvPicPr>
          <p:blipFill>
            <a:blip r:embed="rId5"/>
            <a:srcRect l="65685" t="34869" r="23168" b="53526"/>
            <a:stretch/>
          </p:blipFill>
          <p:spPr>
            <a:xfrm>
              <a:off x="10091427" y="4255458"/>
              <a:ext cx="266750" cy="342900"/>
            </a:xfrm>
            <a:prstGeom prst="rect">
              <a:avLst/>
            </a:prstGeom>
          </p:spPr>
        </p:pic>
        <p:pic>
          <p:nvPicPr>
            <p:cNvPr id="1198" name="Imagen 1197">
              <a:extLst>
                <a:ext uri="{FF2B5EF4-FFF2-40B4-BE49-F238E27FC236}">
                  <a16:creationId xmlns:a16="http://schemas.microsoft.com/office/drawing/2014/main" id="{F1ABCDCB-F6EF-85A1-1CBB-80ACAC9A24F2}"/>
                </a:ext>
              </a:extLst>
            </p:cNvPr>
            <p:cNvPicPr>
              <a:picLocks noChangeAspect="1"/>
            </p:cNvPicPr>
            <p:nvPr/>
          </p:nvPicPr>
          <p:blipFill>
            <a:blip r:embed="rId5"/>
            <a:srcRect l="23278" t="21261" r="65575" b="67134"/>
            <a:stretch/>
          </p:blipFill>
          <p:spPr>
            <a:xfrm>
              <a:off x="10374873" y="4255458"/>
              <a:ext cx="266750" cy="342900"/>
            </a:xfrm>
            <a:prstGeom prst="rect">
              <a:avLst/>
            </a:prstGeom>
          </p:spPr>
        </p:pic>
        <p:pic>
          <p:nvPicPr>
            <p:cNvPr id="1199" name="Imagen 1198">
              <a:extLst>
                <a:ext uri="{FF2B5EF4-FFF2-40B4-BE49-F238E27FC236}">
                  <a16:creationId xmlns:a16="http://schemas.microsoft.com/office/drawing/2014/main" id="{5AC8CA7B-0A22-855B-D42E-254A3D9AA495}"/>
                </a:ext>
              </a:extLst>
            </p:cNvPr>
            <p:cNvPicPr>
              <a:picLocks noChangeAspect="1"/>
            </p:cNvPicPr>
            <p:nvPr/>
          </p:nvPicPr>
          <p:blipFill>
            <a:blip r:embed="rId5"/>
            <a:srcRect l="65751" t="21142" r="23101" b="67253"/>
            <a:stretch/>
          </p:blipFill>
          <p:spPr>
            <a:xfrm>
              <a:off x="10658319" y="4255458"/>
              <a:ext cx="266750" cy="342900"/>
            </a:xfrm>
            <a:prstGeom prst="rect">
              <a:avLst/>
            </a:prstGeom>
          </p:spPr>
        </p:pic>
        <p:pic>
          <p:nvPicPr>
            <p:cNvPr id="1200" name="Imagen 1199">
              <a:extLst>
                <a:ext uri="{FF2B5EF4-FFF2-40B4-BE49-F238E27FC236}">
                  <a16:creationId xmlns:a16="http://schemas.microsoft.com/office/drawing/2014/main" id="{C687F4BA-0BF0-4CCB-A90A-6B397D55936B}"/>
                </a:ext>
              </a:extLst>
            </p:cNvPr>
            <p:cNvPicPr>
              <a:picLocks noChangeAspect="1"/>
            </p:cNvPicPr>
            <p:nvPr/>
          </p:nvPicPr>
          <p:blipFill>
            <a:blip r:embed="rId5"/>
            <a:srcRect l="55117" t="6975" r="33736" b="81420"/>
            <a:stretch/>
          </p:blipFill>
          <p:spPr>
            <a:xfrm>
              <a:off x="10941765" y="4255458"/>
              <a:ext cx="266750" cy="342900"/>
            </a:xfrm>
            <a:prstGeom prst="rect">
              <a:avLst/>
            </a:prstGeom>
          </p:spPr>
        </p:pic>
        <p:grpSp>
          <p:nvGrpSpPr>
            <p:cNvPr id="1201" name="Grupo 1200">
              <a:extLst>
                <a:ext uri="{FF2B5EF4-FFF2-40B4-BE49-F238E27FC236}">
                  <a16:creationId xmlns:a16="http://schemas.microsoft.com/office/drawing/2014/main" id="{E7D2036A-569E-5BF0-9074-1E2E1B8F10DF}"/>
                </a:ext>
              </a:extLst>
            </p:cNvPr>
            <p:cNvGrpSpPr/>
            <p:nvPr/>
          </p:nvGrpSpPr>
          <p:grpSpPr>
            <a:xfrm>
              <a:off x="11225229" y="4255458"/>
              <a:ext cx="266750" cy="342900"/>
              <a:chOff x="5053733" y="4472706"/>
              <a:chExt cx="764498" cy="795862"/>
            </a:xfrm>
          </p:grpSpPr>
          <p:pic>
            <p:nvPicPr>
              <p:cNvPr id="1202" name="Imagen 1201">
                <a:extLst>
                  <a:ext uri="{FF2B5EF4-FFF2-40B4-BE49-F238E27FC236}">
                    <a16:creationId xmlns:a16="http://schemas.microsoft.com/office/drawing/2014/main" id="{F3A384CF-8CA6-33B9-BF7E-62393A40CDD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03" name="Imagen 1202">
                <a:extLst>
                  <a:ext uri="{FF2B5EF4-FFF2-40B4-BE49-F238E27FC236}">
                    <a16:creationId xmlns:a16="http://schemas.microsoft.com/office/drawing/2014/main" id="{EBB9CD75-44EC-3FF4-72EF-3ED3C8F0186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04" name="Imagen 1203">
              <a:extLst>
                <a:ext uri="{FF2B5EF4-FFF2-40B4-BE49-F238E27FC236}">
                  <a16:creationId xmlns:a16="http://schemas.microsoft.com/office/drawing/2014/main" id="{82088C98-B18F-4211-871F-CD861EE51C11}"/>
                </a:ext>
              </a:extLst>
            </p:cNvPr>
            <p:cNvPicPr>
              <a:picLocks noChangeAspect="1"/>
            </p:cNvPicPr>
            <p:nvPr/>
          </p:nvPicPr>
          <p:blipFill>
            <a:blip r:embed="rId5"/>
            <a:srcRect l="12624" t="34906" r="76229" b="53489"/>
            <a:stretch/>
          </p:blipFill>
          <p:spPr>
            <a:xfrm>
              <a:off x="9241089" y="4970263"/>
              <a:ext cx="266750" cy="342900"/>
            </a:xfrm>
            <a:prstGeom prst="rect">
              <a:avLst/>
            </a:prstGeom>
          </p:spPr>
        </p:pic>
        <p:pic>
          <p:nvPicPr>
            <p:cNvPr id="1205" name="Imagen 1204">
              <a:extLst>
                <a:ext uri="{FF2B5EF4-FFF2-40B4-BE49-F238E27FC236}">
                  <a16:creationId xmlns:a16="http://schemas.microsoft.com/office/drawing/2014/main" id="{11A34474-CCF7-2448-8946-4552C9B388D9}"/>
                </a:ext>
              </a:extLst>
            </p:cNvPr>
            <p:cNvPicPr>
              <a:picLocks noChangeAspect="1"/>
            </p:cNvPicPr>
            <p:nvPr/>
          </p:nvPicPr>
          <p:blipFill>
            <a:blip r:embed="rId5"/>
            <a:srcRect l="76281" t="21082" r="12572" b="67313"/>
            <a:stretch/>
          </p:blipFill>
          <p:spPr>
            <a:xfrm>
              <a:off x="9524535" y="4970263"/>
              <a:ext cx="266750" cy="342900"/>
            </a:xfrm>
            <a:prstGeom prst="rect">
              <a:avLst/>
            </a:prstGeom>
          </p:spPr>
        </p:pic>
        <p:grpSp>
          <p:nvGrpSpPr>
            <p:cNvPr id="1206" name="Grupo 1205">
              <a:extLst>
                <a:ext uri="{FF2B5EF4-FFF2-40B4-BE49-F238E27FC236}">
                  <a16:creationId xmlns:a16="http://schemas.microsoft.com/office/drawing/2014/main" id="{1BC0C1EF-E554-D746-3532-861E34DA1F51}"/>
                </a:ext>
              </a:extLst>
            </p:cNvPr>
            <p:cNvGrpSpPr/>
            <p:nvPr/>
          </p:nvGrpSpPr>
          <p:grpSpPr>
            <a:xfrm>
              <a:off x="9807981" y="4970263"/>
              <a:ext cx="266750" cy="342900"/>
              <a:chOff x="5053733" y="4472706"/>
              <a:chExt cx="764498" cy="795862"/>
            </a:xfrm>
          </p:grpSpPr>
          <p:pic>
            <p:nvPicPr>
              <p:cNvPr id="1207" name="Imagen 1206">
                <a:extLst>
                  <a:ext uri="{FF2B5EF4-FFF2-40B4-BE49-F238E27FC236}">
                    <a16:creationId xmlns:a16="http://schemas.microsoft.com/office/drawing/2014/main" id="{59940BBF-253A-5321-0BBE-7EC99F7CE11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08" name="Imagen 1207">
                <a:extLst>
                  <a:ext uri="{FF2B5EF4-FFF2-40B4-BE49-F238E27FC236}">
                    <a16:creationId xmlns:a16="http://schemas.microsoft.com/office/drawing/2014/main" id="{DE64EBFB-11BC-5A77-713E-27C28285B2B3}"/>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09" name="Imagen 1208">
              <a:extLst>
                <a:ext uri="{FF2B5EF4-FFF2-40B4-BE49-F238E27FC236}">
                  <a16:creationId xmlns:a16="http://schemas.microsoft.com/office/drawing/2014/main" id="{7CDE4B06-02E0-00E5-E00B-6D9CC29F0D90}"/>
                </a:ext>
              </a:extLst>
            </p:cNvPr>
            <p:cNvPicPr>
              <a:picLocks noChangeAspect="1"/>
            </p:cNvPicPr>
            <p:nvPr/>
          </p:nvPicPr>
          <p:blipFill>
            <a:blip r:embed="rId5"/>
            <a:srcRect l="65685" t="34869" r="23168" b="53526"/>
            <a:stretch/>
          </p:blipFill>
          <p:spPr>
            <a:xfrm>
              <a:off x="10091427" y="4970263"/>
              <a:ext cx="266750" cy="342900"/>
            </a:xfrm>
            <a:prstGeom prst="rect">
              <a:avLst/>
            </a:prstGeom>
          </p:spPr>
        </p:pic>
        <p:pic>
          <p:nvPicPr>
            <p:cNvPr id="1210" name="Imagen 1209">
              <a:extLst>
                <a:ext uri="{FF2B5EF4-FFF2-40B4-BE49-F238E27FC236}">
                  <a16:creationId xmlns:a16="http://schemas.microsoft.com/office/drawing/2014/main" id="{43F95F0B-0B96-963C-08D8-C646645AE6C4}"/>
                </a:ext>
              </a:extLst>
            </p:cNvPr>
            <p:cNvPicPr>
              <a:picLocks noChangeAspect="1"/>
            </p:cNvPicPr>
            <p:nvPr/>
          </p:nvPicPr>
          <p:blipFill>
            <a:blip r:embed="rId5"/>
            <a:srcRect l="23278" t="21261" r="65575" b="67134"/>
            <a:stretch/>
          </p:blipFill>
          <p:spPr>
            <a:xfrm>
              <a:off x="10374873" y="4970263"/>
              <a:ext cx="266750" cy="342900"/>
            </a:xfrm>
            <a:prstGeom prst="rect">
              <a:avLst/>
            </a:prstGeom>
          </p:spPr>
        </p:pic>
        <p:pic>
          <p:nvPicPr>
            <p:cNvPr id="1211" name="Imagen 1210">
              <a:extLst>
                <a:ext uri="{FF2B5EF4-FFF2-40B4-BE49-F238E27FC236}">
                  <a16:creationId xmlns:a16="http://schemas.microsoft.com/office/drawing/2014/main" id="{EFC71972-D46D-A5CA-4905-3F8D39EBCD26}"/>
                </a:ext>
              </a:extLst>
            </p:cNvPr>
            <p:cNvPicPr>
              <a:picLocks noChangeAspect="1"/>
            </p:cNvPicPr>
            <p:nvPr/>
          </p:nvPicPr>
          <p:blipFill>
            <a:blip r:embed="rId5"/>
            <a:srcRect l="65751" t="21142" r="23101" b="67253"/>
            <a:stretch/>
          </p:blipFill>
          <p:spPr>
            <a:xfrm>
              <a:off x="10658319" y="4970263"/>
              <a:ext cx="266750" cy="342900"/>
            </a:xfrm>
            <a:prstGeom prst="rect">
              <a:avLst/>
            </a:prstGeom>
          </p:spPr>
        </p:pic>
        <p:pic>
          <p:nvPicPr>
            <p:cNvPr id="1212" name="Imagen 1211">
              <a:extLst>
                <a:ext uri="{FF2B5EF4-FFF2-40B4-BE49-F238E27FC236}">
                  <a16:creationId xmlns:a16="http://schemas.microsoft.com/office/drawing/2014/main" id="{DD8AC580-4453-3EE7-B4E8-0B2085B0147B}"/>
                </a:ext>
              </a:extLst>
            </p:cNvPr>
            <p:cNvPicPr>
              <a:picLocks noChangeAspect="1"/>
            </p:cNvPicPr>
            <p:nvPr/>
          </p:nvPicPr>
          <p:blipFill>
            <a:blip r:embed="rId5"/>
            <a:srcRect l="55117" t="6975" r="33736" b="81420"/>
            <a:stretch/>
          </p:blipFill>
          <p:spPr>
            <a:xfrm>
              <a:off x="10941765" y="4970263"/>
              <a:ext cx="266750" cy="342900"/>
            </a:xfrm>
            <a:prstGeom prst="rect">
              <a:avLst/>
            </a:prstGeom>
          </p:spPr>
        </p:pic>
        <p:grpSp>
          <p:nvGrpSpPr>
            <p:cNvPr id="1213" name="Grupo 1212">
              <a:extLst>
                <a:ext uri="{FF2B5EF4-FFF2-40B4-BE49-F238E27FC236}">
                  <a16:creationId xmlns:a16="http://schemas.microsoft.com/office/drawing/2014/main" id="{F7CE8999-4879-A8A1-0C80-564C2826E6BC}"/>
                </a:ext>
              </a:extLst>
            </p:cNvPr>
            <p:cNvGrpSpPr/>
            <p:nvPr/>
          </p:nvGrpSpPr>
          <p:grpSpPr>
            <a:xfrm>
              <a:off x="11225229" y="4970263"/>
              <a:ext cx="266750" cy="342900"/>
              <a:chOff x="5053733" y="4472706"/>
              <a:chExt cx="764498" cy="795862"/>
            </a:xfrm>
          </p:grpSpPr>
          <p:pic>
            <p:nvPicPr>
              <p:cNvPr id="1214" name="Imagen 1213">
                <a:extLst>
                  <a:ext uri="{FF2B5EF4-FFF2-40B4-BE49-F238E27FC236}">
                    <a16:creationId xmlns:a16="http://schemas.microsoft.com/office/drawing/2014/main" id="{DA533610-1CB6-13AE-F329-E32CD32EF24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15" name="Imagen 1214">
                <a:extLst>
                  <a:ext uri="{FF2B5EF4-FFF2-40B4-BE49-F238E27FC236}">
                    <a16:creationId xmlns:a16="http://schemas.microsoft.com/office/drawing/2014/main" id="{19CC8DE0-914B-5EB8-DA9D-CD4E2399B8F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16" name="Imagen 1215">
              <a:extLst>
                <a:ext uri="{FF2B5EF4-FFF2-40B4-BE49-F238E27FC236}">
                  <a16:creationId xmlns:a16="http://schemas.microsoft.com/office/drawing/2014/main" id="{6EACB26D-72B0-199B-8306-5F66D87A0958}"/>
                </a:ext>
              </a:extLst>
            </p:cNvPr>
            <p:cNvPicPr>
              <a:picLocks noChangeAspect="1"/>
            </p:cNvPicPr>
            <p:nvPr/>
          </p:nvPicPr>
          <p:blipFill>
            <a:blip r:embed="rId5"/>
            <a:srcRect l="12624" t="34906" r="76229" b="53489"/>
            <a:stretch/>
          </p:blipFill>
          <p:spPr>
            <a:xfrm>
              <a:off x="9241089" y="5311489"/>
              <a:ext cx="266750" cy="342900"/>
            </a:xfrm>
            <a:prstGeom prst="rect">
              <a:avLst/>
            </a:prstGeom>
          </p:spPr>
        </p:pic>
        <p:pic>
          <p:nvPicPr>
            <p:cNvPr id="1217" name="Imagen 1216">
              <a:extLst>
                <a:ext uri="{FF2B5EF4-FFF2-40B4-BE49-F238E27FC236}">
                  <a16:creationId xmlns:a16="http://schemas.microsoft.com/office/drawing/2014/main" id="{65C1473F-ABB5-BFB4-0B6D-37049E4DA1FB}"/>
                </a:ext>
              </a:extLst>
            </p:cNvPr>
            <p:cNvPicPr>
              <a:picLocks noChangeAspect="1"/>
            </p:cNvPicPr>
            <p:nvPr/>
          </p:nvPicPr>
          <p:blipFill>
            <a:blip r:embed="rId5"/>
            <a:srcRect l="76281" t="21082" r="12572" b="67313"/>
            <a:stretch/>
          </p:blipFill>
          <p:spPr>
            <a:xfrm>
              <a:off x="9524535" y="5311489"/>
              <a:ext cx="266750" cy="342900"/>
            </a:xfrm>
            <a:prstGeom prst="rect">
              <a:avLst/>
            </a:prstGeom>
          </p:spPr>
        </p:pic>
        <p:grpSp>
          <p:nvGrpSpPr>
            <p:cNvPr id="1218" name="Grupo 1217">
              <a:extLst>
                <a:ext uri="{FF2B5EF4-FFF2-40B4-BE49-F238E27FC236}">
                  <a16:creationId xmlns:a16="http://schemas.microsoft.com/office/drawing/2014/main" id="{0A0AD285-B324-B598-8B8C-14089E8021BA}"/>
                </a:ext>
              </a:extLst>
            </p:cNvPr>
            <p:cNvGrpSpPr/>
            <p:nvPr/>
          </p:nvGrpSpPr>
          <p:grpSpPr>
            <a:xfrm>
              <a:off x="9807981" y="5311489"/>
              <a:ext cx="266750" cy="342900"/>
              <a:chOff x="5053733" y="4472706"/>
              <a:chExt cx="764498" cy="795862"/>
            </a:xfrm>
          </p:grpSpPr>
          <p:pic>
            <p:nvPicPr>
              <p:cNvPr id="1219" name="Imagen 1218">
                <a:extLst>
                  <a:ext uri="{FF2B5EF4-FFF2-40B4-BE49-F238E27FC236}">
                    <a16:creationId xmlns:a16="http://schemas.microsoft.com/office/drawing/2014/main" id="{A8A9F143-6C89-5C9B-5490-1BA29396B8E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20" name="Imagen 1219">
                <a:extLst>
                  <a:ext uri="{FF2B5EF4-FFF2-40B4-BE49-F238E27FC236}">
                    <a16:creationId xmlns:a16="http://schemas.microsoft.com/office/drawing/2014/main" id="{6A948C6D-6AE0-08B6-6B5B-369910492B2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21" name="Imagen 1220">
              <a:extLst>
                <a:ext uri="{FF2B5EF4-FFF2-40B4-BE49-F238E27FC236}">
                  <a16:creationId xmlns:a16="http://schemas.microsoft.com/office/drawing/2014/main" id="{7050A0E2-71A6-7254-DF5B-1845CD9FE7DE}"/>
                </a:ext>
              </a:extLst>
            </p:cNvPr>
            <p:cNvPicPr>
              <a:picLocks noChangeAspect="1"/>
            </p:cNvPicPr>
            <p:nvPr/>
          </p:nvPicPr>
          <p:blipFill>
            <a:blip r:embed="rId5"/>
            <a:srcRect l="65685" t="34869" r="23168" b="53526"/>
            <a:stretch/>
          </p:blipFill>
          <p:spPr>
            <a:xfrm>
              <a:off x="10091427" y="5311489"/>
              <a:ext cx="266750" cy="342900"/>
            </a:xfrm>
            <a:prstGeom prst="rect">
              <a:avLst/>
            </a:prstGeom>
          </p:spPr>
        </p:pic>
        <p:pic>
          <p:nvPicPr>
            <p:cNvPr id="1222" name="Imagen 1221">
              <a:extLst>
                <a:ext uri="{FF2B5EF4-FFF2-40B4-BE49-F238E27FC236}">
                  <a16:creationId xmlns:a16="http://schemas.microsoft.com/office/drawing/2014/main" id="{9255CA60-CCCB-E227-BDC7-561037698A0C}"/>
                </a:ext>
              </a:extLst>
            </p:cNvPr>
            <p:cNvPicPr>
              <a:picLocks noChangeAspect="1"/>
            </p:cNvPicPr>
            <p:nvPr/>
          </p:nvPicPr>
          <p:blipFill>
            <a:blip r:embed="rId5"/>
            <a:srcRect l="23278" t="21261" r="65575" b="67134"/>
            <a:stretch/>
          </p:blipFill>
          <p:spPr>
            <a:xfrm>
              <a:off x="10374873" y="5311489"/>
              <a:ext cx="266750" cy="342900"/>
            </a:xfrm>
            <a:prstGeom prst="rect">
              <a:avLst/>
            </a:prstGeom>
          </p:spPr>
        </p:pic>
        <p:pic>
          <p:nvPicPr>
            <p:cNvPr id="1223" name="Imagen 1222">
              <a:extLst>
                <a:ext uri="{FF2B5EF4-FFF2-40B4-BE49-F238E27FC236}">
                  <a16:creationId xmlns:a16="http://schemas.microsoft.com/office/drawing/2014/main" id="{04358EEC-2228-0E9A-4603-38765740AE53}"/>
                </a:ext>
              </a:extLst>
            </p:cNvPr>
            <p:cNvPicPr>
              <a:picLocks noChangeAspect="1"/>
            </p:cNvPicPr>
            <p:nvPr/>
          </p:nvPicPr>
          <p:blipFill>
            <a:blip r:embed="rId5"/>
            <a:srcRect l="65751" t="21142" r="23101" b="67253"/>
            <a:stretch/>
          </p:blipFill>
          <p:spPr>
            <a:xfrm>
              <a:off x="10658319" y="5311489"/>
              <a:ext cx="266750" cy="342900"/>
            </a:xfrm>
            <a:prstGeom prst="rect">
              <a:avLst/>
            </a:prstGeom>
          </p:spPr>
        </p:pic>
        <p:pic>
          <p:nvPicPr>
            <p:cNvPr id="1224" name="Imagen 1223">
              <a:extLst>
                <a:ext uri="{FF2B5EF4-FFF2-40B4-BE49-F238E27FC236}">
                  <a16:creationId xmlns:a16="http://schemas.microsoft.com/office/drawing/2014/main" id="{6DCE8A2D-8E4E-0B65-1EA1-6B41CE6A0D63}"/>
                </a:ext>
              </a:extLst>
            </p:cNvPr>
            <p:cNvPicPr>
              <a:picLocks noChangeAspect="1"/>
            </p:cNvPicPr>
            <p:nvPr/>
          </p:nvPicPr>
          <p:blipFill>
            <a:blip r:embed="rId5"/>
            <a:srcRect l="55117" t="6975" r="33736" b="81420"/>
            <a:stretch/>
          </p:blipFill>
          <p:spPr>
            <a:xfrm>
              <a:off x="10941765" y="5311489"/>
              <a:ext cx="266750" cy="342900"/>
            </a:xfrm>
            <a:prstGeom prst="rect">
              <a:avLst/>
            </a:prstGeom>
          </p:spPr>
        </p:pic>
        <p:grpSp>
          <p:nvGrpSpPr>
            <p:cNvPr id="1225" name="Grupo 1224">
              <a:extLst>
                <a:ext uri="{FF2B5EF4-FFF2-40B4-BE49-F238E27FC236}">
                  <a16:creationId xmlns:a16="http://schemas.microsoft.com/office/drawing/2014/main" id="{401772D3-86A7-CD47-59F9-383545FCD1C1}"/>
                </a:ext>
              </a:extLst>
            </p:cNvPr>
            <p:cNvGrpSpPr/>
            <p:nvPr/>
          </p:nvGrpSpPr>
          <p:grpSpPr>
            <a:xfrm>
              <a:off x="11225229" y="5311489"/>
              <a:ext cx="266750" cy="342900"/>
              <a:chOff x="5053733" y="4472706"/>
              <a:chExt cx="764498" cy="795862"/>
            </a:xfrm>
          </p:grpSpPr>
          <p:pic>
            <p:nvPicPr>
              <p:cNvPr id="1226" name="Imagen 1225">
                <a:extLst>
                  <a:ext uri="{FF2B5EF4-FFF2-40B4-BE49-F238E27FC236}">
                    <a16:creationId xmlns:a16="http://schemas.microsoft.com/office/drawing/2014/main" id="{6720F76B-E199-29A5-B978-FB4D5A81EB9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27" name="Imagen 1226">
                <a:extLst>
                  <a:ext uri="{FF2B5EF4-FFF2-40B4-BE49-F238E27FC236}">
                    <a16:creationId xmlns:a16="http://schemas.microsoft.com/office/drawing/2014/main" id="{67624874-0C51-54DD-7AA5-2EEFCEC547FE}"/>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28" name="Imagen 1227">
              <a:extLst>
                <a:ext uri="{FF2B5EF4-FFF2-40B4-BE49-F238E27FC236}">
                  <a16:creationId xmlns:a16="http://schemas.microsoft.com/office/drawing/2014/main" id="{3742B3F9-7BA8-6AE0-498A-B6B642525E90}"/>
                </a:ext>
              </a:extLst>
            </p:cNvPr>
            <p:cNvPicPr>
              <a:picLocks noChangeAspect="1"/>
            </p:cNvPicPr>
            <p:nvPr/>
          </p:nvPicPr>
          <p:blipFill>
            <a:blip r:embed="rId5"/>
            <a:srcRect l="12624" t="34906" r="76229" b="53489"/>
            <a:stretch/>
          </p:blipFill>
          <p:spPr>
            <a:xfrm>
              <a:off x="9241089" y="5686427"/>
              <a:ext cx="266750" cy="342900"/>
            </a:xfrm>
            <a:prstGeom prst="rect">
              <a:avLst/>
            </a:prstGeom>
          </p:spPr>
        </p:pic>
        <p:pic>
          <p:nvPicPr>
            <p:cNvPr id="1229" name="Imagen 1228">
              <a:extLst>
                <a:ext uri="{FF2B5EF4-FFF2-40B4-BE49-F238E27FC236}">
                  <a16:creationId xmlns:a16="http://schemas.microsoft.com/office/drawing/2014/main" id="{68F4A6DE-4DC7-2170-7657-4ABD440B3391}"/>
                </a:ext>
              </a:extLst>
            </p:cNvPr>
            <p:cNvPicPr>
              <a:picLocks noChangeAspect="1"/>
            </p:cNvPicPr>
            <p:nvPr/>
          </p:nvPicPr>
          <p:blipFill>
            <a:blip r:embed="rId5"/>
            <a:srcRect l="76281" t="21082" r="12572" b="67313"/>
            <a:stretch/>
          </p:blipFill>
          <p:spPr>
            <a:xfrm>
              <a:off x="9524535" y="5686427"/>
              <a:ext cx="266750" cy="342900"/>
            </a:xfrm>
            <a:prstGeom prst="rect">
              <a:avLst/>
            </a:prstGeom>
          </p:spPr>
        </p:pic>
        <p:grpSp>
          <p:nvGrpSpPr>
            <p:cNvPr id="1230" name="Grupo 1229">
              <a:extLst>
                <a:ext uri="{FF2B5EF4-FFF2-40B4-BE49-F238E27FC236}">
                  <a16:creationId xmlns:a16="http://schemas.microsoft.com/office/drawing/2014/main" id="{ABF4A611-6FC4-6C89-BAF1-088570E9218D}"/>
                </a:ext>
              </a:extLst>
            </p:cNvPr>
            <p:cNvGrpSpPr/>
            <p:nvPr/>
          </p:nvGrpSpPr>
          <p:grpSpPr>
            <a:xfrm>
              <a:off x="9807981" y="5686427"/>
              <a:ext cx="266750" cy="342900"/>
              <a:chOff x="5053733" y="4472706"/>
              <a:chExt cx="764498" cy="795862"/>
            </a:xfrm>
          </p:grpSpPr>
          <p:pic>
            <p:nvPicPr>
              <p:cNvPr id="1231" name="Imagen 1230">
                <a:extLst>
                  <a:ext uri="{FF2B5EF4-FFF2-40B4-BE49-F238E27FC236}">
                    <a16:creationId xmlns:a16="http://schemas.microsoft.com/office/drawing/2014/main" id="{11EF655E-EB41-3E68-1584-408364BDC9A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32" name="Imagen 1231">
                <a:extLst>
                  <a:ext uri="{FF2B5EF4-FFF2-40B4-BE49-F238E27FC236}">
                    <a16:creationId xmlns:a16="http://schemas.microsoft.com/office/drawing/2014/main" id="{2D981092-22D0-67D4-48CA-C7E3AE505F3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33" name="Imagen 1232">
              <a:extLst>
                <a:ext uri="{FF2B5EF4-FFF2-40B4-BE49-F238E27FC236}">
                  <a16:creationId xmlns:a16="http://schemas.microsoft.com/office/drawing/2014/main" id="{B6A4DE7E-BFBA-4179-5725-95A13AD10C3D}"/>
                </a:ext>
              </a:extLst>
            </p:cNvPr>
            <p:cNvPicPr>
              <a:picLocks noChangeAspect="1"/>
            </p:cNvPicPr>
            <p:nvPr/>
          </p:nvPicPr>
          <p:blipFill>
            <a:blip r:embed="rId5"/>
            <a:srcRect l="65685" t="34869" r="23168" b="53526"/>
            <a:stretch/>
          </p:blipFill>
          <p:spPr>
            <a:xfrm>
              <a:off x="10091427" y="5686427"/>
              <a:ext cx="266750" cy="342900"/>
            </a:xfrm>
            <a:prstGeom prst="rect">
              <a:avLst/>
            </a:prstGeom>
          </p:spPr>
        </p:pic>
        <p:pic>
          <p:nvPicPr>
            <p:cNvPr id="1234" name="Imagen 1233">
              <a:extLst>
                <a:ext uri="{FF2B5EF4-FFF2-40B4-BE49-F238E27FC236}">
                  <a16:creationId xmlns:a16="http://schemas.microsoft.com/office/drawing/2014/main" id="{2BFC5AB9-3810-1FDB-87A0-C9C8651F125B}"/>
                </a:ext>
              </a:extLst>
            </p:cNvPr>
            <p:cNvPicPr>
              <a:picLocks noChangeAspect="1"/>
            </p:cNvPicPr>
            <p:nvPr/>
          </p:nvPicPr>
          <p:blipFill>
            <a:blip r:embed="rId5"/>
            <a:srcRect l="23278" t="21261" r="65575" b="67134"/>
            <a:stretch/>
          </p:blipFill>
          <p:spPr>
            <a:xfrm>
              <a:off x="10374873" y="5686427"/>
              <a:ext cx="266750" cy="342900"/>
            </a:xfrm>
            <a:prstGeom prst="rect">
              <a:avLst/>
            </a:prstGeom>
          </p:spPr>
        </p:pic>
        <p:pic>
          <p:nvPicPr>
            <p:cNvPr id="1235" name="Imagen 1234">
              <a:extLst>
                <a:ext uri="{FF2B5EF4-FFF2-40B4-BE49-F238E27FC236}">
                  <a16:creationId xmlns:a16="http://schemas.microsoft.com/office/drawing/2014/main" id="{0D2B31CC-F0F7-6714-2179-B21892400026}"/>
                </a:ext>
              </a:extLst>
            </p:cNvPr>
            <p:cNvPicPr>
              <a:picLocks noChangeAspect="1"/>
            </p:cNvPicPr>
            <p:nvPr/>
          </p:nvPicPr>
          <p:blipFill>
            <a:blip r:embed="rId5"/>
            <a:srcRect l="65751" t="21142" r="23101" b="67253"/>
            <a:stretch/>
          </p:blipFill>
          <p:spPr>
            <a:xfrm>
              <a:off x="10658319" y="5686427"/>
              <a:ext cx="266750" cy="342900"/>
            </a:xfrm>
            <a:prstGeom prst="rect">
              <a:avLst/>
            </a:prstGeom>
          </p:spPr>
        </p:pic>
        <p:pic>
          <p:nvPicPr>
            <p:cNvPr id="1236" name="Imagen 1235">
              <a:extLst>
                <a:ext uri="{FF2B5EF4-FFF2-40B4-BE49-F238E27FC236}">
                  <a16:creationId xmlns:a16="http://schemas.microsoft.com/office/drawing/2014/main" id="{273023FD-FD7C-82B1-DC0B-9A2E22865B43}"/>
                </a:ext>
              </a:extLst>
            </p:cNvPr>
            <p:cNvPicPr>
              <a:picLocks noChangeAspect="1"/>
            </p:cNvPicPr>
            <p:nvPr/>
          </p:nvPicPr>
          <p:blipFill>
            <a:blip r:embed="rId5"/>
            <a:srcRect l="55117" t="6975" r="33736" b="81420"/>
            <a:stretch/>
          </p:blipFill>
          <p:spPr>
            <a:xfrm>
              <a:off x="10941765" y="5686427"/>
              <a:ext cx="266750" cy="342900"/>
            </a:xfrm>
            <a:prstGeom prst="rect">
              <a:avLst/>
            </a:prstGeom>
          </p:spPr>
        </p:pic>
        <p:grpSp>
          <p:nvGrpSpPr>
            <p:cNvPr id="1237" name="Grupo 1236">
              <a:extLst>
                <a:ext uri="{FF2B5EF4-FFF2-40B4-BE49-F238E27FC236}">
                  <a16:creationId xmlns:a16="http://schemas.microsoft.com/office/drawing/2014/main" id="{3EDEBD8B-E9D4-76B4-4BCF-A32D33C03247}"/>
                </a:ext>
              </a:extLst>
            </p:cNvPr>
            <p:cNvGrpSpPr/>
            <p:nvPr/>
          </p:nvGrpSpPr>
          <p:grpSpPr>
            <a:xfrm>
              <a:off x="11225229" y="5686427"/>
              <a:ext cx="266750" cy="342900"/>
              <a:chOff x="5053733" y="4472706"/>
              <a:chExt cx="764498" cy="795862"/>
            </a:xfrm>
          </p:grpSpPr>
          <p:pic>
            <p:nvPicPr>
              <p:cNvPr id="1238" name="Imagen 1237">
                <a:extLst>
                  <a:ext uri="{FF2B5EF4-FFF2-40B4-BE49-F238E27FC236}">
                    <a16:creationId xmlns:a16="http://schemas.microsoft.com/office/drawing/2014/main" id="{EE8338B5-BB2F-EBB4-95B5-6944477CA02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39" name="Imagen 1238">
                <a:extLst>
                  <a:ext uri="{FF2B5EF4-FFF2-40B4-BE49-F238E27FC236}">
                    <a16:creationId xmlns:a16="http://schemas.microsoft.com/office/drawing/2014/main" id="{DDBCD3A8-6B30-867E-3887-024C20F3ADA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40" name="Imagen 1239">
              <a:extLst>
                <a:ext uri="{FF2B5EF4-FFF2-40B4-BE49-F238E27FC236}">
                  <a16:creationId xmlns:a16="http://schemas.microsoft.com/office/drawing/2014/main" id="{23D0CECD-88C3-3D4E-B712-B2DA02CED64B}"/>
                </a:ext>
              </a:extLst>
            </p:cNvPr>
            <p:cNvPicPr>
              <a:picLocks noChangeAspect="1"/>
            </p:cNvPicPr>
            <p:nvPr/>
          </p:nvPicPr>
          <p:blipFill>
            <a:blip r:embed="rId5"/>
            <a:srcRect l="12624" t="34906" r="76229" b="53489"/>
            <a:stretch/>
          </p:blipFill>
          <p:spPr>
            <a:xfrm>
              <a:off x="9241089" y="6062704"/>
              <a:ext cx="266750" cy="342900"/>
            </a:xfrm>
            <a:prstGeom prst="rect">
              <a:avLst/>
            </a:prstGeom>
          </p:spPr>
        </p:pic>
        <p:pic>
          <p:nvPicPr>
            <p:cNvPr id="1241" name="Imagen 1240">
              <a:extLst>
                <a:ext uri="{FF2B5EF4-FFF2-40B4-BE49-F238E27FC236}">
                  <a16:creationId xmlns:a16="http://schemas.microsoft.com/office/drawing/2014/main" id="{89977982-EA6B-1C68-6DFA-96E35953FD1A}"/>
                </a:ext>
              </a:extLst>
            </p:cNvPr>
            <p:cNvPicPr>
              <a:picLocks noChangeAspect="1"/>
            </p:cNvPicPr>
            <p:nvPr/>
          </p:nvPicPr>
          <p:blipFill>
            <a:blip r:embed="rId5"/>
            <a:srcRect l="76281" t="21082" r="12572" b="67313"/>
            <a:stretch/>
          </p:blipFill>
          <p:spPr>
            <a:xfrm>
              <a:off x="9524535" y="6062704"/>
              <a:ext cx="266750" cy="342900"/>
            </a:xfrm>
            <a:prstGeom prst="rect">
              <a:avLst/>
            </a:prstGeom>
          </p:spPr>
        </p:pic>
        <p:grpSp>
          <p:nvGrpSpPr>
            <p:cNvPr id="1242" name="Grupo 1241">
              <a:extLst>
                <a:ext uri="{FF2B5EF4-FFF2-40B4-BE49-F238E27FC236}">
                  <a16:creationId xmlns:a16="http://schemas.microsoft.com/office/drawing/2014/main" id="{049F0DCB-B778-BAD2-6B91-E6F4ACA39950}"/>
                </a:ext>
              </a:extLst>
            </p:cNvPr>
            <p:cNvGrpSpPr/>
            <p:nvPr/>
          </p:nvGrpSpPr>
          <p:grpSpPr>
            <a:xfrm>
              <a:off x="9807981" y="6062704"/>
              <a:ext cx="266750" cy="342900"/>
              <a:chOff x="5053733" y="4472706"/>
              <a:chExt cx="764498" cy="795862"/>
            </a:xfrm>
          </p:grpSpPr>
          <p:pic>
            <p:nvPicPr>
              <p:cNvPr id="1243" name="Imagen 1242">
                <a:extLst>
                  <a:ext uri="{FF2B5EF4-FFF2-40B4-BE49-F238E27FC236}">
                    <a16:creationId xmlns:a16="http://schemas.microsoft.com/office/drawing/2014/main" id="{AA1F626B-1836-9B39-5AA4-6389C479306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44" name="Imagen 1243">
                <a:extLst>
                  <a:ext uri="{FF2B5EF4-FFF2-40B4-BE49-F238E27FC236}">
                    <a16:creationId xmlns:a16="http://schemas.microsoft.com/office/drawing/2014/main" id="{6FDAB5DC-F9BA-B3CD-BAD0-CF3A4A02AC1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45" name="Imagen 1244">
              <a:extLst>
                <a:ext uri="{FF2B5EF4-FFF2-40B4-BE49-F238E27FC236}">
                  <a16:creationId xmlns:a16="http://schemas.microsoft.com/office/drawing/2014/main" id="{E0193B4E-455C-F159-F461-97F24DA02813}"/>
                </a:ext>
              </a:extLst>
            </p:cNvPr>
            <p:cNvPicPr>
              <a:picLocks noChangeAspect="1"/>
            </p:cNvPicPr>
            <p:nvPr/>
          </p:nvPicPr>
          <p:blipFill>
            <a:blip r:embed="rId5"/>
            <a:srcRect l="65685" t="34869" r="23168" b="53526"/>
            <a:stretch/>
          </p:blipFill>
          <p:spPr>
            <a:xfrm>
              <a:off x="10091427" y="6062704"/>
              <a:ext cx="266750" cy="342900"/>
            </a:xfrm>
            <a:prstGeom prst="rect">
              <a:avLst/>
            </a:prstGeom>
          </p:spPr>
        </p:pic>
        <p:pic>
          <p:nvPicPr>
            <p:cNvPr id="1246" name="Imagen 1245">
              <a:extLst>
                <a:ext uri="{FF2B5EF4-FFF2-40B4-BE49-F238E27FC236}">
                  <a16:creationId xmlns:a16="http://schemas.microsoft.com/office/drawing/2014/main" id="{32A9861C-02A2-CE79-A682-0B0DDC6DC181}"/>
                </a:ext>
              </a:extLst>
            </p:cNvPr>
            <p:cNvPicPr>
              <a:picLocks noChangeAspect="1"/>
            </p:cNvPicPr>
            <p:nvPr/>
          </p:nvPicPr>
          <p:blipFill>
            <a:blip r:embed="rId5"/>
            <a:srcRect l="23278" t="21261" r="65575" b="67134"/>
            <a:stretch/>
          </p:blipFill>
          <p:spPr>
            <a:xfrm>
              <a:off x="10374873" y="6062704"/>
              <a:ext cx="266750" cy="342900"/>
            </a:xfrm>
            <a:prstGeom prst="rect">
              <a:avLst/>
            </a:prstGeom>
          </p:spPr>
        </p:pic>
        <p:pic>
          <p:nvPicPr>
            <p:cNvPr id="1247" name="Imagen 1246">
              <a:extLst>
                <a:ext uri="{FF2B5EF4-FFF2-40B4-BE49-F238E27FC236}">
                  <a16:creationId xmlns:a16="http://schemas.microsoft.com/office/drawing/2014/main" id="{904D6949-D1F9-9045-0101-63210F4C7217}"/>
                </a:ext>
              </a:extLst>
            </p:cNvPr>
            <p:cNvPicPr>
              <a:picLocks noChangeAspect="1"/>
            </p:cNvPicPr>
            <p:nvPr/>
          </p:nvPicPr>
          <p:blipFill>
            <a:blip r:embed="rId5"/>
            <a:srcRect l="65751" t="21142" r="23101" b="67253"/>
            <a:stretch/>
          </p:blipFill>
          <p:spPr>
            <a:xfrm>
              <a:off x="10658319" y="6062704"/>
              <a:ext cx="266750" cy="342900"/>
            </a:xfrm>
            <a:prstGeom prst="rect">
              <a:avLst/>
            </a:prstGeom>
          </p:spPr>
        </p:pic>
        <p:pic>
          <p:nvPicPr>
            <p:cNvPr id="1248" name="Imagen 1247">
              <a:extLst>
                <a:ext uri="{FF2B5EF4-FFF2-40B4-BE49-F238E27FC236}">
                  <a16:creationId xmlns:a16="http://schemas.microsoft.com/office/drawing/2014/main" id="{F829853E-D43B-F331-1C62-86E58B0E1207}"/>
                </a:ext>
              </a:extLst>
            </p:cNvPr>
            <p:cNvPicPr>
              <a:picLocks noChangeAspect="1"/>
            </p:cNvPicPr>
            <p:nvPr/>
          </p:nvPicPr>
          <p:blipFill>
            <a:blip r:embed="rId5"/>
            <a:srcRect l="55117" t="6975" r="33736" b="81420"/>
            <a:stretch/>
          </p:blipFill>
          <p:spPr>
            <a:xfrm>
              <a:off x="10941765" y="6062704"/>
              <a:ext cx="266750" cy="342900"/>
            </a:xfrm>
            <a:prstGeom prst="rect">
              <a:avLst/>
            </a:prstGeom>
          </p:spPr>
        </p:pic>
        <p:grpSp>
          <p:nvGrpSpPr>
            <p:cNvPr id="1249" name="Grupo 1248">
              <a:extLst>
                <a:ext uri="{FF2B5EF4-FFF2-40B4-BE49-F238E27FC236}">
                  <a16:creationId xmlns:a16="http://schemas.microsoft.com/office/drawing/2014/main" id="{EB29FC61-AFB9-F296-05EE-29A118239218}"/>
                </a:ext>
              </a:extLst>
            </p:cNvPr>
            <p:cNvGrpSpPr/>
            <p:nvPr/>
          </p:nvGrpSpPr>
          <p:grpSpPr>
            <a:xfrm>
              <a:off x="11225229" y="6062704"/>
              <a:ext cx="266750" cy="342900"/>
              <a:chOff x="5053733" y="4472706"/>
              <a:chExt cx="764498" cy="795862"/>
            </a:xfrm>
          </p:grpSpPr>
          <p:pic>
            <p:nvPicPr>
              <p:cNvPr id="1250" name="Imagen 1249">
                <a:extLst>
                  <a:ext uri="{FF2B5EF4-FFF2-40B4-BE49-F238E27FC236}">
                    <a16:creationId xmlns:a16="http://schemas.microsoft.com/office/drawing/2014/main" id="{7D356C33-E889-4BAB-8DB4-063461D38A7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51" name="Imagen 1250">
                <a:extLst>
                  <a:ext uri="{FF2B5EF4-FFF2-40B4-BE49-F238E27FC236}">
                    <a16:creationId xmlns:a16="http://schemas.microsoft.com/office/drawing/2014/main" id="{DA0AC8F8-F8FD-E047-C8C6-1D9571CB13A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512" name="Grupo 1511">
              <a:extLst>
                <a:ext uri="{FF2B5EF4-FFF2-40B4-BE49-F238E27FC236}">
                  <a16:creationId xmlns:a16="http://schemas.microsoft.com/office/drawing/2014/main" id="{B98DD728-EC50-003A-FC2D-FFA934CFE509}"/>
                </a:ext>
              </a:extLst>
            </p:cNvPr>
            <p:cNvGrpSpPr/>
            <p:nvPr/>
          </p:nvGrpSpPr>
          <p:grpSpPr>
            <a:xfrm>
              <a:off x="1588047" y="6062704"/>
              <a:ext cx="266750" cy="342900"/>
              <a:chOff x="5053733" y="4472706"/>
              <a:chExt cx="764498" cy="795862"/>
            </a:xfrm>
          </p:grpSpPr>
          <p:pic>
            <p:nvPicPr>
              <p:cNvPr id="1513" name="Imagen 1512">
                <a:extLst>
                  <a:ext uri="{FF2B5EF4-FFF2-40B4-BE49-F238E27FC236}">
                    <a16:creationId xmlns:a16="http://schemas.microsoft.com/office/drawing/2014/main" id="{706C4312-4BBA-6673-D2ED-117A5FF8EE9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14" name="Imagen 1513">
                <a:extLst>
                  <a:ext uri="{FF2B5EF4-FFF2-40B4-BE49-F238E27FC236}">
                    <a16:creationId xmlns:a16="http://schemas.microsoft.com/office/drawing/2014/main" id="{277B4B4F-2AAE-FFB6-052C-E422B493E5C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515" name="Grupo 1514">
              <a:extLst>
                <a:ext uri="{FF2B5EF4-FFF2-40B4-BE49-F238E27FC236}">
                  <a16:creationId xmlns:a16="http://schemas.microsoft.com/office/drawing/2014/main" id="{B3D1C440-E102-8FD4-6AB5-3D6BD7E7E66C}"/>
                </a:ext>
              </a:extLst>
            </p:cNvPr>
            <p:cNvGrpSpPr/>
            <p:nvPr/>
          </p:nvGrpSpPr>
          <p:grpSpPr>
            <a:xfrm>
              <a:off x="4705953" y="2025139"/>
              <a:ext cx="266750" cy="342900"/>
              <a:chOff x="5053733" y="4472706"/>
              <a:chExt cx="764498" cy="795862"/>
            </a:xfrm>
          </p:grpSpPr>
          <p:pic>
            <p:nvPicPr>
              <p:cNvPr id="1516" name="Imagen 1515">
                <a:extLst>
                  <a:ext uri="{FF2B5EF4-FFF2-40B4-BE49-F238E27FC236}">
                    <a16:creationId xmlns:a16="http://schemas.microsoft.com/office/drawing/2014/main" id="{8951C5BA-5B89-D825-07FC-CD362A7D345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17" name="Imagen 1516">
                <a:extLst>
                  <a:ext uri="{FF2B5EF4-FFF2-40B4-BE49-F238E27FC236}">
                    <a16:creationId xmlns:a16="http://schemas.microsoft.com/office/drawing/2014/main" id="{A3F9E5F6-0FC3-9AB0-1894-B2E8BBDA3BF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518" name="Grupo 1517">
              <a:extLst>
                <a:ext uri="{FF2B5EF4-FFF2-40B4-BE49-F238E27FC236}">
                  <a16:creationId xmlns:a16="http://schemas.microsoft.com/office/drawing/2014/main" id="{EE63F970-50A7-B05E-7D30-ACA78E54E9CF}"/>
                </a:ext>
              </a:extLst>
            </p:cNvPr>
            <p:cNvGrpSpPr/>
            <p:nvPr/>
          </p:nvGrpSpPr>
          <p:grpSpPr>
            <a:xfrm>
              <a:off x="4989399" y="2025139"/>
              <a:ext cx="266750" cy="342900"/>
              <a:chOff x="5053733" y="4472706"/>
              <a:chExt cx="764498" cy="795862"/>
            </a:xfrm>
          </p:grpSpPr>
          <p:pic>
            <p:nvPicPr>
              <p:cNvPr id="1519" name="Imagen 1518">
                <a:extLst>
                  <a:ext uri="{FF2B5EF4-FFF2-40B4-BE49-F238E27FC236}">
                    <a16:creationId xmlns:a16="http://schemas.microsoft.com/office/drawing/2014/main" id="{CD27AF26-E1DA-33F7-ABFB-E1EB4FF4F0B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20" name="Imagen 1519">
                <a:extLst>
                  <a:ext uri="{FF2B5EF4-FFF2-40B4-BE49-F238E27FC236}">
                    <a16:creationId xmlns:a16="http://schemas.microsoft.com/office/drawing/2014/main" id="{F97F4F4D-7749-D145-AEEF-9D99D253994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1524" name="Grupo 1523">
              <a:extLst>
                <a:ext uri="{FF2B5EF4-FFF2-40B4-BE49-F238E27FC236}">
                  <a16:creationId xmlns:a16="http://schemas.microsoft.com/office/drawing/2014/main" id="{AC5DA768-6B7F-2313-F98D-52AB423FDE54}"/>
                </a:ext>
              </a:extLst>
            </p:cNvPr>
            <p:cNvGrpSpPr/>
            <p:nvPr/>
          </p:nvGrpSpPr>
          <p:grpSpPr>
            <a:xfrm>
              <a:off x="5272845" y="6062704"/>
              <a:ext cx="266750" cy="342900"/>
              <a:chOff x="5053733" y="4472706"/>
              <a:chExt cx="764498" cy="795862"/>
            </a:xfrm>
          </p:grpSpPr>
          <p:pic>
            <p:nvPicPr>
              <p:cNvPr id="1525" name="Imagen 1524">
                <a:extLst>
                  <a:ext uri="{FF2B5EF4-FFF2-40B4-BE49-F238E27FC236}">
                    <a16:creationId xmlns:a16="http://schemas.microsoft.com/office/drawing/2014/main" id="{4A33E3BB-847B-1F69-631F-D7ABA3B501D0}"/>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26" name="Imagen 1525">
                <a:extLst>
                  <a:ext uri="{FF2B5EF4-FFF2-40B4-BE49-F238E27FC236}">
                    <a16:creationId xmlns:a16="http://schemas.microsoft.com/office/drawing/2014/main" id="{85839590-A3B8-2877-19D7-A72C29E4050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nvGrpSpPr>
            <p:cNvPr id="2" name="Grupo 1">
              <a:extLst>
                <a:ext uri="{FF2B5EF4-FFF2-40B4-BE49-F238E27FC236}">
                  <a16:creationId xmlns:a16="http://schemas.microsoft.com/office/drawing/2014/main" id="{97D62A90-729B-1760-FC12-7DB1B0BAAB01}"/>
                </a:ext>
              </a:extLst>
            </p:cNvPr>
            <p:cNvGrpSpPr/>
            <p:nvPr/>
          </p:nvGrpSpPr>
          <p:grpSpPr>
            <a:xfrm>
              <a:off x="5559924" y="2025139"/>
              <a:ext cx="266750" cy="342900"/>
              <a:chOff x="5053733" y="4472706"/>
              <a:chExt cx="764498" cy="795862"/>
            </a:xfrm>
          </p:grpSpPr>
          <p:pic>
            <p:nvPicPr>
              <p:cNvPr id="3" name="Imagen 2">
                <a:extLst>
                  <a:ext uri="{FF2B5EF4-FFF2-40B4-BE49-F238E27FC236}">
                    <a16:creationId xmlns:a16="http://schemas.microsoft.com/office/drawing/2014/main" id="{687B73A2-A99B-8144-911C-639F3B1A979B}"/>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5" name="Imagen 4">
                <a:extLst>
                  <a:ext uri="{FF2B5EF4-FFF2-40B4-BE49-F238E27FC236}">
                    <a16:creationId xmlns:a16="http://schemas.microsoft.com/office/drawing/2014/main" id="{38AE6993-B628-E8FF-1FC7-0703C64708B8}"/>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6" name="Imagen 5">
              <a:extLst>
                <a:ext uri="{FF2B5EF4-FFF2-40B4-BE49-F238E27FC236}">
                  <a16:creationId xmlns:a16="http://schemas.microsoft.com/office/drawing/2014/main" id="{BD9EEF0B-B988-5E9D-918B-A9D0E648AB86}"/>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531375" y="1290308"/>
              <a:ext cx="266750" cy="342900"/>
            </a:xfrm>
            <a:prstGeom prst="rect">
              <a:avLst/>
            </a:prstGeom>
          </p:spPr>
        </p:pic>
        <p:pic>
          <p:nvPicPr>
            <p:cNvPr id="8" name="Imagen 7">
              <a:extLst>
                <a:ext uri="{FF2B5EF4-FFF2-40B4-BE49-F238E27FC236}">
                  <a16:creationId xmlns:a16="http://schemas.microsoft.com/office/drawing/2014/main" id="{A6065BF0-1F65-CAB6-B45F-42ACD61F9F8F}"/>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808767" y="1290308"/>
              <a:ext cx="266750" cy="342900"/>
            </a:xfrm>
            <a:prstGeom prst="rect">
              <a:avLst/>
            </a:prstGeom>
          </p:spPr>
        </p:pic>
        <p:pic>
          <p:nvPicPr>
            <p:cNvPr id="9" name="Imagen 8">
              <a:extLst>
                <a:ext uri="{FF2B5EF4-FFF2-40B4-BE49-F238E27FC236}">
                  <a16:creationId xmlns:a16="http://schemas.microsoft.com/office/drawing/2014/main" id="{39CA0995-A977-7F37-1B7F-2A0201DE9078}"/>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86159" y="1290308"/>
              <a:ext cx="266750" cy="342900"/>
            </a:xfrm>
            <a:prstGeom prst="rect">
              <a:avLst/>
            </a:prstGeom>
          </p:spPr>
        </p:pic>
        <p:pic>
          <p:nvPicPr>
            <p:cNvPr id="10" name="Imagen 9">
              <a:extLst>
                <a:ext uri="{FF2B5EF4-FFF2-40B4-BE49-F238E27FC236}">
                  <a16:creationId xmlns:a16="http://schemas.microsoft.com/office/drawing/2014/main" id="{8EA9FC77-3112-9312-920A-398E8676DFF4}"/>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640943" y="1290308"/>
              <a:ext cx="266750" cy="342900"/>
            </a:xfrm>
            <a:prstGeom prst="rect">
              <a:avLst/>
            </a:prstGeom>
          </p:spPr>
        </p:pic>
        <p:pic>
          <p:nvPicPr>
            <p:cNvPr id="11" name="Imagen 10">
              <a:extLst>
                <a:ext uri="{FF2B5EF4-FFF2-40B4-BE49-F238E27FC236}">
                  <a16:creationId xmlns:a16="http://schemas.microsoft.com/office/drawing/2014/main" id="{5E083FD4-BF0E-382C-1FDC-C989B27B2C0C}"/>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918335" y="1290308"/>
              <a:ext cx="266750" cy="342900"/>
            </a:xfrm>
            <a:prstGeom prst="rect">
              <a:avLst/>
            </a:prstGeom>
          </p:spPr>
        </p:pic>
        <p:grpSp>
          <p:nvGrpSpPr>
            <p:cNvPr id="12" name="Grupo 11">
              <a:extLst>
                <a:ext uri="{FF2B5EF4-FFF2-40B4-BE49-F238E27FC236}">
                  <a16:creationId xmlns:a16="http://schemas.microsoft.com/office/drawing/2014/main" id="{22E6A14A-4FD6-D3F8-D257-70CC174C4F3F}"/>
                </a:ext>
              </a:extLst>
            </p:cNvPr>
            <p:cNvGrpSpPr/>
            <p:nvPr/>
          </p:nvGrpSpPr>
          <p:grpSpPr>
            <a:xfrm>
              <a:off x="9253983" y="3115889"/>
              <a:ext cx="2208493" cy="342900"/>
              <a:chOff x="9186374" y="3502366"/>
              <a:chExt cx="2208493" cy="342900"/>
            </a:xfrm>
          </p:grpSpPr>
          <p:pic>
            <p:nvPicPr>
              <p:cNvPr id="13" name="Imagen 12">
                <a:extLst>
                  <a:ext uri="{FF2B5EF4-FFF2-40B4-BE49-F238E27FC236}">
                    <a16:creationId xmlns:a16="http://schemas.microsoft.com/office/drawing/2014/main" id="{F46B97EE-8527-A74E-6B7C-E8EF33F3D02D}"/>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108" name="Imagen 107">
                <a:extLst>
                  <a:ext uri="{FF2B5EF4-FFF2-40B4-BE49-F238E27FC236}">
                    <a16:creationId xmlns:a16="http://schemas.microsoft.com/office/drawing/2014/main" id="{4AC255EA-17C8-038D-A6BE-E0409E4F6209}"/>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142" name="Imagen 141">
                <a:extLst>
                  <a:ext uri="{FF2B5EF4-FFF2-40B4-BE49-F238E27FC236}">
                    <a16:creationId xmlns:a16="http://schemas.microsoft.com/office/drawing/2014/main" id="{E36F28A7-A81F-793C-72D8-A6BB69045C62}"/>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149" name="Imagen 148">
                <a:extLst>
                  <a:ext uri="{FF2B5EF4-FFF2-40B4-BE49-F238E27FC236}">
                    <a16:creationId xmlns:a16="http://schemas.microsoft.com/office/drawing/2014/main" id="{46B42A14-525F-ED8D-3C62-2E35CB8F8CA7}"/>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151" name="Imagen 150">
                <a:extLst>
                  <a:ext uri="{FF2B5EF4-FFF2-40B4-BE49-F238E27FC236}">
                    <a16:creationId xmlns:a16="http://schemas.microsoft.com/office/drawing/2014/main" id="{6BE1E0B8-DF7C-A423-79B1-90896AED381E}"/>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152" name="Imagen 151">
                <a:extLst>
                  <a:ext uri="{FF2B5EF4-FFF2-40B4-BE49-F238E27FC236}">
                    <a16:creationId xmlns:a16="http://schemas.microsoft.com/office/drawing/2014/main" id="{8F9DF130-5B50-D7CA-B7A6-1A7281D6DE24}"/>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154" name="Imagen 153">
                <a:extLst>
                  <a:ext uri="{FF2B5EF4-FFF2-40B4-BE49-F238E27FC236}">
                    <a16:creationId xmlns:a16="http://schemas.microsoft.com/office/drawing/2014/main" id="{333CDCE3-14E0-C02B-E06E-143E203C0B61}"/>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155" name="Grupo 154">
                <a:extLst>
                  <a:ext uri="{FF2B5EF4-FFF2-40B4-BE49-F238E27FC236}">
                    <a16:creationId xmlns:a16="http://schemas.microsoft.com/office/drawing/2014/main" id="{A7E8BB58-6D6A-588A-DAF8-13320D55E6F9}"/>
                  </a:ext>
                </a:extLst>
              </p:cNvPr>
              <p:cNvGrpSpPr/>
              <p:nvPr/>
            </p:nvGrpSpPr>
            <p:grpSpPr>
              <a:xfrm>
                <a:off x="11128117" y="3502366"/>
                <a:ext cx="266750" cy="342900"/>
                <a:chOff x="5053733" y="4472706"/>
                <a:chExt cx="764498" cy="795862"/>
              </a:xfrm>
            </p:grpSpPr>
            <p:pic>
              <p:nvPicPr>
                <p:cNvPr id="156" name="Imagen 155">
                  <a:extLst>
                    <a:ext uri="{FF2B5EF4-FFF2-40B4-BE49-F238E27FC236}">
                      <a16:creationId xmlns:a16="http://schemas.microsoft.com/office/drawing/2014/main" id="{52A760AC-406F-63D9-907E-A075C7EE4C6C}"/>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157" name="Imagen 156">
                  <a:extLst>
                    <a:ext uri="{FF2B5EF4-FFF2-40B4-BE49-F238E27FC236}">
                      <a16:creationId xmlns:a16="http://schemas.microsoft.com/office/drawing/2014/main" id="{FB8897B7-8DC2-E910-32A0-7BD4D45949D2}"/>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159" name="F9">
              <a:extLst>
                <a:ext uri="{FF2B5EF4-FFF2-40B4-BE49-F238E27FC236}">
                  <a16:creationId xmlns:a16="http://schemas.microsoft.com/office/drawing/2014/main" id="{156CFF48-FD81-EE39-73C7-05E740B15B62}"/>
                </a:ext>
              </a:extLst>
            </p:cNvPr>
            <p:cNvGrpSpPr/>
            <p:nvPr/>
          </p:nvGrpSpPr>
          <p:grpSpPr>
            <a:xfrm>
              <a:off x="9255511" y="3480726"/>
              <a:ext cx="2205436" cy="344296"/>
              <a:chOff x="9319866" y="1442999"/>
              <a:chExt cx="2205436" cy="344296"/>
            </a:xfrm>
          </p:grpSpPr>
          <p:pic>
            <p:nvPicPr>
              <p:cNvPr id="160" name="Imagen 159">
                <a:extLst>
                  <a:ext uri="{FF2B5EF4-FFF2-40B4-BE49-F238E27FC236}">
                    <a16:creationId xmlns:a16="http://schemas.microsoft.com/office/drawing/2014/main" id="{8CBCC3A7-D349-434D-DB85-78963F1ABA07}"/>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236" name="Imagen 235">
                <a:extLst>
                  <a:ext uri="{FF2B5EF4-FFF2-40B4-BE49-F238E27FC236}">
                    <a16:creationId xmlns:a16="http://schemas.microsoft.com/office/drawing/2014/main" id="{585F7F43-BB34-7643-8F3F-2AA07DAE75E8}"/>
                  </a:ext>
                </a:extLst>
              </p:cNvPr>
              <p:cNvPicPr>
                <a:picLocks noChangeAspect="1"/>
              </p:cNvPicPr>
              <p:nvPr/>
            </p:nvPicPr>
            <p:blipFill>
              <a:blip r:embed="rId5">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237" name="Imagen 236">
                <a:extLst>
                  <a:ext uri="{FF2B5EF4-FFF2-40B4-BE49-F238E27FC236}">
                    <a16:creationId xmlns:a16="http://schemas.microsoft.com/office/drawing/2014/main" id="{583D70FA-9F02-DA30-69F9-22CA99EA64EE}"/>
                  </a:ext>
                </a:extLst>
              </p:cNvPr>
              <p:cNvPicPr>
                <a:picLocks noChangeAspect="1"/>
              </p:cNvPicPr>
              <p:nvPr/>
            </p:nvPicPr>
            <p:blipFill>
              <a:blip r:embed="rId5">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238" name="Imagen 237">
                <a:extLst>
                  <a:ext uri="{FF2B5EF4-FFF2-40B4-BE49-F238E27FC236}">
                    <a16:creationId xmlns:a16="http://schemas.microsoft.com/office/drawing/2014/main" id="{C02660F4-4B9B-751A-DD57-C6ADC92557CA}"/>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278" name="Imagen 277">
                <a:extLst>
                  <a:ext uri="{FF2B5EF4-FFF2-40B4-BE49-F238E27FC236}">
                    <a16:creationId xmlns:a16="http://schemas.microsoft.com/office/drawing/2014/main" id="{F28E3D56-6072-638E-825E-E3282D75C883}"/>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279" name="Imagen 278">
                <a:extLst>
                  <a:ext uri="{FF2B5EF4-FFF2-40B4-BE49-F238E27FC236}">
                    <a16:creationId xmlns:a16="http://schemas.microsoft.com/office/drawing/2014/main" id="{083F9200-7928-1FA2-0996-451DEB2DDB45}"/>
                  </a:ext>
                </a:extLst>
              </p:cNvPr>
              <p:cNvPicPr>
                <a:picLocks noChangeAspect="1"/>
              </p:cNvPicPr>
              <p:nvPr/>
            </p:nvPicPr>
            <p:blipFill>
              <a:blip r:embed="rId5">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280" name="Imagen 279">
                <a:extLst>
                  <a:ext uri="{FF2B5EF4-FFF2-40B4-BE49-F238E27FC236}">
                    <a16:creationId xmlns:a16="http://schemas.microsoft.com/office/drawing/2014/main" id="{16C26557-28F4-7D8C-7296-856A2F26BDDD}"/>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07" name="Imagen 306">
                <a:extLst>
                  <a:ext uri="{FF2B5EF4-FFF2-40B4-BE49-F238E27FC236}">
                    <a16:creationId xmlns:a16="http://schemas.microsoft.com/office/drawing/2014/main" id="{82D48E31-3B04-9125-5FDF-8B491B6EE926}"/>
                  </a:ext>
                </a:extLst>
              </p:cNvPr>
              <p:cNvPicPr>
                <a:picLocks noChangeAspect="1"/>
              </p:cNvPicPr>
              <p:nvPr/>
            </p:nvPicPr>
            <p:blipFill>
              <a:blip r:embed="rId5">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08" name="F8">
              <a:extLst>
                <a:ext uri="{FF2B5EF4-FFF2-40B4-BE49-F238E27FC236}">
                  <a16:creationId xmlns:a16="http://schemas.microsoft.com/office/drawing/2014/main" id="{926CEFBC-D543-8941-9CF0-51A8C5342549}"/>
                </a:ext>
              </a:extLst>
            </p:cNvPr>
            <p:cNvGrpSpPr/>
            <p:nvPr/>
          </p:nvGrpSpPr>
          <p:grpSpPr>
            <a:xfrm>
              <a:off x="9255511" y="4211796"/>
              <a:ext cx="2205436" cy="344296"/>
              <a:chOff x="9319866" y="1442999"/>
              <a:chExt cx="2205436" cy="344296"/>
            </a:xfrm>
          </p:grpSpPr>
          <p:pic>
            <p:nvPicPr>
              <p:cNvPr id="309" name="Imagen 308">
                <a:extLst>
                  <a:ext uri="{FF2B5EF4-FFF2-40B4-BE49-F238E27FC236}">
                    <a16:creationId xmlns:a16="http://schemas.microsoft.com/office/drawing/2014/main" id="{A95779EE-881D-6D0E-B032-B5D9B02FDD69}"/>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10" name="Imagen 309">
                <a:extLst>
                  <a:ext uri="{FF2B5EF4-FFF2-40B4-BE49-F238E27FC236}">
                    <a16:creationId xmlns:a16="http://schemas.microsoft.com/office/drawing/2014/main" id="{F5556C5C-D674-0B93-BA57-E3DDEAC7B651}"/>
                  </a:ext>
                </a:extLst>
              </p:cNvPr>
              <p:cNvPicPr>
                <a:picLocks noChangeAspect="1"/>
              </p:cNvPicPr>
              <p:nvPr/>
            </p:nvPicPr>
            <p:blipFill>
              <a:blip r:embed="rId5">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11" name="Imagen 310">
                <a:extLst>
                  <a:ext uri="{FF2B5EF4-FFF2-40B4-BE49-F238E27FC236}">
                    <a16:creationId xmlns:a16="http://schemas.microsoft.com/office/drawing/2014/main" id="{822E4D93-EBEB-AF4E-84D9-13B026AB9C3A}"/>
                  </a:ext>
                </a:extLst>
              </p:cNvPr>
              <p:cNvPicPr>
                <a:picLocks noChangeAspect="1"/>
              </p:cNvPicPr>
              <p:nvPr/>
            </p:nvPicPr>
            <p:blipFill>
              <a:blip r:embed="rId5">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12" name="Imagen 311">
                <a:extLst>
                  <a:ext uri="{FF2B5EF4-FFF2-40B4-BE49-F238E27FC236}">
                    <a16:creationId xmlns:a16="http://schemas.microsoft.com/office/drawing/2014/main" id="{B5B82C29-9FCF-B9CF-5E17-E56273E777ED}"/>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21" name="Imagen 320">
                <a:extLst>
                  <a:ext uri="{FF2B5EF4-FFF2-40B4-BE49-F238E27FC236}">
                    <a16:creationId xmlns:a16="http://schemas.microsoft.com/office/drawing/2014/main" id="{F0B31A2C-9BD3-0C8E-46CB-5F066ACB9C0D}"/>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22" name="Imagen 321">
                <a:extLst>
                  <a:ext uri="{FF2B5EF4-FFF2-40B4-BE49-F238E27FC236}">
                    <a16:creationId xmlns:a16="http://schemas.microsoft.com/office/drawing/2014/main" id="{0FA8C359-C294-5BA5-F9AA-64ABF6833706}"/>
                  </a:ext>
                </a:extLst>
              </p:cNvPr>
              <p:cNvPicPr>
                <a:picLocks noChangeAspect="1"/>
              </p:cNvPicPr>
              <p:nvPr/>
            </p:nvPicPr>
            <p:blipFill>
              <a:blip r:embed="rId5">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23" name="Imagen 322">
                <a:extLst>
                  <a:ext uri="{FF2B5EF4-FFF2-40B4-BE49-F238E27FC236}">
                    <a16:creationId xmlns:a16="http://schemas.microsoft.com/office/drawing/2014/main" id="{D22FBD35-A496-3DED-6005-C796E4ECD21C}"/>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24" name="Imagen 323">
                <a:extLst>
                  <a:ext uri="{FF2B5EF4-FFF2-40B4-BE49-F238E27FC236}">
                    <a16:creationId xmlns:a16="http://schemas.microsoft.com/office/drawing/2014/main" id="{693B7286-352D-5FD4-1C53-5928531B61BA}"/>
                  </a:ext>
                </a:extLst>
              </p:cNvPr>
              <p:cNvPicPr>
                <a:picLocks noChangeAspect="1"/>
              </p:cNvPicPr>
              <p:nvPr/>
            </p:nvPicPr>
            <p:blipFill>
              <a:blip r:embed="rId5">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25" name="F7">
              <a:extLst>
                <a:ext uri="{FF2B5EF4-FFF2-40B4-BE49-F238E27FC236}">
                  <a16:creationId xmlns:a16="http://schemas.microsoft.com/office/drawing/2014/main" id="{C96D130E-C02F-B95C-1E4A-3BEF2B597E13}"/>
                </a:ext>
              </a:extLst>
            </p:cNvPr>
            <p:cNvGrpSpPr/>
            <p:nvPr/>
          </p:nvGrpSpPr>
          <p:grpSpPr>
            <a:xfrm>
              <a:off x="9255511" y="4942866"/>
              <a:ext cx="2205436" cy="344296"/>
              <a:chOff x="9319866" y="1442999"/>
              <a:chExt cx="2205436" cy="344296"/>
            </a:xfrm>
          </p:grpSpPr>
          <p:pic>
            <p:nvPicPr>
              <p:cNvPr id="326" name="Imagen 325">
                <a:extLst>
                  <a:ext uri="{FF2B5EF4-FFF2-40B4-BE49-F238E27FC236}">
                    <a16:creationId xmlns:a16="http://schemas.microsoft.com/office/drawing/2014/main" id="{772C00BE-9857-531F-C7BA-CA185274C9B7}"/>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27" name="Imagen 326">
                <a:extLst>
                  <a:ext uri="{FF2B5EF4-FFF2-40B4-BE49-F238E27FC236}">
                    <a16:creationId xmlns:a16="http://schemas.microsoft.com/office/drawing/2014/main" id="{2070D6C3-3478-FAC8-1F40-A463CF6BABA5}"/>
                  </a:ext>
                </a:extLst>
              </p:cNvPr>
              <p:cNvPicPr>
                <a:picLocks noChangeAspect="1"/>
              </p:cNvPicPr>
              <p:nvPr/>
            </p:nvPicPr>
            <p:blipFill>
              <a:blip r:embed="rId5">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28" name="Imagen 327">
                <a:extLst>
                  <a:ext uri="{FF2B5EF4-FFF2-40B4-BE49-F238E27FC236}">
                    <a16:creationId xmlns:a16="http://schemas.microsoft.com/office/drawing/2014/main" id="{1557B12D-7D2A-3837-C86C-7ED03832640D}"/>
                  </a:ext>
                </a:extLst>
              </p:cNvPr>
              <p:cNvPicPr>
                <a:picLocks noChangeAspect="1"/>
              </p:cNvPicPr>
              <p:nvPr/>
            </p:nvPicPr>
            <p:blipFill>
              <a:blip r:embed="rId5">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29" name="Imagen 328">
                <a:extLst>
                  <a:ext uri="{FF2B5EF4-FFF2-40B4-BE49-F238E27FC236}">
                    <a16:creationId xmlns:a16="http://schemas.microsoft.com/office/drawing/2014/main" id="{200D2D54-4BDC-2A13-E2BC-3664F95BD583}"/>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30" name="Imagen 329">
                <a:extLst>
                  <a:ext uri="{FF2B5EF4-FFF2-40B4-BE49-F238E27FC236}">
                    <a16:creationId xmlns:a16="http://schemas.microsoft.com/office/drawing/2014/main" id="{A6948688-0662-3FDB-1141-1AD0C68B845C}"/>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31" name="Imagen 330">
                <a:extLst>
                  <a:ext uri="{FF2B5EF4-FFF2-40B4-BE49-F238E27FC236}">
                    <a16:creationId xmlns:a16="http://schemas.microsoft.com/office/drawing/2014/main" id="{B8B45065-837F-61AF-C023-B2C34D9DFDBE}"/>
                  </a:ext>
                </a:extLst>
              </p:cNvPr>
              <p:cNvPicPr>
                <a:picLocks noChangeAspect="1"/>
              </p:cNvPicPr>
              <p:nvPr/>
            </p:nvPicPr>
            <p:blipFill>
              <a:blip r:embed="rId5">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32" name="Imagen 331">
                <a:extLst>
                  <a:ext uri="{FF2B5EF4-FFF2-40B4-BE49-F238E27FC236}">
                    <a16:creationId xmlns:a16="http://schemas.microsoft.com/office/drawing/2014/main" id="{93BB4339-532E-F556-0A74-1B902DFF57DE}"/>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40" name="Imagen 339">
                <a:extLst>
                  <a:ext uri="{FF2B5EF4-FFF2-40B4-BE49-F238E27FC236}">
                    <a16:creationId xmlns:a16="http://schemas.microsoft.com/office/drawing/2014/main" id="{F382835C-B9C2-5D9A-A8A5-24C0D37BA912}"/>
                  </a:ext>
                </a:extLst>
              </p:cNvPr>
              <p:cNvPicPr>
                <a:picLocks noChangeAspect="1"/>
              </p:cNvPicPr>
              <p:nvPr/>
            </p:nvPicPr>
            <p:blipFill>
              <a:blip r:embed="rId5">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42" name="F6">
              <a:extLst>
                <a:ext uri="{FF2B5EF4-FFF2-40B4-BE49-F238E27FC236}">
                  <a16:creationId xmlns:a16="http://schemas.microsoft.com/office/drawing/2014/main" id="{4F713C84-4A95-200A-19D8-61522F0CA6B5}"/>
                </a:ext>
              </a:extLst>
            </p:cNvPr>
            <p:cNvGrpSpPr/>
            <p:nvPr/>
          </p:nvGrpSpPr>
          <p:grpSpPr>
            <a:xfrm>
              <a:off x="9255511" y="5673941"/>
              <a:ext cx="2205436" cy="344296"/>
              <a:chOff x="9319866" y="1442999"/>
              <a:chExt cx="2205436" cy="344296"/>
            </a:xfrm>
          </p:grpSpPr>
          <p:pic>
            <p:nvPicPr>
              <p:cNvPr id="353" name="Imagen 352">
                <a:extLst>
                  <a:ext uri="{FF2B5EF4-FFF2-40B4-BE49-F238E27FC236}">
                    <a16:creationId xmlns:a16="http://schemas.microsoft.com/office/drawing/2014/main" id="{F9770D09-0B8A-222E-F1AF-D9851BF54148}"/>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54" name="Imagen 353">
                <a:extLst>
                  <a:ext uri="{FF2B5EF4-FFF2-40B4-BE49-F238E27FC236}">
                    <a16:creationId xmlns:a16="http://schemas.microsoft.com/office/drawing/2014/main" id="{7C822C27-889A-077F-518E-4FE41A8A8F7C}"/>
                  </a:ext>
                </a:extLst>
              </p:cNvPr>
              <p:cNvPicPr>
                <a:picLocks noChangeAspect="1"/>
              </p:cNvPicPr>
              <p:nvPr/>
            </p:nvPicPr>
            <p:blipFill>
              <a:blip r:embed="rId5">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55" name="Imagen 354">
                <a:extLst>
                  <a:ext uri="{FF2B5EF4-FFF2-40B4-BE49-F238E27FC236}">
                    <a16:creationId xmlns:a16="http://schemas.microsoft.com/office/drawing/2014/main" id="{53BF6D40-92E5-0CFE-90A0-8270BB5BF5E3}"/>
                  </a:ext>
                </a:extLst>
              </p:cNvPr>
              <p:cNvPicPr>
                <a:picLocks noChangeAspect="1"/>
              </p:cNvPicPr>
              <p:nvPr/>
            </p:nvPicPr>
            <p:blipFill>
              <a:blip r:embed="rId5">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62" name="Imagen 361">
                <a:extLst>
                  <a:ext uri="{FF2B5EF4-FFF2-40B4-BE49-F238E27FC236}">
                    <a16:creationId xmlns:a16="http://schemas.microsoft.com/office/drawing/2014/main" id="{43A3394B-678A-2EE9-BE63-7C4FC94D60B2}"/>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63" name="Imagen 362">
                <a:extLst>
                  <a:ext uri="{FF2B5EF4-FFF2-40B4-BE49-F238E27FC236}">
                    <a16:creationId xmlns:a16="http://schemas.microsoft.com/office/drawing/2014/main" id="{E0E344C7-A431-9B21-3F5F-21C4CCA0CC47}"/>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64" name="Imagen 363">
                <a:extLst>
                  <a:ext uri="{FF2B5EF4-FFF2-40B4-BE49-F238E27FC236}">
                    <a16:creationId xmlns:a16="http://schemas.microsoft.com/office/drawing/2014/main" id="{41845D00-60C2-04DF-DF51-C18F218D6407}"/>
                  </a:ext>
                </a:extLst>
              </p:cNvPr>
              <p:cNvPicPr>
                <a:picLocks noChangeAspect="1"/>
              </p:cNvPicPr>
              <p:nvPr/>
            </p:nvPicPr>
            <p:blipFill>
              <a:blip r:embed="rId5">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65" name="Imagen 364">
                <a:extLst>
                  <a:ext uri="{FF2B5EF4-FFF2-40B4-BE49-F238E27FC236}">
                    <a16:creationId xmlns:a16="http://schemas.microsoft.com/office/drawing/2014/main" id="{DEB5DC7F-8041-26DD-8357-D8961F42B7F7}"/>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72" name="Imagen 371">
                <a:extLst>
                  <a:ext uri="{FF2B5EF4-FFF2-40B4-BE49-F238E27FC236}">
                    <a16:creationId xmlns:a16="http://schemas.microsoft.com/office/drawing/2014/main" id="{B74DA6AC-4B60-A964-09F3-3F23373ED8D9}"/>
                  </a:ext>
                </a:extLst>
              </p:cNvPr>
              <p:cNvPicPr>
                <a:picLocks noChangeAspect="1"/>
              </p:cNvPicPr>
              <p:nvPr/>
            </p:nvPicPr>
            <p:blipFill>
              <a:blip r:embed="rId5">
                <a:duotone>
                  <a:prstClr val="black"/>
                  <a:srgbClr val="FF0000">
                    <a:tint val="45000"/>
                    <a:satMod val="400000"/>
                  </a:srgbClr>
                </a:duotone>
              </a:blip>
              <a:srcRect l="44516" t="6975" r="44337" b="81420"/>
              <a:stretch/>
            </p:blipFill>
            <p:spPr>
              <a:xfrm>
                <a:off x="11258552" y="1444395"/>
                <a:ext cx="266750" cy="342900"/>
              </a:xfrm>
              <a:prstGeom prst="rect">
                <a:avLst/>
              </a:prstGeom>
            </p:spPr>
          </p:pic>
        </p:grpSp>
        <p:pic>
          <p:nvPicPr>
            <p:cNvPr id="373" name="Imagen 372">
              <a:extLst>
                <a:ext uri="{FF2B5EF4-FFF2-40B4-BE49-F238E27FC236}">
                  <a16:creationId xmlns:a16="http://schemas.microsoft.com/office/drawing/2014/main" id="{84950033-5771-4C08-5ECD-5CD0B0EB1E0A}"/>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253983" y="1290308"/>
              <a:ext cx="266750" cy="342900"/>
            </a:xfrm>
            <a:prstGeom prst="rect">
              <a:avLst/>
            </a:prstGeom>
          </p:spPr>
        </p:pic>
        <p:grpSp>
          <p:nvGrpSpPr>
            <p:cNvPr id="374" name="F4">
              <a:extLst>
                <a:ext uri="{FF2B5EF4-FFF2-40B4-BE49-F238E27FC236}">
                  <a16:creationId xmlns:a16="http://schemas.microsoft.com/office/drawing/2014/main" id="{DFAE5AF6-865B-D698-C454-60E84D347969}"/>
                </a:ext>
              </a:extLst>
            </p:cNvPr>
            <p:cNvGrpSpPr/>
            <p:nvPr/>
          </p:nvGrpSpPr>
          <p:grpSpPr>
            <a:xfrm>
              <a:off x="9255511" y="2384819"/>
              <a:ext cx="2205436" cy="344296"/>
              <a:chOff x="9319866" y="1442999"/>
              <a:chExt cx="2205436" cy="344296"/>
            </a:xfrm>
          </p:grpSpPr>
          <p:pic>
            <p:nvPicPr>
              <p:cNvPr id="378" name="Imagen 377">
                <a:extLst>
                  <a:ext uri="{FF2B5EF4-FFF2-40B4-BE49-F238E27FC236}">
                    <a16:creationId xmlns:a16="http://schemas.microsoft.com/office/drawing/2014/main" id="{9C9F42A3-009D-83B9-4CF5-C779E0924442}"/>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79" name="Imagen 378">
                <a:extLst>
                  <a:ext uri="{FF2B5EF4-FFF2-40B4-BE49-F238E27FC236}">
                    <a16:creationId xmlns:a16="http://schemas.microsoft.com/office/drawing/2014/main" id="{2C0C9032-C4B4-F90F-BAAB-3B9DDCFC0D41}"/>
                  </a:ext>
                </a:extLst>
              </p:cNvPr>
              <p:cNvPicPr>
                <a:picLocks noChangeAspect="1"/>
              </p:cNvPicPr>
              <p:nvPr/>
            </p:nvPicPr>
            <p:blipFill>
              <a:blip r:embed="rId5">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80" name="Imagen 379">
                <a:extLst>
                  <a:ext uri="{FF2B5EF4-FFF2-40B4-BE49-F238E27FC236}">
                    <a16:creationId xmlns:a16="http://schemas.microsoft.com/office/drawing/2014/main" id="{DF3BA7EE-BC0C-6AC8-A8A9-3D1FF20EBBB3}"/>
                  </a:ext>
                </a:extLst>
              </p:cNvPr>
              <p:cNvPicPr>
                <a:picLocks noChangeAspect="1"/>
              </p:cNvPicPr>
              <p:nvPr/>
            </p:nvPicPr>
            <p:blipFill>
              <a:blip r:embed="rId5">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90" name="Imagen 389">
                <a:extLst>
                  <a:ext uri="{FF2B5EF4-FFF2-40B4-BE49-F238E27FC236}">
                    <a16:creationId xmlns:a16="http://schemas.microsoft.com/office/drawing/2014/main" id="{4260E830-C15C-D3DE-C350-1AE748781681}"/>
                  </a:ext>
                </a:extLst>
              </p:cNvPr>
              <p:cNvPicPr>
                <a:picLocks noChangeAspect="1"/>
              </p:cNvPicPr>
              <p:nvPr/>
            </p:nvPicPr>
            <p:blipFill>
              <a:blip r:embed="rId5">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91" name="Imagen 390">
                <a:extLst>
                  <a:ext uri="{FF2B5EF4-FFF2-40B4-BE49-F238E27FC236}">
                    <a16:creationId xmlns:a16="http://schemas.microsoft.com/office/drawing/2014/main" id="{7CAA506A-3831-BEE6-EAA8-608D0A94EECD}"/>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92" name="Imagen 391">
                <a:extLst>
                  <a:ext uri="{FF2B5EF4-FFF2-40B4-BE49-F238E27FC236}">
                    <a16:creationId xmlns:a16="http://schemas.microsoft.com/office/drawing/2014/main" id="{A37FF410-7408-58BE-F30B-64079E531B48}"/>
                  </a:ext>
                </a:extLst>
              </p:cNvPr>
              <p:cNvPicPr>
                <a:picLocks noChangeAspect="1"/>
              </p:cNvPicPr>
              <p:nvPr/>
            </p:nvPicPr>
            <p:blipFill>
              <a:blip r:embed="rId5">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96" name="Imagen 395">
                <a:extLst>
                  <a:ext uri="{FF2B5EF4-FFF2-40B4-BE49-F238E27FC236}">
                    <a16:creationId xmlns:a16="http://schemas.microsoft.com/office/drawing/2014/main" id="{7F1023E7-4295-4F1C-C018-989C867D3588}"/>
                  </a:ext>
                </a:extLst>
              </p:cNvPr>
              <p:cNvPicPr>
                <a:picLocks noChangeAspect="1"/>
              </p:cNvPicPr>
              <p:nvPr/>
            </p:nvPicPr>
            <p:blipFill>
              <a:blip r:embed="rId5">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97" name="Imagen 396">
                <a:extLst>
                  <a:ext uri="{FF2B5EF4-FFF2-40B4-BE49-F238E27FC236}">
                    <a16:creationId xmlns:a16="http://schemas.microsoft.com/office/drawing/2014/main" id="{20C8F394-A244-D49B-A9CF-AA3E2F2F8C1B}"/>
                  </a:ext>
                </a:extLst>
              </p:cNvPr>
              <p:cNvPicPr>
                <a:picLocks noChangeAspect="1"/>
              </p:cNvPicPr>
              <p:nvPr/>
            </p:nvPicPr>
            <p:blipFill>
              <a:blip r:embed="rId5">
                <a:duotone>
                  <a:prstClr val="black"/>
                  <a:srgbClr val="FF0000">
                    <a:tint val="45000"/>
                    <a:satMod val="400000"/>
                  </a:srgbClr>
                </a:duotone>
              </a:blip>
              <a:srcRect l="44516" t="6975" r="44337" b="81420"/>
              <a:stretch/>
            </p:blipFill>
            <p:spPr>
              <a:xfrm>
                <a:off x="11258552" y="1444395"/>
                <a:ext cx="266750" cy="342900"/>
              </a:xfrm>
              <a:prstGeom prst="rect">
                <a:avLst/>
              </a:prstGeom>
            </p:spPr>
          </p:pic>
        </p:grpSp>
        <p:pic>
          <p:nvPicPr>
            <p:cNvPr id="398" name="Imagen 397">
              <a:extLst>
                <a:ext uri="{FF2B5EF4-FFF2-40B4-BE49-F238E27FC236}">
                  <a16:creationId xmlns:a16="http://schemas.microsoft.com/office/drawing/2014/main" id="{695B8EF4-32D7-C06F-7104-8FED2A186518}"/>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363551" y="1290308"/>
              <a:ext cx="266750" cy="342900"/>
            </a:xfrm>
            <a:prstGeom prst="rect">
              <a:avLst/>
            </a:prstGeom>
          </p:spPr>
        </p:pic>
        <p:grpSp>
          <p:nvGrpSpPr>
            <p:cNvPr id="399" name="L1">
              <a:extLst>
                <a:ext uri="{FF2B5EF4-FFF2-40B4-BE49-F238E27FC236}">
                  <a16:creationId xmlns:a16="http://schemas.microsoft.com/office/drawing/2014/main" id="{91AB0EB3-6D69-D80D-3443-1019D0528429}"/>
                </a:ext>
              </a:extLst>
            </p:cNvPr>
            <p:cNvGrpSpPr/>
            <p:nvPr/>
          </p:nvGrpSpPr>
          <p:grpSpPr>
            <a:xfrm>
              <a:off x="11195726" y="1290308"/>
              <a:ext cx="266750" cy="342900"/>
              <a:chOff x="5053733" y="4472706"/>
              <a:chExt cx="764498" cy="795862"/>
            </a:xfrm>
          </p:grpSpPr>
          <p:pic>
            <p:nvPicPr>
              <p:cNvPr id="400" name="Imagen 399">
                <a:extLst>
                  <a:ext uri="{FF2B5EF4-FFF2-40B4-BE49-F238E27FC236}">
                    <a16:creationId xmlns:a16="http://schemas.microsoft.com/office/drawing/2014/main" id="{7346C948-B770-4B1B-39DF-B0FCC7773571}"/>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401" name="Imagen 400">
                <a:extLst>
                  <a:ext uri="{FF2B5EF4-FFF2-40B4-BE49-F238E27FC236}">
                    <a16:creationId xmlns:a16="http://schemas.microsoft.com/office/drawing/2014/main" id="{0939E467-5461-4716-5F5E-40812D490770}"/>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nvGrpSpPr>
            <p:cNvPr id="402" name="F3">
              <a:extLst>
                <a:ext uri="{FF2B5EF4-FFF2-40B4-BE49-F238E27FC236}">
                  <a16:creationId xmlns:a16="http://schemas.microsoft.com/office/drawing/2014/main" id="{2E9E2780-97E7-8D93-7EF7-AD81CC376C66}"/>
                </a:ext>
              </a:extLst>
            </p:cNvPr>
            <p:cNvGrpSpPr/>
            <p:nvPr/>
          </p:nvGrpSpPr>
          <p:grpSpPr>
            <a:xfrm>
              <a:off x="9253983" y="1655145"/>
              <a:ext cx="2208493" cy="342900"/>
              <a:chOff x="9186374" y="3502366"/>
              <a:chExt cx="2208493" cy="342900"/>
            </a:xfrm>
          </p:grpSpPr>
          <p:pic>
            <p:nvPicPr>
              <p:cNvPr id="403" name="Imagen 402">
                <a:extLst>
                  <a:ext uri="{FF2B5EF4-FFF2-40B4-BE49-F238E27FC236}">
                    <a16:creationId xmlns:a16="http://schemas.microsoft.com/office/drawing/2014/main" id="{F9DCE26A-8120-A117-8D71-6C44C4353CFB}"/>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404" name="Imagen 403">
                <a:extLst>
                  <a:ext uri="{FF2B5EF4-FFF2-40B4-BE49-F238E27FC236}">
                    <a16:creationId xmlns:a16="http://schemas.microsoft.com/office/drawing/2014/main" id="{BA4975C3-47CB-433F-3D71-B624E09CA869}"/>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405" name="Imagen 404">
                <a:extLst>
                  <a:ext uri="{FF2B5EF4-FFF2-40B4-BE49-F238E27FC236}">
                    <a16:creationId xmlns:a16="http://schemas.microsoft.com/office/drawing/2014/main" id="{8011715C-3227-0330-4F9E-78407AC74482}"/>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406" name="Imagen 405">
                <a:extLst>
                  <a:ext uri="{FF2B5EF4-FFF2-40B4-BE49-F238E27FC236}">
                    <a16:creationId xmlns:a16="http://schemas.microsoft.com/office/drawing/2014/main" id="{6D98F1C2-9FF6-24CA-2114-6AA8858705C5}"/>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407" name="Imagen 406">
                <a:extLst>
                  <a:ext uri="{FF2B5EF4-FFF2-40B4-BE49-F238E27FC236}">
                    <a16:creationId xmlns:a16="http://schemas.microsoft.com/office/drawing/2014/main" id="{9A1B6537-C219-8B09-5416-74FD2631C97F}"/>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414" name="Imagen 413">
                <a:extLst>
                  <a:ext uri="{FF2B5EF4-FFF2-40B4-BE49-F238E27FC236}">
                    <a16:creationId xmlns:a16="http://schemas.microsoft.com/office/drawing/2014/main" id="{3F2A8DAE-6DF2-99AF-718E-93727A6FC792}"/>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415" name="Imagen 414">
                <a:extLst>
                  <a:ext uri="{FF2B5EF4-FFF2-40B4-BE49-F238E27FC236}">
                    <a16:creationId xmlns:a16="http://schemas.microsoft.com/office/drawing/2014/main" id="{FE5CFD17-D106-9821-04B1-CCA8656C9683}"/>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416" name="Grupo 415">
                <a:extLst>
                  <a:ext uri="{FF2B5EF4-FFF2-40B4-BE49-F238E27FC236}">
                    <a16:creationId xmlns:a16="http://schemas.microsoft.com/office/drawing/2014/main" id="{CEF509BA-EB30-CD0F-39B1-5B1CFCACD0DC}"/>
                  </a:ext>
                </a:extLst>
              </p:cNvPr>
              <p:cNvGrpSpPr/>
              <p:nvPr/>
            </p:nvGrpSpPr>
            <p:grpSpPr>
              <a:xfrm>
                <a:off x="11128117" y="3502366"/>
                <a:ext cx="266750" cy="342900"/>
                <a:chOff x="5053733" y="4472706"/>
                <a:chExt cx="764498" cy="795862"/>
              </a:xfrm>
            </p:grpSpPr>
            <p:pic>
              <p:nvPicPr>
                <p:cNvPr id="417" name="Imagen 416">
                  <a:extLst>
                    <a:ext uri="{FF2B5EF4-FFF2-40B4-BE49-F238E27FC236}">
                      <a16:creationId xmlns:a16="http://schemas.microsoft.com/office/drawing/2014/main" id="{04F27B1C-1C88-B7EF-0BFE-27F327476E4F}"/>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418" name="Imagen 417">
                  <a:extLst>
                    <a:ext uri="{FF2B5EF4-FFF2-40B4-BE49-F238E27FC236}">
                      <a16:creationId xmlns:a16="http://schemas.microsoft.com/office/drawing/2014/main" id="{CD47DE29-068F-2DE0-2EB9-FC5804C9E5B0}"/>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419" name="F2">
              <a:extLst>
                <a:ext uri="{FF2B5EF4-FFF2-40B4-BE49-F238E27FC236}">
                  <a16:creationId xmlns:a16="http://schemas.microsoft.com/office/drawing/2014/main" id="{5F5275A2-DB86-A93B-6E73-97BAA39FE04B}"/>
                </a:ext>
              </a:extLst>
            </p:cNvPr>
            <p:cNvGrpSpPr/>
            <p:nvPr/>
          </p:nvGrpSpPr>
          <p:grpSpPr>
            <a:xfrm>
              <a:off x="9253983" y="2019982"/>
              <a:ext cx="2208493" cy="342900"/>
              <a:chOff x="9186374" y="3502366"/>
              <a:chExt cx="2208493" cy="342900"/>
            </a:xfrm>
          </p:grpSpPr>
          <p:pic>
            <p:nvPicPr>
              <p:cNvPr id="426" name="Imagen 425">
                <a:extLst>
                  <a:ext uri="{FF2B5EF4-FFF2-40B4-BE49-F238E27FC236}">
                    <a16:creationId xmlns:a16="http://schemas.microsoft.com/office/drawing/2014/main" id="{59E3CF68-7233-E8F6-49DE-6E1305E54C6E}"/>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427" name="Imagen 426">
                <a:extLst>
                  <a:ext uri="{FF2B5EF4-FFF2-40B4-BE49-F238E27FC236}">
                    <a16:creationId xmlns:a16="http://schemas.microsoft.com/office/drawing/2014/main" id="{A2F555A8-DF8D-0CC7-E4AA-2532F5B70F61}"/>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428" name="Imagen 427">
                <a:extLst>
                  <a:ext uri="{FF2B5EF4-FFF2-40B4-BE49-F238E27FC236}">
                    <a16:creationId xmlns:a16="http://schemas.microsoft.com/office/drawing/2014/main" id="{FDB6CA4C-F8D0-63EA-4163-BE02692F9B86}"/>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435" name="Imagen 434">
                <a:extLst>
                  <a:ext uri="{FF2B5EF4-FFF2-40B4-BE49-F238E27FC236}">
                    <a16:creationId xmlns:a16="http://schemas.microsoft.com/office/drawing/2014/main" id="{87AD5D1E-52A0-AF1D-1F17-025DD6D4CA5D}"/>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436" name="Imagen 435">
                <a:extLst>
                  <a:ext uri="{FF2B5EF4-FFF2-40B4-BE49-F238E27FC236}">
                    <a16:creationId xmlns:a16="http://schemas.microsoft.com/office/drawing/2014/main" id="{B77E4D0D-5714-7389-718E-0637B86E3741}"/>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437" name="Imagen 436">
                <a:extLst>
                  <a:ext uri="{FF2B5EF4-FFF2-40B4-BE49-F238E27FC236}">
                    <a16:creationId xmlns:a16="http://schemas.microsoft.com/office/drawing/2014/main" id="{C7B13C7A-B869-6642-3F48-FC360C4B76E6}"/>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438" name="Imagen 437">
                <a:extLst>
                  <a:ext uri="{FF2B5EF4-FFF2-40B4-BE49-F238E27FC236}">
                    <a16:creationId xmlns:a16="http://schemas.microsoft.com/office/drawing/2014/main" id="{29A39AFE-1D1E-787F-F3E5-D3DB44F9D6CA}"/>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439" name="Grupo 438">
                <a:extLst>
                  <a:ext uri="{FF2B5EF4-FFF2-40B4-BE49-F238E27FC236}">
                    <a16:creationId xmlns:a16="http://schemas.microsoft.com/office/drawing/2014/main" id="{9002FAD7-F894-D211-0F1B-F6E2A70E0344}"/>
                  </a:ext>
                </a:extLst>
              </p:cNvPr>
              <p:cNvGrpSpPr/>
              <p:nvPr/>
            </p:nvGrpSpPr>
            <p:grpSpPr>
              <a:xfrm>
                <a:off x="11128117" y="3502366"/>
                <a:ext cx="266750" cy="342900"/>
                <a:chOff x="5053733" y="4472706"/>
                <a:chExt cx="764498" cy="795862"/>
              </a:xfrm>
            </p:grpSpPr>
            <p:pic>
              <p:nvPicPr>
                <p:cNvPr id="440" name="Imagen 439">
                  <a:extLst>
                    <a:ext uri="{FF2B5EF4-FFF2-40B4-BE49-F238E27FC236}">
                      <a16:creationId xmlns:a16="http://schemas.microsoft.com/office/drawing/2014/main" id="{1F6B2794-3D6E-4726-D820-15B6AD5B633A}"/>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444" name="Imagen 443">
                  <a:extLst>
                    <a:ext uri="{FF2B5EF4-FFF2-40B4-BE49-F238E27FC236}">
                      <a16:creationId xmlns:a16="http://schemas.microsoft.com/office/drawing/2014/main" id="{1E2B21D2-903E-EE7E-59D4-C57282F5E09D}"/>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445" name="F1">
              <a:extLst>
                <a:ext uri="{FF2B5EF4-FFF2-40B4-BE49-F238E27FC236}">
                  <a16:creationId xmlns:a16="http://schemas.microsoft.com/office/drawing/2014/main" id="{438FC742-7CA5-3C6B-58E7-EC566961B617}"/>
                </a:ext>
              </a:extLst>
            </p:cNvPr>
            <p:cNvGrpSpPr/>
            <p:nvPr/>
          </p:nvGrpSpPr>
          <p:grpSpPr>
            <a:xfrm>
              <a:off x="9253983" y="2751052"/>
              <a:ext cx="2208493" cy="342900"/>
              <a:chOff x="9186374" y="3502366"/>
              <a:chExt cx="2208493" cy="342900"/>
            </a:xfrm>
          </p:grpSpPr>
          <p:pic>
            <p:nvPicPr>
              <p:cNvPr id="446" name="Imagen 445">
                <a:extLst>
                  <a:ext uri="{FF2B5EF4-FFF2-40B4-BE49-F238E27FC236}">
                    <a16:creationId xmlns:a16="http://schemas.microsoft.com/office/drawing/2014/main" id="{F9712313-B15B-2867-ECE6-D2697CEC10BF}"/>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453" name="Imagen 452">
                <a:extLst>
                  <a:ext uri="{FF2B5EF4-FFF2-40B4-BE49-F238E27FC236}">
                    <a16:creationId xmlns:a16="http://schemas.microsoft.com/office/drawing/2014/main" id="{365D3CB6-EC68-ACE0-B864-CB946BBCAEEF}"/>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454" name="Imagen 453">
                <a:extLst>
                  <a:ext uri="{FF2B5EF4-FFF2-40B4-BE49-F238E27FC236}">
                    <a16:creationId xmlns:a16="http://schemas.microsoft.com/office/drawing/2014/main" id="{D546C692-710E-7037-CBEB-82B44C11D0C6}"/>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455" name="Imagen 454">
                <a:extLst>
                  <a:ext uri="{FF2B5EF4-FFF2-40B4-BE49-F238E27FC236}">
                    <a16:creationId xmlns:a16="http://schemas.microsoft.com/office/drawing/2014/main" id="{EBDE2D7D-A771-0682-3CFC-2498EAA27F71}"/>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456" name="Imagen 455">
                <a:extLst>
                  <a:ext uri="{FF2B5EF4-FFF2-40B4-BE49-F238E27FC236}">
                    <a16:creationId xmlns:a16="http://schemas.microsoft.com/office/drawing/2014/main" id="{00DBCC10-9CDE-F9A8-E70D-196B2B9530D3}"/>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457" name="Imagen 456">
                <a:extLst>
                  <a:ext uri="{FF2B5EF4-FFF2-40B4-BE49-F238E27FC236}">
                    <a16:creationId xmlns:a16="http://schemas.microsoft.com/office/drawing/2014/main" id="{1C981D5F-DECE-B5CD-1D68-B81AB469ADE6}"/>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458" name="Imagen 457">
                <a:extLst>
                  <a:ext uri="{FF2B5EF4-FFF2-40B4-BE49-F238E27FC236}">
                    <a16:creationId xmlns:a16="http://schemas.microsoft.com/office/drawing/2014/main" id="{1243E942-FC33-54D0-BEB5-07F8D6B12F6D}"/>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459" name="Grupo 458">
                <a:extLst>
                  <a:ext uri="{FF2B5EF4-FFF2-40B4-BE49-F238E27FC236}">
                    <a16:creationId xmlns:a16="http://schemas.microsoft.com/office/drawing/2014/main" id="{0F14C68F-53C5-709C-C6EF-6E3DFEFBA507}"/>
                  </a:ext>
                </a:extLst>
              </p:cNvPr>
              <p:cNvGrpSpPr/>
              <p:nvPr/>
            </p:nvGrpSpPr>
            <p:grpSpPr>
              <a:xfrm>
                <a:off x="11128117" y="3502366"/>
                <a:ext cx="266750" cy="342900"/>
                <a:chOff x="5053733" y="4472706"/>
                <a:chExt cx="764498" cy="795862"/>
              </a:xfrm>
            </p:grpSpPr>
            <p:pic>
              <p:nvPicPr>
                <p:cNvPr id="460" name="Imagen 459">
                  <a:extLst>
                    <a:ext uri="{FF2B5EF4-FFF2-40B4-BE49-F238E27FC236}">
                      <a16:creationId xmlns:a16="http://schemas.microsoft.com/office/drawing/2014/main" id="{2BD5452B-8DBC-4CCD-7D2C-6106C73EDAE1}"/>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461" name="Imagen 460">
                  <a:extLst>
                    <a:ext uri="{FF2B5EF4-FFF2-40B4-BE49-F238E27FC236}">
                      <a16:creationId xmlns:a16="http://schemas.microsoft.com/office/drawing/2014/main" id="{4DB0A066-7F84-3DA4-1312-1B110E4A920E}"/>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465" name="F10">
              <a:extLst>
                <a:ext uri="{FF2B5EF4-FFF2-40B4-BE49-F238E27FC236}">
                  <a16:creationId xmlns:a16="http://schemas.microsoft.com/office/drawing/2014/main" id="{2962B838-960A-9FB7-BC6D-216159463A5B}"/>
                </a:ext>
              </a:extLst>
            </p:cNvPr>
            <p:cNvGrpSpPr/>
            <p:nvPr/>
          </p:nvGrpSpPr>
          <p:grpSpPr>
            <a:xfrm>
              <a:off x="9253983" y="4578029"/>
              <a:ext cx="2208493" cy="342900"/>
              <a:chOff x="9186374" y="3502366"/>
              <a:chExt cx="2208493" cy="342900"/>
            </a:xfrm>
          </p:grpSpPr>
          <p:pic>
            <p:nvPicPr>
              <p:cNvPr id="466" name="Imagen 465">
                <a:extLst>
                  <a:ext uri="{FF2B5EF4-FFF2-40B4-BE49-F238E27FC236}">
                    <a16:creationId xmlns:a16="http://schemas.microsoft.com/office/drawing/2014/main" id="{ADEABED0-09D5-B8ED-AA36-2B09E60088E6}"/>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467" name="Imagen 466">
                <a:extLst>
                  <a:ext uri="{FF2B5EF4-FFF2-40B4-BE49-F238E27FC236}">
                    <a16:creationId xmlns:a16="http://schemas.microsoft.com/office/drawing/2014/main" id="{978DAD80-85DB-B304-9C11-006C5D7F0848}"/>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482" name="Imagen 481">
                <a:extLst>
                  <a:ext uri="{FF2B5EF4-FFF2-40B4-BE49-F238E27FC236}">
                    <a16:creationId xmlns:a16="http://schemas.microsoft.com/office/drawing/2014/main" id="{ACE9F995-C22B-C690-0D24-4FD3898CA9C1}"/>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483" name="Imagen 482">
                <a:extLst>
                  <a:ext uri="{FF2B5EF4-FFF2-40B4-BE49-F238E27FC236}">
                    <a16:creationId xmlns:a16="http://schemas.microsoft.com/office/drawing/2014/main" id="{0C753DC1-DF06-8923-614F-6EADA84AB535}"/>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484" name="Imagen 483">
                <a:extLst>
                  <a:ext uri="{FF2B5EF4-FFF2-40B4-BE49-F238E27FC236}">
                    <a16:creationId xmlns:a16="http://schemas.microsoft.com/office/drawing/2014/main" id="{BA987E81-3E26-C191-A1B3-7B1BE900A213}"/>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509" name="Imagen 508">
                <a:extLst>
                  <a:ext uri="{FF2B5EF4-FFF2-40B4-BE49-F238E27FC236}">
                    <a16:creationId xmlns:a16="http://schemas.microsoft.com/office/drawing/2014/main" id="{5E85F33E-83FF-6625-4092-88897A5C6FCF}"/>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510" name="Imagen 509">
                <a:extLst>
                  <a:ext uri="{FF2B5EF4-FFF2-40B4-BE49-F238E27FC236}">
                    <a16:creationId xmlns:a16="http://schemas.microsoft.com/office/drawing/2014/main" id="{8AD07AF7-A420-7822-1ED9-9C8BCF2EB30C}"/>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511" name="Grupo 510">
                <a:extLst>
                  <a:ext uri="{FF2B5EF4-FFF2-40B4-BE49-F238E27FC236}">
                    <a16:creationId xmlns:a16="http://schemas.microsoft.com/office/drawing/2014/main" id="{3AD37B19-1882-C6C9-B7C8-BCA07FA365D3}"/>
                  </a:ext>
                </a:extLst>
              </p:cNvPr>
              <p:cNvGrpSpPr/>
              <p:nvPr/>
            </p:nvGrpSpPr>
            <p:grpSpPr>
              <a:xfrm>
                <a:off x="11128117" y="3502366"/>
                <a:ext cx="266750" cy="342900"/>
                <a:chOff x="5053733" y="4472706"/>
                <a:chExt cx="764498" cy="795862"/>
              </a:xfrm>
            </p:grpSpPr>
            <p:pic>
              <p:nvPicPr>
                <p:cNvPr id="560" name="Imagen 559">
                  <a:extLst>
                    <a:ext uri="{FF2B5EF4-FFF2-40B4-BE49-F238E27FC236}">
                      <a16:creationId xmlns:a16="http://schemas.microsoft.com/office/drawing/2014/main" id="{1453008B-2972-8689-EB2C-F725A6C415DF}"/>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561" name="Imagen 560">
                  <a:extLst>
                    <a:ext uri="{FF2B5EF4-FFF2-40B4-BE49-F238E27FC236}">
                      <a16:creationId xmlns:a16="http://schemas.microsoft.com/office/drawing/2014/main" id="{A53058EF-E850-5316-3F1F-1DC9331A4B7F}"/>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562" name="F12">
              <a:extLst>
                <a:ext uri="{FF2B5EF4-FFF2-40B4-BE49-F238E27FC236}">
                  <a16:creationId xmlns:a16="http://schemas.microsoft.com/office/drawing/2014/main" id="{2A618C1D-A34E-BEEC-C7EB-E818AEA98717}"/>
                </a:ext>
              </a:extLst>
            </p:cNvPr>
            <p:cNvGrpSpPr/>
            <p:nvPr/>
          </p:nvGrpSpPr>
          <p:grpSpPr>
            <a:xfrm>
              <a:off x="9253983" y="3846959"/>
              <a:ext cx="2208493" cy="342900"/>
              <a:chOff x="9186374" y="3502366"/>
              <a:chExt cx="2208493" cy="342900"/>
            </a:xfrm>
          </p:grpSpPr>
          <p:pic>
            <p:nvPicPr>
              <p:cNvPr id="563" name="Imagen 562">
                <a:extLst>
                  <a:ext uri="{FF2B5EF4-FFF2-40B4-BE49-F238E27FC236}">
                    <a16:creationId xmlns:a16="http://schemas.microsoft.com/office/drawing/2014/main" id="{2BBB6408-190A-6D3E-A911-E30187B2AA40}"/>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564" name="Imagen 563">
                <a:extLst>
                  <a:ext uri="{FF2B5EF4-FFF2-40B4-BE49-F238E27FC236}">
                    <a16:creationId xmlns:a16="http://schemas.microsoft.com/office/drawing/2014/main" id="{6EFE7E35-A3FE-EC3B-BF4C-D5E30CE88C31}"/>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567" name="Imagen 566">
                <a:extLst>
                  <a:ext uri="{FF2B5EF4-FFF2-40B4-BE49-F238E27FC236}">
                    <a16:creationId xmlns:a16="http://schemas.microsoft.com/office/drawing/2014/main" id="{6C299562-E367-AAE0-F941-1071E349DB36}"/>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619" name="Imagen 618">
                <a:extLst>
                  <a:ext uri="{FF2B5EF4-FFF2-40B4-BE49-F238E27FC236}">
                    <a16:creationId xmlns:a16="http://schemas.microsoft.com/office/drawing/2014/main" id="{278C008A-B9C9-AD96-E435-846BBE21F35C}"/>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620" name="Imagen 619">
                <a:extLst>
                  <a:ext uri="{FF2B5EF4-FFF2-40B4-BE49-F238E27FC236}">
                    <a16:creationId xmlns:a16="http://schemas.microsoft.com/office/drawing/2014/main" id="{EFC73A31-9B9A-9923-396C-519AC508406B}"/>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621" name="Imagen 620">
                <a:extLst>
                  <a:ext uri="{FF2B5EF4-FFF2-40B4-BE49-F238E27FC236}">
                    <a16:creationId xmlns:a16="http://schemas.microsoft.com/office/drawing/2014/main" id="{FDD10B51-4CE0-2848-C16D-AD5C5CB3C5E2}"/>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622" name="Imagen 621">
                <a:extLst>
                  <a:ext uri="{FF2B5EF4-FFF2-40B4-BE49-F238E27FC236}">
                    <a16:creationId xmlns:a16="http://schemas.microsoft.com/office/drawing/2014/main" id="{34EE3E31-0A6F-B2DF-AFEC-F1E919E8631C}"/>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623" name="Grupo 622">
                <a:extLst>
                  <a:ext uri="{FF2B5EF4-FFF2-40B4-BE49-F238E27FC236}">
                    <a16:creationId xmlns:a16="http://schemas.microsoft.com/office/drawing/2014/main" id="{3D24F44C-9866-7063-020E-D1966B589351}"/>
                  </a:ext>
                </a:extLst>
              </p:cNvPr>
              <p:cNvGrpSpPr/>
              <p:nvPr/>
            </p:nvGrpSpPr>
            <p:grpSpPr>
              <a:xfrm>
                <a:off x="11128117" y="3502366"/>
                <a:ext cx="266750" cy="342900"/>
                <a:chOff x="5053733" y="4472706"/>
                <a:chExt cx="764498" cy="795862"/>
              </a:xfrm>
            </p:grpSpPr>
            <p:pic>
              <p:nvPicPr>
                <p:cNvPr id="624" name="Imagen 623">
                  <a:extLst>
                    <a:ext uri="{FF2B5EF4-FFF2-40B4-BE49-F238E27FC236}">
                      <a16:creationId xmlns:a16="http://schemas.microsoft.com/office/drawing/2014/main" id="{C5E547F7-4975-85A9-B193-05D9F5572404}"/>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655" name="Imagen 654">
                  <a:extLst>
                    <a:ext uri="{FF2B5EF4-FFF2-40B4-BE49-F238E27FC236}">
                      <a16:creationId xmlns:a16="http://schemas.microsoft.com/office/drawing/2014/main" id="{CC22D02C-A7A2-8958-EAA3-1D789A8BD343}"/>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659" name="F 11">
              <a:extLst>
                <a:ext uri="{FF2B5EF4-FFF2-40B4-BE49-F238E27FC236}">
                  <a16:creationId xmlns:a16="http://schemas.microsoft.com/office/drawing/2014/main" id="{279DC7F6-EADF-C451-403E-88F998A223D1}"/>
                </a:ext>
              </a:extLst>
            </p:cNvPr>
            <p:cNvGrpSpPr/>
            <p:nvPr/>
          </p:nvGrpSpPr>
          <p:grpSpPr>
            <a:xfrm>
              <a:off x="9253983" y="5309099"/>
              <a:ext cx="2208493" cy="342900"/>
              <a:chOff x="9186374" y="3502366"/>
              <a:chExt cx="2208493" cy="342900"/>
            </a:xfrm>
          </p:grpSpPr>
          <p:pic>
            <p:nvPicPr>
              <p:cNvPr id="662" name="Imagen 661">
                <a:extLst>
                  <a:ext uri="{FF2B5EF4-FFF2-40B4-BE49-F238E27FC236}">
                    <a16:creationId xmlns:a16="http://schemas.microsoft.com/office/drawing/2014/main" id="{F3798E7D-65DA-13B5-B233-7D1F9E03573E}"/>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694" name="Imagen 693">
                <a:extLst>
                  <a:ext uri="{FF2B5EF4-FFF2-40B4-BE49-F238E27FC236}">
                    <a16:creationId xmlns:a16="http://schemas.microsoft.com/office/drawing/2014/main" id="{B5FFE5D4-04FE-71A8-A343-FB2348F51FD6}"/>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710" name="Imagen 709">
                <a:extLst>
                  <a:ext uri="{FF2B5EF4-FFF2-40B4-BE49-F238E27FC236}">
                    <a16:creationId xmlns:a16="http://schemas.microsoft.com/office/drawing/2014/main" id="{D41CADB6-F7D0-181F-910F-F14DBBEA34F5}"/>
                  </a:ext>
                </a:extLst>
              </p:cNvPr>
              <p:cNvPicPr>
                <a:picLocks noChangeAspect="1"/>
              </p:cNvPicPr>
              <p:nvPr/>
            </p:nvPicPr>
            <p:blipFill>
              <a:blip r:embed="rId5">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712" name="Imagen 711">
                <a:extLst>
                  <a:ext uri="{FF2B5EF4-FFF2-40B4-BE49-F238E27FC236}">
                    <a16:creationId xmlns:a16="http://schemas.microsoft.com/office/drawing/2014/main" id="{EEA96685-9D92-FECF-C6C6-8D25EBA5D212}"/>
                  </a:ext>
                </a:extLst>
              </p:cNvPr>
              <p:cNvPicPr>
                <a:picLocks noChangeAspect="1"/>
              </p:cNvPicPr>
              <p:nvPr/>
            </p:nvPicPr>
            <p:blipFill>
              <a:blip r:embed="rId5">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728" name="Imagen 727">
                <a:extLst>
                  <a:ext uri="{FF2B5EF4-FFF2-40B4-BE49-F238E27FC236}">
                    <a16:creationId xmlns:a16="http://schemas.microsoft.com/office/drawing/2014/main" id="{CBCD1244-DE02-561E-8702-474992E93A86}"/>
                  </a:ext>
                </a:extLst>
              </p:cNvPr>
              <p:cNvPicPr>
                <a:picLocks noChangeAspect="1"/>
              </p:cNvPicPr>
              <p:nvPr/>
            </p:nvPicPr>
            <p:blipFill>
              <a:blip r:embed="rId5">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729" name="Imagen 728">
                <a:extLst>
                  <a:ext uri="{FF2B5EF4-FFF2-40B4-BE49-F238E27FC236}">
                    <a16:creationId xmlns:a16="http://schemas.microsoft.com/office/drawing/2014/main" id="{4833C74E-CBA0-89A6-0C4F-DA589D20FF8D}"/>
                  </a:ext>
                </a:extLst>
              </p:cNvPr>
              <p:cNvPicPr>
                <a:picLocks noChangeAspect="1"/>
              </p:cNvPicPr>
              <p:nvPr/>
            </p:nvPicPr>
            <p:blipFill>
              <a:blip r:embed="rId5">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730" name="Imagen 729">
                <a:extLst>
                  <a:ext uri="{FF2B5EF4-FFF2-40B4-BE49-F238E27FC236}">
                    <a16:creationId xmlns:a16="http://schemas.microsoft.com/office/drawing/2014/main" id="{7FA94712-F22A-4178-4B02-308B6F8A3A9C}"/>
                  </a:ext>
                </a:extLst>
              </p:cNvPr>
              <p:cNvPicPr>
                <a:picLocks noChangeAspect="1"/>
              </p:cNvPicPr>
              <p:nvPr/>
            </p:nvPicPr>
            <p:blipFill>
              <a:blip r:embed="rId5">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734" name="Grupo 733">
                <a:extLst>
                  <a:ext uri="{FF2B5EF4-FFF2-40B4-BE49-F238E27FC236}">
                    <a16:creationId xmlns:a16="http://schemas.microsoft.com/office/drawing/2014/main" id="{5862A8E9-F233-0B08-2756-642AF626C531}"/>
                  </a:ext>
                </a:extLst>
              </p:cNvPr>
              <p:cNvGrpSpPr/>
              <p:nvPr/>
            </p:nvGrpSpPr>
            <p:grpSpPr>
              <a:xfrm>
                <a:off x="11128117" y="3502366"/>
                <a:ext cx="266750" cy="342900"/>
                <a:chOff x="5053733" y="4472706"/>
                <a:chExt cx="764498" cy="795862"/>
              </a:xfrm>
            </p:grpSpPr>
            <p:pic>
              <p:nvPicPr>
                <p:cNvPr id="795" name="Imagen 794">
                  <a:extLst>
                    <a:ext uri="{FF2B5EF4-FFF2-40B4-BE49-F238E27FC236}">
                      <a16:creationId xmlns:a16="http://schemas.microsoft.com/office/drawing/2014/main" id="{57DBD3CE-B1D3-E80E-C295-B31FC713177B}"/>
                    </a:ext>
                  </a:extLst>
                </p:cNvPr>
                <p:cNvPicPr>
                  <a:picLocks noChangeAspect="1"/>
                </p:cNvPicPr>
                <p:nvPr/>
              </p:nvPicPr>
              <p:blipFill>
                <a:blip r:embed="rId5">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796" name="Imagen 795">
                  <a:extLst>
                    <a:ext uri="{FF2B5EF4-FFF2-40B4-BE49-F238E27FC236}">
                      <a16:creationId xmlns:a16="http://schemas.microsoft.com/office/drawing/2014/main" id="{487A263F-3423-3397-2B53-D59E4BF51523}"/>
                    </a:ext>
                  </a:extLst>
                </p:cNvPr>
                <p:cNvPicPr>
                  <a:picLocks noChangeAspect="1"/>
                </p:cNvPicPr>
                <p:nvPr/>
              </p:nvPicPr>
              <p:blipFill>
                <a:blip r:embed="rId5">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797" name="ANTES 1">
              <a:extLst>
                <a:ext uri="{FF2B5EF4-FFF2-40B4-BE49-F238E27FC236}">
                  <a16:creationId xmlns:a16="http://schemas.microsoft.com/office/drawing/2014/main" id="{A26235EB-FCBD-77FB-35A7-72986B259B30}"/>
                </a:ext>
              </a:extLst>
            </p:cNvPr>
            <p:cNvGrpSpPr/>
            <p:nvPr/>
          </p:nvGrpSpPr>
          <p:grpSpPr>
            <a:xfrm>
              <a:off x="9255677" y="5678158"/>
              <a:ext cx="2203047" cy="342900"/>
              <a:chOff x="9209794" y="1285505"/>
              <a:chExt cx="2203047" cy="342900"/>
            </a:xfrm>
          </p:grpSpPr>
          <p:pic>
            <p:nvPicPr>
              <p:cNvPr id="817" name="Imagen 816">
                <a:extLst>
                  <a:ext uri="{FF2B5EF4-FFF2-40B4-BE49-F238E27FC236}">
                    <a16:creationId xmlns:a16="http://schemas.microsoft.com/office/drawing/2014/main" id="{F0565E19-E8D2-A537-E253-95CC340B6F97}"/>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818" name="Imagen 817">
                <a:extLst>
                  <a:ext uri="{FF2B5EF4-FFF2-40B4-BE49-F238E27FC236}">
                    <a16:creationId xmlns:a16="http://schemas.microsoft.com/office/drawing/2014/main" id="{9EB089DB-1659-3C4D-2DBA-089CE967A6BA}"/>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825" name="Grupo 824">
                <a:extLst>
                  <a:ext uri="{FF2B5EF4-FFF2-40B4-BE49-F238E27FC236}">
                    <a16:creationId xmlns:a16="http://schemas.microsoft.com/office/drawing/2014/main" id="{B487C695-BDF5-3E05-E1C4-1E2D37C9504A}"/>
                  </a:ext>
                </a:extLst>
              </p:cNvPr>
              <p:cNvGrpSpPr/>
              <p:nvPr/>
            </p:nvGrpSpPr>
            <p:grpSpPr>
              <a:xfrm>
                <a:off x="9763022" y="1285505"/>
                <a:ext cx="266750" cy="342900"/>
                <a:chOff x="5053733" y="4472706"/>
                <a:chExt cx="764498" cy="795862"/>
              </a:xfrm>
            </p:grpSpPr>
            <p:pic>
              <p:nvPicPr>
                <p:cNvPr id="1040" name="Imagen 1039">
                  <a:extLst>
                    <a:ext uri="{FF2B5EF4-FFF2-40B4-BE49-F238E27FC236}">
                      <a16:creationId xmlns:a16="http://schemas.microsoft.com/office/drawing/2014/main" id="{DF717010-1B07-42B1-9F66-3BFE3F357DDA}"/>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41" name="Imagen 1040">
                  <a:extLst>
                    <a:ext uri="{FF2B5EF4-FFF2-40B4-BE49-F238E27FC236}">
                      <a16:creationId xmlns:a16="http://schemas.microsoft.com/office/drawing/2014/main" id="{D0DF2785-B123-F41E-C7A1-9E16F37B674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923" name="Imagen 922">
                <a:extLst>
                  <a:ext uri="{FF2B5EF4-FFF2-40B4-BE49-F238E27FC236}">
                    <a16:creationId xmlns:a16="http://schemas.microsoft.com/office/drawing/2014/main" id="{3340FECC-0347-59A6-7169-7E43AA9F8303}"/>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953" name="Imagen 952">
                <a:extLst>
                  <a:ext uri="{FF2B5EF4-FFF2-40B4-BE49-F238E27FC236}">
                    <a16:creationId xmlns:a16="http://schemas.microsoft.com/office/drawing/2014/main" id="{F71ED233-11FB-6DC2-577B-542D6DB3BC27}"/>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035" name="Imagen 1034">
                <a:extLst>
                  <a:ext uri="{FF2B5EF4-FFF2-40B4-BE49-F238E27FC236}">
                    <a16:creationId xmlns:a16="http://schemas.microsoft.com/office/drawing/2014/main" id="{DA26E32D-6F5F-723D-4DFE-6CCE76675575}"/>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036" name="Imagen 1035">
                <a:extLst>
                  <a:ext uri="{FF2B5EF4-FFF2-40B4-BE49-F238E27FC236}">
                    <a16:creationId xmlns:a16="http://schemas.microsoft.com/office/drawing/2014/main" id="{EDFED8CD-EE20-2780-E09C-5E0ECF453423}"/>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037" name="Grupo 1036">
                <a:extLst>
                  <a:ext uri="{FF2B5EF4-FFF2-40B4-BE49-F238E27FC236}">
                    <a16:creationId xmlns:a16="http://schemas.microsoft.com/office/drawing/2014/main" id="{A8355935-A070-8F82-3451-852F3CEC277D}"/>
                  </a:ext>
                </a:extLst>
              </p:cNvPr>
              <p:cNvGrpSpPr/>
              <p:nvPr/>
            </p:nvGrpSpPr>
            <p:grpSpPr>
              <a:xfrm>
                <a:off x="11146091" y="1285505"/>
                <a:ext cx="266750" cy="342900"/>
                <a:chOff x="5053733" y="4472706"/>
                <a:chExt cx="764498" cy="795862"/>
              </a:xfrm>
            </p:grpSpPr>
            <p:pic>
              <p:nvPicPr>
                <p:cNvPr id="1038" name="Imagen 1037">
                  <a:extLst>
                    <a:ext uri="{FF2B5EF4-FFF2-40B4-BE49-F238E27FC236}">
                      <a16:creationId xmlns:a16="http://schemas.microsoft.com/office/drawing/2014/main" id="{24676F5E-5050-DE26-C130-B1697CD1CE6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39" name="Imagen 1038">
                  <a:extLst>
                    <a:ext uri="{FF2B5EF4-FFF2-40B4-BE49-F238E27FC236}">
                      <a16:creationId xmlns:a16="http://schemas.microsoft.com/office/drawing/2014/main" id="{C9F0A71D-8F44-4D50-CE7B-31754220737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066" name="ANTES 1">
              <a:extLst>
                <a:ext uri="{FF2B5EF4-FFF2-40B4-BE49-F238E27FC236}">
                  <a16:creationId xmlns:a16="http://schemas.microsoft.com/office/drawing/2014/main" id="{FD9348B9-E2D5-5DE2-A5B4-E5086E60F8C5}"/>
                </a:ext>
              </a:extLst>
            </p:cNvPr>
            <p:cNvGrpSpPr/>
            <p:nvPr/>
          </p:nvGrpSpPr>
          <p:grpSpPr>
            <a:xfrm>
              <a:off x="9255677" y="5309858"/>
              <a:ext cx="2203047" cy="342900"/>
              <a:chOff x="9209794" y="1285505"/>
              <a:chExt cx="2203047" cy="342900"/>
            </a:xfrm>
          </p:grpSpPr>
          <p:pic>
            <p:nvPicPr>
              <p:cNvPr id="1067" name="Imagen 1066">
                <a:extLst>
                  <a:ext uri="{FF2B5EF4-FFF2-40B4-BE49-F238E27FC236}">
                    <a16:creationId xmlns:a16="http://schemas.microsoft.com/office/drawing/2014/main" id="{5ABBD552-7A5C-13ED-EDDB-506D336E327B}"/>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068" name="Imagen 1067">
                <a:extLst>
                  <a:ext uri="{FF2B5EF4-FFF2-40B4-BE49-F238E27FC236}">
                    <a16:creationId xmlns:a16="http://schemas.microsoft.com/office/drawing/2014/main" id="{9D4C1CA8-4BFD-9E90-8D2B-9893F75D983C}"/>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069" name="Grupo 1068">
                <a:extLst>
                  <a:ext uri="{FF2B5EF4-FFF2-40B4-BE49-F238E27FC236}">
                    <a16:creationId xmlns:a16="http://schemas.microsoft.com/office/drawing/2014/main" id="{BD49230F-930D-4E19-DB96-80154C5250E9}"/>
                  </a:ext>
                </a:extLst>
              </p:cNvPr>
              <p:cNvGrpSpPr/>
              <p:nvPr/>
            </p:nvGrpSpPr>
            <p:grpSpPr>
              <a:xfrm>
                <a:off x="9763022" y="1285505"/>
                <a:ext cx="266750" cy="342900"/>
                <a:chOff x="5053733" y="4472706"/>
                <a:chExt cx="764498" cy="795862"/>
              </a:xfrm>
            </p:grpSpPr>
            <p:pic>
              <p:nvPicPr>
                <p:cNvPr id="1077" name="Imagen 1076">
                  <a:extLst>
                    <a:ext uri="{FF2B5EF4-FFF2-40B4-BE49-F238E27FC236}">
                      <a16:creationId xmlns:a16="http://schemas.microsoft.com/office/drawing/2014/main" id="{DD7F7C13-9F3C-D7C2-6096-1262E038C0C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78" name="Imagen 1077">
                  <a:extLst>
                    <a:ext uri="{FF2B5EF4-FFF2-40B4-BE49-F238E27FC236}">
                      <a16:creationId xmlns:a16="http://schemas.microsoft.com/office/drawing/2014/main" id="{F97E2224-EB9D-C3C0-09C3-8F1304378BE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070" name="Imagen 1069">
                <a:extLst>
                  <a:ext uri="{FF2B5EF4-FFF2-40B4-BE49-F238E27FC236}">
                    <a16:creationId xmlns:a16="http://schemas.microsoft.com/office/drawing/2014/main" id="{8F3365A7-25B4-07FA-044B-9FAE39B3098E}"/>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071" name="Imagen 1070">
                <a:extLst>
                  <a:ext uri="{FF2B5EF4-FFF2-40B4-BE49-F238E27FC236}">
                    <a16:creationId xmlns:a16="http://schemas.microsoft.com/office/drawing/2014/main" id="{CC6A1B6F-8BDC-D459-1335-09E8677D2D44}"/>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072" name="Imagen 1071">
                <a:extLst>
                  <a:ext uri="{FF2B5EF4-FFF2-40B4-BE49-F238E27FC236}">
                    <a16:creationId xmlns:a16="http://schemas.microsoft.com/office/drawing/2014/main" id="{6DB4E4BF-8E7B-4B89-097D-CC45D69C8E30}"/>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073" name="Imagen 1072">
                <a:extLst>
                  <a:ext uri="{FF2B5EF4-FFF2-40B4-BE49-F238E27FC236}">
                    <a16:creationId xmlns:a16="http://schemas.microsoft.com/office/drawing/2014/main" id="{2FC51C73-A2E1-C9D4-236A-67EC7A8D141D}"/>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074" name="Grupo 1073">
                <a:extLst>
                  <a:ext uri="{FF2B5EF4-FFF2-40B4-BE49-F238E27FC236}">
                    <a16:creationId xmlns:a16="http://schemas.microsoft.com/office/drawing/2014/main" id="{40960D63-3FA8-A91E-8053-ACA3990B350A}"/>
                  </a:ext>
                </a:extLst>
              </p:cNvPr>
              <p:cNvGrpSpPr/>
              <p:nvPr/>
            </p:nvGrpSpPr>
            <p:grpSpPr>
              <a:xfrm>
                <a:off x="11146091" y="1285505"/>
                <a:ext cx="266750" cy="342900"/>
                <a:chOff x="5053733" y="4472706"/>
                <a:chExt cx="764498" cy="795862"/>
              </a:xfrm>
            </p:grpSpPr>
            <p:pic>
              <p:nvPicPr>
                <p:cNvPr id="1075" name="Imagen 1074">
                  <a:extLst>
                    <a:ext uri="{FF2B5EF4-FFF2-40B4-BE49-F238E27FC236}">
                      <a16:creationId xmlns:a16="http://schemas.microsoft.com/office/drawing/2014/main" id="{89A4551C-2D6D-605D-CBDC-167F54E0881F}"/>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76" name="Imagen 1075">
                  <a:extLst>
                    <a:ext uri="{FF2B5EF4-FFF2-40B4-BE49-F238E27FC236}">
                      <a16:creationId xmlns:a16="http://schemas.microsoft.com/office/drawing/2014/main" id="{AC1F89F6-21B9-1141-BA10-5BF23ED5D38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079" name="ANTES 1">
              <a:extLst>
                <a:ext uri="{FF2B5EF4-FFF2-40B4-BE49-F238E27FC236}">
                  <a16:creationId xmlns:a16="http://schemas.microsoft.com/office/drawing/2014/main" id="{02C92C0D-A662-B213-910B-4F93D74C2E0F}"/>
                </a:ext>
              </a:extLst>
            </p:cNvPr>
            <p:cNvGrpSpPr/>
            <p:nvPr/>
          </p:nvGrpSpPr>
          <p:grpSpPr>
            <a:xfrm>
              <a:off x="9255677" y="4944733"/>
              <a:ext cx="2203047" cy="342900"/>
              <a:chOff x="9209794" y="1285505"/>
              <a:chExt cx="2203047" cy="342900"/>
            </a:xfrm>
          </p:grpSpPr>
          <p:pic>
            <p:nvPicPr>
              <p:cNvPr id="1080" name="Imagen 1079">
                <a:extLst>
                  <a:ext uri="{FF2B5EF4-FFF2-40B4-BE49-F238E27FC236}">
                    <a16:creationId xmlns:a16="http://schemas.microsoft.com/office/drawing/2014/main" id="{B1952421-682C-B1C6-9E29-01E13AF8D0C8}"/>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081" name="Imagen 1080">
                <a:extLst>
                  <a:ext uri="{FF2B5EF4-FFF2-40B4-BE49-F238E27FC236}">
                    <a16:creationId xmlns:a16="http://schemas.microsoft.com/office/drawing/2014/main" id="{33E9AA83-B1A2-83B4-E49E-AB89C039B212}"/>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082" name="Grupo 1081">
                <a:extLst>
                  <a:ext uri="{FF2B5EF4-FFF2-40B4-BE49-F238E27FC236}">
                    <a16:creationId xmlns:a16="http://schemas.microsoft.com/office/drawing/2014/main" id="{89D34292-E640-1CC5-862A-B201DA0B8A33}"/>
                  </a:ext>
                </a:extLst>
              </p:cNvPr>
              <p:cNvGrpSpPr/>
              <p:nvPr/>
            </p:nvGrpSpPr>
            <p:grpSpPr>
              <a:xfrm>
                <a:off x="9763022" y="1285505"/>
                <a:ext cx="266750" cy="342900"/>
                <a:chOff x="5053733" y="4472706"/>
                <a:chExt cx="764498" cy="795862"/>
              </a:xfrm>
            </p:grpSpPr>
            <p:pic>
              <p:nvPicPr>
                <p:cNvPr id="1252" name="Imagen 1251">
                  <a:extLst>
                    <a:ext uri="{FF2B5EF4-FFF2-40B4-BE49-F238E27FC236}">
                      <a16:creationId xmlns:a16="http://schemas.microsoft.com/office/drawing/2014/main" id="{39B1111B-60EE-C35B-B4F6-BC38F82EB5B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53" name="Imagen 1252">
                  <a:extLst>
                    <a:ext uri="{FF2B5EF4-FFF2-40B4-BE49-F238E27FC236}">
                      <a16:creationId xmlns:a16="http://schemas.microsoft.com/office/drawing/2014/main" id="{0EF23A11-EC37-B92C-F499-58B5CA5CB5A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083" name="Imagen 1082">
                <a:extLst>
                  <a:ext uri="{FF2B5EF4-FFF2-40B4-BE49-F238E27FC236}">
                    <a16:creationId xmlns:a16="http://schemas.microsoft.com/office/drawing/2014/main" id="{F294BE45-7E90-F3EE-1749-5C233042BEDD}"/>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084" name="Imagen 1083">
                <a:extLst>
                  <a:ext uri="{FF2B5EF4-FFF2-40B4-BE49-F238E27FC236}">
                    <a16:creationId xmlns:a16="http://schemas.microsoft.com/office/drawing/2014/main" id="{D3BADBBD-EDD3-0DA7-8637-05388A78CEE9}"/>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085" name="Imagen 1084">
                <a:extLst>
                  <a:ext uri="{FF2B5EF4-FFF2-40B4-BE49-F238E27FC236}">
                    <a16:creationId xmlns:a16="http://schemas.microsoft.com/office/drawing/2014/main" id="{72FAB2AB-4632-1B33-6E7C-2334552EBD46}"/>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086" name="Imagen 1085">
                <a:extLst>
                  <a:ext uri="{FF2B5EF4-FFF2-40B4-BE49-F238E27FC236}">
                    <a16:creationId xmlns:a16="http://schemas.microsoft.com/office/drawing/2014/main" id="{05CE3D6F-5890-D31E-3FC0-2694EC3C910D}"/>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087" name="Grupo 1086">
                <a:extLst>
                  <a:ext uri="{FF2B5EF4-FFF2-40B4-BE49-F238E27FC236}">
                    <a16:creationId xmlns:a16="http://schemas.microsoft.com/office/drawing/2014/main" id="{289F21D5-51C7-8D87-FB5F-06D42A0ACB75}"/>
                  </a:ext>
                </a:extLst>
              </p:cNvPr>
              <p:cNvGrpSpPr/>
              <p:nvPr/>
            </p:nvGrpSpPr>
            <p:grpSpPr>
              <a:xfrm>
                <a:off x="11146091" y="1285505"/>
                <a:ext cx="266750" cy="342900"/>
                <a:chOff x="5053733" y="4472706"/>
                <a:chExt cx="764498" cy="795862"/>
              </a:xfrm>
            </p:grpSpPr>
            <p:pic>
              <p:nvPicPr>
                <p:cNvPr id="1088" name="Imagen 1087">
                  <a:extLst>
                    <a:ext uri="{FF2B5EF4-FFF2-40B4-BE49-F238E27FC236}">
                      <a16:creationId xmlns:a16="http://schemas.microsoft.com/office/drawing/2014/main" id="{760B849A-7654-50E1-8FE4-EF0D9D9AD36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089" name="Imagen 1088">
                  <a:extLst>
                    <a:ext uri="{FF2B5EF4-FFF2-40B4-BE49-F238E27FC236}">
                      <a16:creationId xmlns:a16="http://schemas.microsoft.com/office/drawing/2014/main" id="{F3E7CA05-2FC5-4E34-E692-0A30DD472A85}"/>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254" name="ANTES 1">
              <a:extLst>
                <a:ext uri="{FF2B5EF4-FFF2-40B4-BE49-F238E27FC236}">
                  <a16:creationId xmlns:a16="http://schemas.microsoft.com/office/drawing/2014/main" id="{5CCA4026-2D53-CB40-F8B5-693C18D35C80}"/>
                </a:ext>
              </a:extLst>
            </p:cNvPr>
            <p:cNvGrpSpPr/>
            <p:nvPr/>
          </p:nvGrpSpPr>
          <p:grpSpPr>
            <a:xfrm>
              <a:off x="9255677" y="4582783"/>
              <a:ext cx="2203047" cy="342900"/>
              <a:chOff x="9209794" y="1285505"/>
              <a:chExt cx="2203047" cy="342900"/>
            </a:xfrm>
          </p:grpSpPr>
          <p:pic>
            <p:nvPicPr>
              <p:cNvPr id="1255" name="Imagen 1254">
                <a:extLst>
                  <a:ext uri="{FF2B5EF4-FFF2-40B4-BE49-F238E27FC236}">
                    <a16:creationId xmlns:a16="http://schemas.microsoft.com/office/drawing/2014/main" id="{07CFAE19-72A6-C518-276D-59D4EDA59568}"/>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256" name="Imagen 1255">
                <a:extLst>
                  <a:ext uri="{FF2B5EF4-FFF2-40B4-BE49-F238E27FC236}">
                    <a16:creationId xmlns:a16="http://schemas.microsoft.com/office/drawing/2014/main" id="{1F576D7A-68DB-C210-C267-21B22C4B7FB0}"/>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257" name="Grupo 1256">
                <a:extLst>
                  <a:ext uri="{FF2B5EF4-FFF2-40B4-BE49-F238E27FC236}">
                    <a16:creationId xmlns:a16="http://schemas.microsoft.com/office/drawing/2014/main" id="{D8A1FC3C-935F-906C-9953-7488E4469692}"/>
                  </a:ext>
                </a:extLst>
              </p:cNvPr>
              <p:cNvGrpSpPr/>
              <p:nvPr/>
            </p:nvGrpSpPr>
            <p:grpSpPr>
              <a:xfrm>
                <a:off x="9763022" y="1285505"/>
                <a:ext cx="266750" cy="342900"/>
                <a:chOff x="5053733" y="4472706"/>
                <a:chExt cx="764498" cy="795862"/>
              </a:xfrm>
            </p:grpSpPr>
            <p:pic>
              <p:nvPicPr>
                <p:cNvPr id="1265" name="Imagen 1264">
                  <a:extLst>
                    <a:ext uri="{FF2B5EF4-FFF2-40B4-BE49-F238E27FC236}">
                      <a16:creationId xmlns:a16="http://schemas.microsoft.com/office/drawing/2014/main" id="{7DE4043F-F1A6-8947-AEF1-6CE6137C13A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66" name="Imagen 1265">
                  <a:extLst>
                    <a:ext uri="{FF2B5EF4-FFF2-40B4-BE49-F238E27FC236}">
                      <a16:creationId xmlns:a16="http://schemas.microsoft.com/office/drawing/2014/main" id="{2D4DB691-9B92-B18A-21C1-05435D4E7E91}"/>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58" name="Imagen 1257">
                <a:extLst>
                  <a:ext uri="{FF2B5EF4-FFF2-40B4-BE49-F238E27FC236}">
                    <a16:creationId xmlns:a16="http://schemas.microsoft.com/office/drawing/2014/main" id="{5CA787CA-A94D-D1C6-7261-C4975D10A7A8}"/>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259" name="Imagen 1258">
                <a:extLst>
                  <a:ext uri="{FF2B5EF4-FFF2-40B4-BE49-F238E27FC236}">
                    <a16:creationId xmlns:a16="http://schemas.microsoft.com/office/drawing/2014/main" id="{B7A3C324-133C-2DA5-E66C-DDAFA63B17BC}"/>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260" name="Imagen 1259">
                <a:extLst>
                  <a:ext uri="{FF2B5EF4-FFF2-40B4-BE49-F238E27FC236}">
                    <a16:creationId xmlns:a16="http://schemas.microsoft.com/office/drawing/2014/main" id="{7209BE0C-A251-BA2B-81A4-C1B08CCEC57C}"/>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261" name="Imagen 1260">
                <a:extLst>
                  <a:ext uri="{FF2B5EF4-FFF2-40B4-BE49-F238E27FC236}">
                    <a16:creationId xmlns:a16="http://schemas.microsoft.com/office/drawing/2014/main" id="{AAC53E48-4E2E-9C95-E8FB-B5A56C6C7475}"/>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262" name="Grupo 1261">
                <a:extLst>
                  <a:ext uri="{FF2B5EF4-FFF2-40B4-BE49-F238E27FC236}">
                    <a16:creationId xmlns:a16="http://schemas.microsoft.com/office/drawing/2014/main" id="{DE024E3C-9713-D778-D0F2-43D2DDD4400D}"/>
                  </a:ext>
                </a:extLst>
              </p:cNvPr>
              <p:cNvGrpSpPr/>
              <p:nvPr/>
            </p:nvGrpSpPr>
            <p:grpSpPr>
              <a:xfrm>
                <a:off x="11146091" y="1285505"/>
                <a:ext cx="266750" cy="342900"/>
                <a:chOff x="5053733" y="4472706"/>
                <a:chExt cx="764498" cy="795862"/>
              </a:xfrm>
            </p:grpSpPr>
            <p:pic>
              <p:nvPicPr>
                <p:cNvPr id="1263" name="Imagen 1262">
                  <a:extLst>
                    <a:ext uri="{FF2B5EF4-FFF2-40B4-BE49-F238E27FC236}">
                      <a16:creationId xmlns:a16="http://schemas.microsoft.com/office/drawing/2014/main" id="{863F2C10-BD45-3912-963B-60CC1590D20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64" name="Imagen 1263">
                  <a:extLst>
                    <a:ext uri="{FF2B5EF4-FFF2-40B4-BE49-F238E27FC236}">
                      <a16:creationId xmlns:a16="http://schemas.microsoft.com/office/drawing/2014/main" id="{6C973D22-4BE6-89CD-121B-88A0DE580A72}"/>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267" name="ANTES 1">
              <a:extLst>
                <a:ext uri="{FF2B5EF4-FFF2-40B4-BE49-F238E27FC236}">
                  <a16:creationId xmlns:a16="http://schemas.microsoft.com/office/drawing/2014/main" id="{B5A153C4-D925-42A8-BC56-2F5D4970D562}"/>
                </a:ext>
              </a:extLst>
            </p:cNvPr>
            <p:cNvGrpSpPr/>
            <p:nvPr/>
          </p:nvGrpSpPr>
          <p:grpSpPr>
            <a:xfrm>
              <a:off x="9255677" y="4211308"/>
              <a:ext cx="2203047" cy="342900"/>
              <a:chOff x="9209794" y="1285505"/>
              <a:chExt cx="2203047" cy="342900"/>
            </a:xfrm>
          </p:grpSpPr>
          <p:pic>
            <p:nvPicPr>
              <p:cNvPr id="1268" name="Imagen 1267">
                <a:extLst>
                  <a:ext uri="{FF2B5EF4-FFF2-40B4-BE49-F238E27FC236}">
                    <a16:creationId xmlns:a16="http://schemas.microsoft.com/office/drawing/2014/main" id="{C008C177-88FB-18CF-BDAA-7DC056BFE93D}"/>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269" name="Imagen 1268">
                <a:extLst>
                  <a:ext uri="{FF2B5EF4-FFF2-40B4-BE49-F238E27FC236}">
                    <a16:creationId xmlns:a16="http://schemas.microsoft.com/office/drawing/2014/main" id="{EC55DD7A-81DA-07DA-AACB-583E15C6C67A}"/>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270" name="Grupo 1269">
                <a:extLst>
                  <a:ext uri="{FF2B5EF4-FFF2-40B4-BE49-F238E27FC236}">
                    <a16:creationId xmlns:a16="http://schemas.microsoft.com/office/drawing/2014/main" id="{05AECD14-39D4-99BF-50E8-FD8F956D6BB8}"/>
                  </a:ext>
                </a:extLst>
              </p:cNvPr>
              <p:cNvGrpSpPr/>
              <p:nvPr/>
            </p:nvGrpSpPr>
            <p:grpSpPr>
              <a:xfrm>
                <a:off x="9763022" y="1285505"/>
                <a:ext cx="266750" cy="342900"/>
                <a:chOff x="5053733" y="4472706"/>
                <a:chExt cx="764498" cy="795862"/>
              </a:xfrm>
            </p:grpSpPr>
            <p:pic>
              <p:nvPicPr>
                <p:cNvPr id="1278" name="Imagen 1277">
                  <a:extLst>
                    <a:ext uri="{FF2B5EF4-FFF2-40B4-BE49-F238E27FC236}">
                      <a16:creationId xmlns:a16="http://schemas.microsoft.com/office/drawing/2014/main" id="{0BEE718A-E68C-13FA-0C82-A381C566314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79" name="Imagen 1278">
                  <a:extLst>
                    <a:ext uri="{FF2B5EF4-FFF2-40B4-BE49-F238E27FC236}">
                      <a16:creationId xmlns:a16="http://schemas.microsoft.com/office/drawing/2014/main" id="{7FB571BA-5BFF-1339-C7BB-4EB484397C3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271" name="Imagen 1270">
                <a:extLst>
                  <a:ext uri="{FF2B5EF4-FFF2-40B4-BE49-F238E27FC236}">
                    <a16:creationId xmlns:a16="http://schemas.microsoft.com/office/drawing/2014/main" id="{A2B38C1D-D353-D473-00C5-A128332B8E14}"/>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272" name="Imagen 1271">
                <a:extLst>
                  <a:ext uri="{FF2B5EF4-FFF2-40B4-BE49-F238E27FC236}">
                    <a16:creationId xmlns:a16="http://schemas.microsoft.com/office/drawing/2014/main" id="{E2121495-B52B-4BE5-20D3-1A0484B825FB}"/>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273" name="Imagen 1272">
                <a:extLst>
                  <a:ext uri="{FF2B5EF4-FFF2-40B4-BE49-F238E27FC236}">
                    <a16:creationId xmlns:a16="http://schemas.microsoft.com/office/drawing/2014/main" id="{2B974B9E-F766-028D-191D-6FF78C1B5220}"/>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274" name="Imagen 1273">
                <a:extLst>
                  <a:ext uri="{FF2B5EF4-FFF2-40B4-BE49-F238E27FC236}">
                    <a16:creationId xmlns:a16="http://schemas.microsoft.com/office/drawing/2014/main" id="{9F9ED212-FCC8-7DC8-5184-16269CD78010}"/>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275" name="Grupo 1274">
                <a:extLst>
                  <a:ext uri="{FF2B5EF4-FFF2-40B4-BE49-F238E27FC236}">
                    <a16:creationId xmlns:a16="http://schemas.microsoft.com/office/drawing/2014/main" id="{8111902A-240C-1F4D-ECB9-CDB60D19581F}"/>
                  </a:ext>
                </a:extLst>
              </p:cNvPr>
              <p:cNvGrpSpPr/>
              <p:nvPr/>
            </p:nvGrpSpPr>
            <p:grpSpPr>
              <a:xfrm>
                <a:off x="11146091" y="1285505"/>
                <a:ext cx="266750" cy="342900"/>
                <a:chOff x="5053733" y="4472706"/>
                <a:chExt cx="764498" cy="795862"/>
              </a:xfrm>
            </p:grpSpPr>
            <p:pic>
              <p:nvPicPr>
                <p:cNvPr id="1276" name="Imagen 1275">
                  <a:extLst>
                    <a:ext uri="{FF2B5EF4-FFF2-40B4-BE49-F238E27FC236}">
                      <a16:creationId xmlns:a16="http://schemas.microsoft.com/office/drawing/2014/main" id="{4B9C3CB0-4610-C9D2-024A-D0ADF6892CA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277" name="Imagen 1276">
                  <a:extLst>
                    <a:ext uri="{FF2B5EF4-FFF2-40B4-BE49-F238E27FC236}">
                      <a16:creationId xmlns:a16="http://schemas.microsoft.com/office/drawing/2014/main" id="{4460D7F0-BA3A-BF15-CF27-8A849F4EBC2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472" name="ANTES 1">
              <a:extLst>
                <a:ext uri="{FF2B5EF4-FFF2-40B4-BE49-F238E27FC236}">
                  <a16:creationId xmlns:a16="http://schemas.microsoft.com/office/drawing/2014/main" id="{EA0484F8-96B4-AFAA-FE21-4804C38D544F}"/>
                </a:ext>
              </a:extLst>
            </p:cNvPr>
            <p:cNvGrpSpPr/>
            <p:nvPr/>
          </p:nvGrpSpPr>
          <p:grpSpPr>
            <a:xfrm>
              <a:off x="9255677" y="3846183"/>
              <a:ext cx="2203047" cy="342900"/>
              <a:chOff x="9209794" y="1285505"/>
              <a:chExt cx="2203047" cy="342900"/>
            </a:xfrm>
          </p:grpSpPr>
          <p:pic>
            <p:nvPicPr>
              <p:cNvPr id="1473" name="Imagen 1472">
                <a:extLst>
                  <a:ext uri="{FF2B5EF4-FFF2-40B4-BE49-F238E27FC236}">
                    <a16:creationId xmlns:a16="http://schemas.microsoft.com/office/drawing/2014/main" id="{2B0D2E5D-49F5-67C7-4037-721A7214C984}"/>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474" name="Imagen 1473">
                <a:extLst>
                  <a:ext uri="{FF2B5EF4-FFF2-40B4-BE49-F238E27FC236}">
                    <a16:creationId xmlns:a16="http://schemas.microsoft.com/office/drawing/2014/main" id="{3F937307-D2C7-E094-0CD8-DD4B22FC7217}"/>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475" name="Grupo 1474">
                <a:extLst>
                  <a:ext uri="{FF2B5EF4-FFF2-40B4-BE49-F238E27FC236}">
                    <a16:creationId xmlns:a16="http://schemas.microsoft.com/office/drawing/2014/main" id="{5B71312D-97D8-D98F-BF2B-994C3C4D77CD}"/>
                  </a:ext>
                </a:extLst>
              </p:cNvPr>
              <p:cNvGrpSpPr/>
              <p:nvPr/>
            </p:nvGrpSpPr>
            <p:grpSpPr>
              <a:xfrm>
                <a:off x="9763022" y="1285505"/>
                <a:ext cx="266750" cy="342900"/>
                <a:chOff x="5053733" y="4472706"/>
                <a:chExt cx="764498" cy="795862"/>
              </a:xfrm>
            </p:grpSpPr>
            <p:pic>
              <p:nvPicPr>
                <p:cNvPr id="1483" name="Imagen 1482">
                  <a:extLst>
                    <a:ext uri="{FF2B5EF4-FFF2-40B4-BE49-F238E27FC236}">
                      <a16:creationId xmlns:a16="http://schemas.microsoft.com/office/drawing/2014/main" id="{1B3E624D-25C7-56B2-8171-6DA56EF02B73}"/>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484" name="Imagen 1483">
                  <a:extLst>
                    <a:ext uri="{FF2B5EF4-FFF2-40B4-BE49-F238E27FC236}">
                      <a16:creationId xmlns:a16="http://schemas.microsoft.com/office/drawing/2014/main" id="{B778137F-3A57-4C3F-DA60-76516F93C2F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476" name="Imagen 1475">
                <a:extLst>
                  <a:ext uri="{FF2B5EF4-FFF2-40B4-BE49-F238E27FC236}">
                    <a16:creationId xmlns:a16="http://schemas.microsoft.com/office/drawing/2014/main" id="{99473150-3BCF-1189-42C9-3B9947149DB3}"/>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477" name="Imagen 1476">
                <a:extLst>
                  <a:ext uri="{FF2B5EF4-FFF2-40B4-BE49-F238E27FC236}">
                    <a16:creationId xmlns:a16="http://schemas.microsoft.com/office/drawing/2014/main" id="{63984AE6-8D76-F3E2-5F7B-85B17D1B5EAD}"/>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478" name="Imagen 1477">
                <a:extLst>
                  <a:ext uri="{FF2B5EF4-FFF2-40B4-BE49-F238E27FC236}">
                    <a16:creationId xmlns:a16="http://schemas.microsoft.com/office/drawing/2014/main" id="{A8A348A5-A468-33EC-FDE9-4EA6599650B0}"/>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479" name="Imagen 1478">
                <a:extLst>
                  <a:ext uri="{FF2B5EF4-FFF2-40B4-BE49-F238E27FC236}">
                    <a16:creationId xmlns:a16="http://schemas.microsoft.com/office/drawing/2014/main" id="{6AEB8737-E611-9B20-B0DB-6A407418839B}"/>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480" name="Grupo 1479">
                <a:extLst>
                  <a:ext uri="{FF2B5EF4-FFF2-40B4-BE49-F238E27FC236}">
                    <a16:creationId xmlns:a16="http://schemas.microsoft.com/office/drawing/2014/main" id="{34B1F873-0434-B99A-E2F9-7AAE524A3BF7}"/>
                  </a:ext>
                </a:extLst>
              </p:cNvPr>
              <p:cNvGrpSpPr/>
              <p:nvPr/>
            </p:nvGrpSpPr>
            <p:grpSpPr>
              <a:xfrm>
                <a:off x="11146091" y="1285505"/>
                <a:ext cx="266750" cy="342900"/>
                <a:chOff x="5053733" y="4472706"/>
                <a:chExt cx="764498" cy="795862"/>
              </a:xfrm>
            </p:grpSpPr>
            <p:pic>
              <p:nvPicPr>
                <p:cNvPr id="1481" name="Imagen 1480">
                  <a:extLst>
                    <a:ext uri="{FF2B5EF4-FFF2-40B4-BE49-F238E27FC236}">
                      <a16:creationId xmlns:a16="http://schemas.microsoft.com/office/drawing/2014/main" id="{767BB27E-3595-ED39-9ABD-8D786A59BDC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482" name="Imagen 1481">
                  <a:extLst>
                    <a:ext uri="{FF2B5EF4-FFF2-40B4-BE49-F238E27FC236}">
                      <a16:creationId xmlns:a16="http://schemas.microsoft.com/office/drawing/2014/main" id="{73E8BE05-D836-8295-0851-82C6F716C93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485" name="ANTES 1">
              <a:extLst>
                <a:ext uri="{FF2B5EF4-FFF2-40B4-BE49-F238E27FC236}">
                  <a16:creationId xmlns:a16="http://schemas.microsoft.com/office/drawing/2014/main" id="{C2FED993-5BC3-3EB1-D60C-C2F62C467C8D}"/>
                </a:ext>
              </a:extLst>
            </p:cNvPr>
            <p:cNvGrpSpPr/>
            <p:nvPr/>
          </p:nvGrpSpPr>
          <p:grpSpPr>
            <a:xfrm>
              <a:off x="9255677" y="3477883"/>
              <a:ext cx="2203047" cy="342900"/>
              <a:chOff x="9209794" y="1285505"/>
              <a:chExt cx="2203047" cy="342900"/>
            </a:xfrm>
          </p:grpSpPr>
          <p:pic>
            <p:nvPicPr>
              <p:cNvPr id="1486" name="Imagen 1485">
                <a:extLst>
                  <a:ext uri="{FF2B5EF4-FFF2-40B4-BE49-F238E27FC236}">
                    <a16:creationId xmlns:a16="http://schemas.microsoft.com/office/drawing/2014/main" id="{8462BE13-61D0-B08B-6A12-774650F69153}"/>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487" name="Imagen 1486">
                <a:extLst>
                  <a:ext uri="{FF2B5EF4-FFF2-40B4-BE49-F238E27FC236}">
                    <a16:creationId xmlns:a16="http://schemas.microsoft.com/office/drawing/2014/main" id="{1513224A-DB93-FE60-F277-DD6C9D5C6E0A}"/>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488" name="Grupo 1487">
                <a:extLst>
                  <a:ext uri="{FF2B5EF4-FFF2-40B4-BE49-F238E27FC236}">
                    <a16:creationId xmlns:a16="http://schemas.microsoft.com/office/drawing/2014/main" id="{6DF757F7-ECD1-8E8A-5EF2-0BEF8735037E}"/>
                  </a:ext>
                </a:extLst>
              </p:cNvPr>
              <p:cNvGrpSpPr/>
              <p:nvPr/>
            </p:nvGrpSpPr>
            <p:grpSpPr>
              <a:xfrm>
                <a:off x="9763022" y="1285505"/>
                <a:ext cx="266750" cy="342900"/>
                <a:chOff x="5053733" y="4472706"/>
                <a:chExt cx="764498" cy="795862"/>
              </a:xfrm>
            </p:grpSpPr>
            <p:pic>
              <p:nvPicPr>
                <p:cNvPr id="1496" name="Imagen 1495">
                  <a:extLst>
                    <a:ext uri="{FF2B5EF4-FFF2-40B4-BE49-F238E27FC236}">
                      <a16:creationId xmlns:a16="http://schemas.microsoft.com/office/drawing/2014/main" id="{36C75E30-27E1-70F6-463F-3A5FC5DAD0C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497" name="Imagen 1496">
                  <a:extLst>
                    <a:ext uri="{FF2B5EF4-FFF2-40B4-BE49-F238E27FC236}">
                      <a16:creationId xmlns:a16="http://schemas.microsoft.com/office/drawing/2014/main" id="{8221DE64-3048-AFCF-54E4-F24C7AE5E7C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489" name="Imagen 1488">
                <a:extLst>
                  <a:ext uri="{FF2B5EF4-FFF2-40B4-BE49-F238E27FC236}">
                    <a16:creationId xmlns:a16="http://schemas.microsoft.com/office/drawing/2014/main" id="{867D9886-C366-0ED4-0D31-2AB990155EC0}"/>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490" name="Imagen 1489">
                <a:extLst>
                  <a:ext uri="{FF2B5EF4-FFF2-40B4-BE49-F238E27FC236}">
                    <a16:creationId xmlns:a16="http://schemas.microsoft.com/office/drawing/2014/main" id="{CC5C10C6-9A4E-DA1F-67BE-946CD240A9D9}"/>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491" name="Imagen 1490">
                <a:extLst>
                  <a:ext uri="{FF2B5EF4-FFF2-40B4-BE49-F238E27FC236}">
                    <a16:creationId xmlns:a16="http://schemas.microsoft.com/office/drawing/2014/main" id="{0718736D-229E-6CFD-D4B5-F26756756B5D}"/>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492" name="Imagen 1491">
                <a:extLst>
                  <a:ext uri="{FF2B5EF4-FFF2-40B4-BE49-F238E27FC236}">
                    <a16:creationId xmlns:a16="http://schemas.microsoft.com/office/drawing/2014/main" id="{336CD149-8EB0-DC61-FCE2-B0059E5A17D3}"/>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493" name="Grupo 1492">
                <a:extLst>
                  <a:ext uri="{FF2B5EF4-FFF2-40B4-BE49-F238E27FC236}">
                    <a16:creationId xmlns:a16="http://schemas.microsoft.com/office/drawing/2014/main" id="{FDEDBBCE-2347-1591-94CE-8C84EBEC09C4}"/>
                  </a:ext>
                </a:extLst>
              </p:cNvPr>
              <p:cNvGrpSpPr/>
              <p:nvPr/>
            </p:nvGrpSpPr>
            <p:grpSpPr>
              <a:xfrm>
                <a:off x="11146091" y="1285505"/>
                <a:ext cx="266750" cy="342900"/>
                <a:chOff x="5053733" y="4472706"/>
                <a:chExt cx="764498" cy="795862"/>
              </a:xfrm>
            </p:grpSpPr>
            <p:pic>
              <p:nvPicPr>
                <p:cNvPr id="1494" name="Imagen 1493">
                  <a:extLst>
                    <a:ext uri="{FF2B5EF4-FFF2-40B4-BE49-F238E27FC236}">
                      <a16:creationId xmlns:a16="http://schemas.microsoft.com/office/drawing/2014/main" id="{F213CCA5-86F4-7929-5922-F9F83C8B7E55}"/>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495" name="Imagen 1494">
                  <a:extLst>
                    <a:ext uri="{FF2B5EF4-FFF2-40B4-BE49-F238E27FC236}">
                      <a16:creationId xmlns:a16="http://schemas.microsoft.com/office/drawing/2014/main" id="{CC694A52-2740-43D9-9617-A74E056C174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498" name="ANTES 6">
              <a:extLst>
                <a:ext uri="{FF2B5EF4-FFF2-40B4-BE49-F238E27FC236}">
                  <a16:creationId xmlns:a16="http://schemas.microsoft.com/office/drawing/2014/main" id="{D202856C-93FC-C9BF-1235-059C301BE5AC}"/>
                </a:ext>
              </a:extLst>
            </p:cNvPr>
            <p:cNvGrpSpPr/>
            <p:nvPr/>
          </p:nvGrpSpPr>
          <p:grpSpPr>
            <a:xfrm>
              <a:off x="9255677" y="3109583"/>
              <a:ext cx="2203047" cy="342900"/>
              <a:chOff x="9209794" y="1285505"/>
              <a:chExt cx="2203047" cy="342900"/>
            </a:xfrm>
          </p:grpSpPr>
          <p:pic>
            <p:nvPicPr>
              <p:cNvPr id="1499" name="Imagen 1498">
                <a:extLst>
                  <a:ext uri="{FF2B5EF4-FFF2-40B4-BE49-F238E27FC236}">
                    <a16:creationId xmlns:a16="http://schemas.microsoft.com/office/drawing/2014/main" id="{D5DC271D-4F2F-9311-E7F6-7AB216F72A4A}"/>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500" name="Imagen 1499">
                <a:extLst>
                  <a:ext uri="{FF2B5EF4-FFF2-40B4-BE49-F238E27FC236}">
                    <a16:creationId xmlns:a16="http://schemas.microsoft.com/office/drawing/2014/main" id="{29686A43-5909-C606-1AF7-EDCC15C7B695}"/>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501" name="Grupo 1500">
                <a:extLst>
                  <a:ext uri="{FF2B5EF4-FFF2-40B4-BE49-F238E27FC236}">
                    <a16:creationId xmlns:a16="http://schemas.microsoft.com/office/drawing/2014/main" id="{8DE7EFD9-164F-2C25-25B3-F9F8BEB2A3E2}"/>
                  </a:ext>
                </a:extLst>
              </p:cNvPr>
              <p:cNvGrpSpPr/>
              <p:nvPr/>
            </p:nvGrpSpPr>
            <p:grpSpPr>
              <a:xfrm>
                <a:off x="9763022" y="1285505"/>
                <a:ext cx="266750" cy="342900"/>
                <a:chOff x="5053733" y="4472706"/>
                <a:chExt cx="764498" cy="795862"/>
              </a:xfrm>
            </p:grpSpPr>
            <p:pic>
              <p:nvPicPr>
                <p:cNvPr id="1509" name="Imagen 1508">
                  <a:extLst>
                    <a:ext uri="{FF2B5EF4-FFF2-40B4-BE49-F238E27FC236}">
                      <a16:creationId xmlns:a16="http://schemas.microsoft.com/office/drawing/2014/main" id="{AA169784-CB2D-B91B-EBB9-B573E17D9488}"/>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10" name="Imagen 1509">
                  <a:extLst>
                    <a:ext uri="{FF2B5EF4-FFF2-40B4-BE49-F238E27FC236}">
                      <a16:creationId xmlns:a16="http://schemas.microsoft.com/office/drawing/2014/main" id="{979AF4BF-32E7-EA28-D717-5EB2F96AF16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502" name="Imagen 1501">
                <a:extLst>
                  <a:ext uri="{FF2B5EF4-FFF2-40B4-BE49-F238E27FC236}">
                    <a16:creationId xmlns:a16="http://schemas.microsoft.com/office/drawing/2014/main" id="{C1558404-F2F3-F277-11E1-B37300EB667B}"/>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503" name="Imagen 1502">
                <a:extLst>
                  <a:ext uri="{FF2B5EF4-FFF2-40B4-BE49-F238E27FC236}">
                    <a16:creationId xmlns:a16="http://schemas.microsoft.com/office/drawing/2014/main" id="{0723E7D2-AA7B-E2AE-ACFD-AE14F55C69E4}"/>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504" name="Imagen 1503">
                <a:extLst>
                  <a:ext uri="{FF2B5EF4-FFF2-40B4-BE49-F238E27FC236}">
                    <a16:creationId xmlns:a16="http://schemas.microsoft.com/office/drawing/2014/main" id="{DF9B7C88-1784-0246-6C98-812331374629}"/>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505" name="Imagen 1504">
                <a:extLst>
                  <a:ext uri="{FF2B5EF4-FFF2-40B4-BE49-F238E27FC236}">
                    <a16:creationId xmlns:a16="http://schemas.microsoft.com/office/drawing/2014/main" id="{667F34EB-91FE-3D0C-7FC1-9FE5C91EC291}"/>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506" name="Grupo 1505">
                <a:extLst>
                  <a:ext uri="{FF2B5EF4-FFF2-40B4-BE49-F238E27FC236}">
                    <a16:creationId xmlns:a16="http://schemas.microsoft.com/office/drawing/2014/main" id="{D179F0E4-27D6-C247-98CC-2909B0EE7EF1}"/>
                  </a:ext>
                </a:extLst>
              </p:cNvPr>
              <p:cNvGrpSpPr/>
              <p:nvPr/>
            </p:nvGrpSpPr>
            <p:grpSpPr>
              <a:xfrm>
                <a:off x="11146091" y="1285505"/>
                <a:ext cx="266750" cy="342900"/>
                <a:chOff x="5053733" y="4472706"/>
                <a:chExt cx="764498" cy="795862"/>
              </a:xfrm>
            </p:grpSpPr>
            <p:pic>
              <p:nvPicPr>
                <p:cNvPr id="1507" name="Imagen 1506">
                  <a:extLst>
                    <a:ext uri="{FF2B5EF4-FFF2-40B4-BE49-F238E27FC236}">
                      <a16:creationId xmlns:a16="http://schemas.microsoft.com/office/drawing/2014/main" id="{F88FB950-A5E5-7D47-DD19-34A866FB12C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08" name="Imagen 1507">
                  <a:extLst>
                    <a:ext uri="{FF2B5EF4-FFF2-40B4-BE49-F238E27FC236}">
                      <a16:creationId xmlns:a16="http://schemas.microsoft.com/office/drawing/2014/main" id="{802E93E5-9AF3-383E-445D-8F3DA36655CA}"/>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511" name="ANTES 5">
              <a:extLst>
                <a:ext uri="{FF2B5EF4-FFF2-40B4-BE49-F238E27FC236}">
                  <a16:creationId xmlns:a16="http://schemas.microsoft.com/office/drawing/2014/main" id="{2C5D46C7-4FCA-6730-EEB3-80297DE69105}"/>
                </a:ext>
              </a:extLst>
            </p:cNvPr>
            <p:cNvGrpSpPr/>
            <p:nvPr/>
          </p:nvGrpSpPr>
          <p:grpSpPr>
            <a:xfrm>
              <a:off x="9255677" y="2757158"/>
              <a:ext cx="2203047" cy="342900"/>
              <a:chOff x="9209794" y="1285505"/>
              <a:chExt cx="2203047" cy="342900"/>
            </a:xfrm>
          </p:grpSpPr>
          <p:pic>
            <p:nvPicPr>
              <p:cNvPr id="1521" name="Imagen 1520">
                <a:extLst>
                  <a:ext uri="{FF2B5EF4-FFF2-40B4-BE49-F238E27FC236}">
                    <a16:creationId xmlns:a16="http://schemas.microsoft.com/office/drawing/2014/main" id="{8D78CE56-A546-B776-1FB2-3EAA75304AD5}"/>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522" name="Imagen 1521">
                <a:extLst>
                  <a:ext uri="{FF2B5EF4-FFF2-40B4-BE49-F238E27FC236}">
                    <a16:creationId xmlns:a16="http://schemas.microsoft.com/office/drawing/2014/main" id="{7AD5FAFC-4213-2F5F-B492-BA9ECC986241}"/>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523" name="Grupo 1522">
                <a:extLst>
                  <a:ext uri="{FF2B5EF4-FFF2-40B4-BE49-F238E27FC236}">
                    <a16:creationId xmlns:a16="http://schemas.microsoft.com/office/drawing/2014/main" id="{F5F97B35-8D49-DAA5-80F7-23539E435DA1}"/>
                  </a:ext>
                </a:extLst>
              </p:cNvPr>
              <p:cNvGrpSpPr/>
              <p:nvPr/>
            </p:nvGrpSpPr>
            <p:grpSpPr>
              <a:xfrm>
                <a:off x="9763022" y="1285505"/>
                <a:ext cx="266750" cy="342900"/>
                <a:chOff x="5053733" y="4472706"/>
                <a:chExt cx="764498" cy="795862"/>
              </a:xfrm>
            </p:grpSpPr>
            <p:pic>
              <p:nvPicPr>
                <p:cNvPr id="1534" name="Imagen 1533">
                  <a:extLst>
                    <a:ext uri="{FF2B5EF4-FFF2-40B4-BE49-F238E27FC236}">
                      <a16:creationId xmlns:a16="http://schemas.microsoft.com/office/drawing/2014/main" id="{03AF6417-AA50-4729-465A-251899AE244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35" name="Imagen 1534">
                  <a:extLst>
                    <a:ext uri="{FF2B5EF4-FFF2-40B4-BE49-F238E27FC236}">
                      <a16:creationId xmlns:a16="http://schemas.microsoft.com/office/drawing/2014/main" id="{5E1C1D51-1BA1-9D2C-843D-3CB01CE3EEBC}"/>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527" name="Imagen 1526">
                <a:extLst>
                  <a:ext uri="{FF2B5EF4-FFF2-40B4-BE49-F238E27FC236}">
                    <a16:creationId xmlns:a16="http://schemas.microsoft.com/office/drawing/2014/main" id="{CFCB1A32-F682-3D6D-05C4-BE9CD89051A9}"/>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528" name="Imagen 1527">
                <a:extLst>
                  <a:ext uri="{FF2B5EF4-FFF2-40B4-BE49-F238E27FC236}">
                    <a16:creationId xmlns:a16="http://schemas.microsoft.com/office/drawing/2014/main" id="{A0CEA2E0-76CC-C0A2-8FB1-E8B56A50BEF3}"/>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529" name="Imagen 1528">
                <a:extLst>
                  <a:ext uri="{FF2B5EF4-FFF2-40B4-BE49-F238E27FC236}">
                    <a16:creationId xmlns:a16="http://schemas.microsoft.com/office/drawing/2014/main" id="{5055510B-4D4D-9394-FE0E-09E6C335CB67}"/>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530" name="Imagen 1529">
                <a:extLst>
                  <a:ext uri="{FF2B5EF4-FFF2-40B4-BE49-F238E27FC236}">
                    <a16:creationId xmlns:a16="http://schemas.microsoft.com/office/drawing/2014/main" id="{6F7B1E2F-2BFE-F3AC-2A51-2A5F8BA3DCFC}"/>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531" name="Grupo 1530">
                <a:extLst>
                  <a:ext uri="{FF2B5EF4-FFF2-40B4-BE49-F238E27FC236}">
                    <a16:creationId xmlns:a16="http://schemas.microsoft.com/office/drawing/2014/main" id="{29D43100-593C-AA67-4F85-114EA814A5DD}"/>
                  </a:ext>
                </a:extLst>
              </p:cNvPr>
              <p:cNvGrpSpPr/>
              <p:nvPr/>
            </p:nvGrpSpPr>
            <p:grpSpPr>
              <a:xfrm>
                <a:off x="11146091" y="1285505"/>
                <a:ext cx="266750" cy="342900"/>
                <a:chOff x="5053733" y="4472706"/>
                <a:chExt cx="764498" cy="795862"/>
              </a:xfrm>
            </p:grpSpPr>
            <p:pic>
              <p:nvPicPr>
                <p:cNvPr id="1532" name="Imagen 1531">
                  <a:extLst>
                    <a:ext uri="{FF2B5EF4-FFF2-40B4-BE49-F238E27FC236}">
                      <a16:creationId xmlns:a16="http://schemas.microsoft.com/office/drawing/2014/main" id="{95E335B5-A0FA-11D0-785D-249F7816401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33" name="Imagen 1532">
                  <a:extLst>
                    <a:ext uri="{FF2B5EF4-FFF2-40B4-BE49-F238E27FC236}">
                      <a16:creationId xmlns:a16="http://schemas.microsoft.com/office/drawing/2014/main" id="{DAAD28DC-8316-82C7-3B26-92B319C9A1D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536" name="ANTES 4">
              <a:extLst>
                <a:ext uri="{FF2B5EF4-FFF2-40B4-BE49-F238E27FC236}">
                  <a16:creationId xmlns:a16="http://schemas.microsoft.com/office/drawing/2014/main" id="{DEFEFD81-D17F-5668-CB11-D30B496335C7}"/>
                </a:ext>
              </a:extLst>
            </p:cNvPr>
            <p:cNvGrpSpPr/>
            <p:nvPr/>
          </p:nvGrpSpPr>
          <p:grpSpPr>
            <a:xfrm>
              <a:off x="9255677" y="2388858"/>
              <a:ext cx="2203047" cy="342900"/>
              <a:chOff x="9209794" y="1285505"/>
              <a:chExt cx="2203047" cy="342900"/>
            </a:xfrm>
          </p:grpSpPr>
          <p:pic>
            <p:nvPicPr>
              <p:cNvPr id="1537" name="Imagen 1536">
                <a:extLst>
                  <a:ext uri="{FF2B5EF4-FFF2-40B4-BE49-F238E27FC236}">
                    <a16:creationId xmlns:a16="http://schemas.microsoft.com/office/drawing/2014/main" id="{C3CC4BC3-B26F-4C83-F8B3-8743A5329723}"/>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538" name="Imagen 1537">
                <a:extLst>
                  <a:ext uri="{FF2B5EF4-FFF2-40B4-BE49-F238E27FC236}">
                    <a16:creationId xmlns:a16="http://schemas.microsoft.com/office/drawing/2014/main" id="{E98A4586-CC9C-C972-7A00-ACBFDABEDAFC}"/>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539" name="Grupo 1538">
                <a:extLst>
                  <a:ext uri="{FF2B5EF4-FFF2-40B4-BE49-F238E27FC236}">
                    <a16:creationId xmlns:a16="http://schemas.microsoft.com/office/drawing/2014/main" id="{92680BED-7A5B-6D55-25DF-EE89DAA333B5}"/>
                  </a:ext>
                </a:extLst>
              </p:cNvPr>
              <p:cNvGrpSpPr/>
              <p:nvPr/>
            </p:nvGrpSpPr>
            <p:grpSpPr>
              <a:xfrm>
                <a:off x="9763022" y="1285505"/>
                <a:ext cx="266750" cy="342900"/>
                <a:chOff x="5053733" y="4472706"/>
                <a:chExt cx="764498" cy="795862"/>
              </a:xfrm>
            </p:grpSpPr>
            <p:pic>
              <p:nvPicPr>
                <p:cNvPr id="1547" name="Imagen 1546">
                  <a:extLst>
                    <a:ext uri="{FF2B5EF4-FFF2-40B4-BE49-F238E27FC236}">
                      <a16:creationId xmlns:a16="http://schemas.microsoft.com/office/drawing/2014/main" id="{F526110B-3BF7-520E-8C8D-DE1933D9788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48" name="Imagen 1547">
                  <a:extLst>
                    <a:ext uri="{FF2B5EF4-FFF2-40B4-BE49-F238E27FC236}">
                      <a16:creationId xmlns:a16="http://schemas.microsoft.com/office/drawing/2014/main" id="{CEBF2A13-31B8-BD89-ADB6-F2190580E53B}"/>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540" name="Imagen 1539">
                <a:extLst>
                  <a:ext uri="{FF2B5EF4-FFF2-40B4-BE49-F238E27FC236}">
                    <a16:creationId xmlns:a16="http://schemas.microsoft.com/office/drawing/2014/main" id="{8FE807B8-F206-346E-E3E6-68FC22669434}"/>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541" name="Imagen 1540">
                <a:extLst>
                  <a:ext uri="{FF2B5EF4-FFF2-40B4-BE49-F238E27FC236}">
                    <a16:creationId xmlns:a16="http://schemas.microsoft.com/office/drawing/2014/main" id="{1EA4A791-FEB4-9D67-5CDA-F4346B26FC21}"/>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542" name="Imagen 1541">
                <a:extLst>
                  <a:ext uri="{FF2B5EF4-FFF2-40B4-BE49-F238E27FC236}">
                    <a16:creationId xmlns:a16="http://schemas.microsoft.com/office/drawing/2014/main" id="{EA4FA15E-D630-B2F1-071A-DF8EC8674C77}"/>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543" name="Imagen 1542">
                <a:extLst>
                  <a:ext uri="{FF2B5EF4-FFF2-40B4-BE49-F238E27FC236}">
                    <a16:creationId xmlns:a16="http://schemas.microsoft.com/office/drawing/2014/main" id="{DC9116B5-AD91-97DB-523A-2A48CD4A3C6C}"/>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544" name="Grupo 1543">
                <a:extLst>
                  <a:ext uri="{FF2B5EF4-FFF2-40B4-BE49-F238E27FC236}">
                    <a16:creationId xmlns:a16="http://schemas.microsoft.com/office/drawing/2014/main" id="{03F1C686-C867-E567-3C70-11D03000351F}"/>
                  </a:ext>
                </a:extLst>
              </p:cNvPr>
              <p:cNvGrpSpPr/>
              <p:nvPr/>
            </p:nvGrpSpPr>
            <p:grpSpPr>
              <a:xfrm>
                <a:off x="11146091" y="1285505"/>
                <a:ext cx="266750" cy="342900"/>
                <a:chOff x="5053733" y="4472706"/>
                <a:chExt cx="764498" cy="795862"/>
              </a:xfrm>
            </p:grpSpPr>
            <p:pic>
              <p:nvPicPr>
                <p:cNvPr id="1545" name="Imagen 1544">
                  <a:extLst>
                    <a:ext uri="{FF2B5EF4-FFF2-40B4-BE49-F238E27FC236}">
                      <a16:creationId xmlns:a16="http://schemas.microsoft.com/office/drawing/2014/main" id="{3FE6A904-40D5-9595-A43C-3BE29331CD82}"/>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46" name="Imagen 1545">
                  <a:extLst>
                    <a:ext uri="{FF2B5EF4-FFF2-40B4-BE49-F238E27FC236}">
                      <a16:creationId xmlns:a16="http://schemas.microsoft.com/office/drawing/2014/main" id="{8B71CBE1-7EE5-999F-7AB0-75215941EDE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549" name="ANTES 3">
              <a:extLst>
                <a:ext uri="{FF2B5EF4-FFF2-40B4-BE49-F238E27FC236}">
                  <a16:creationId xmlns:a16="http://schemas.microsoft.com/office/drawing/2014/main" id="{EC1EE2A8-3F55-8845-779E-B749647BC5C4}"/>
                </a:ext>
              </a:extLst>
            </p:cNvPr>
            <p:cNvGrpSpPr/>
            <p:nvPr/>
          </p:nvGrpSpPr>
          <p:grpSpPr>
            <a:xfrm>
              <a:off x="9258852" y="2020558"/>
              <a:ext cx="2203047" cy="342900"/>
              <a:chOff x="9209794" y="1285505"/>
              <a:chExt cx="2203047" cy="342900"/>
            </a:xfrm>
          </p:grpSpPr>
          <p:pic>
            <p:nvPicPr>
              <p:cNvPr id="1550" name="Imagen 1549">
                <a:extLst>
                  <a:ext uri="{FF2B5EF4-FFF2-40B4-BE49-F238E27FC236}">
                    <a16:creationId xmlns:a16="http://schemas.microsoft.com/office/drawing/2014/main" id="{2423247F-8018-6C18-5B41-8448FC1D0692}"/>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551" name="Imagen 1550">
                <a:extLst>
                  <a:ext uri="{FF2B5EF4-FFF2-40B4-BE49-F238E27FC236}">
                    <a16:creationId xmlns:a16="http://schemas.microsoft.com/office/drawing/2014/main" id="{A3DAA67A-0348-D8A9-2640-88CBD8E80388}"/>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552" name="Grupo 1551">
                <a:extLst>
                  <a:ext uri="{FF2B5EF4-FFF2-40B4-BE49-F238E27FC236}">
                    <a16:creationId xmlns:a16="http://schemas.microsoft.com/office/drawing/2014/main" id="{C8DB86D2-045D-0C0D-A2CE-8DD86C69A72B}"/>
                  </a:ext>
                </a:extLst>
              </p:cNvPr>
              <p:cNvGrpSpPr/>
              <p:nvPr/>
            </p:nvGrpSpPr>
            <p:grpSpPr>
              <a:xfrm>
                <a:off x="9763022" y="1285505"/>
                <a:ext cx="266750" cy="342900"/>
                <a:chOff x="5053733" y="4472706"/>
                <a:chExt cx="764498" cy="795862"/>
              </a:xfrm>
            </p:grpSpPr>
            <p:pic>
              <p:nvPicPr>
                <p:cNvPr id="1560" name="Imagen 1559">
                  <a:extLst>
                    <a:ext uri="{FF2B5EF4-FFF2-40B4-BE49-F238E27FC236}">
                      <a16:creationId xmlns:a16="http://schemas.microsoft.com/office/drawing/2014/main" id="{270C0864-CFBD-D696-8D7D-2A7C2A7BC1A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61" name="Imagen 1560">
                  <a:extLst>
                    <a:ext uri="{FF2B5EF4-FFF2-40B4-BE49-F238E27FC236}">
                      <a16:creationId xmlns:a16="http://schemas.microsoft.com/office/drawing/2014/main" id="{E73AAFDA-A01A-C96A-B7DB-AC410DBC3E29}"/>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553" name="Imagen 1552">
                <a:extLst>
                  <a:ext uri="{FF2B5EF4-FFF2-40B4-BE49-F238E27FC236}">
                    <a16:creationId xmlns:a16="http://schemas.microsoft.com/office/drawing/2014/main" id="{D91E7132-ACBD-5C69-3AAC-5ED160C88B0F}"/>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554" name="Imagen 1553">
                <a:extLst>
                  <a:ext uri="{FF2B5EF4-FFF2-40B4-BE49-F238E27FC236}">
                    <a16:creationId xmlns:a16="http://schemas.microsoft.com/office/drawing/2014/main" id="{8ACD3435-608D-35E7-DB79-04757AA6F8F2}"/>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555" name="Imagen 1554">
                <a:extLst>
                  <a:ext uri="{FF2B5EF4-FFF2-40B4-BE49-F238E27FC236}">
                    <a16:creationId xmlns:a16="http://schemas.microsoft.com/office/drawing/2014/main" id="{5BF1B0EF-D62A-E589-C19D-1299A7DAE1F7}"/>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556" name="Imagen 1555">
                <a:extLst>
                  <a:ext uri="{FF2B5EF4-FFF2-40B4-BE49-F238E27FC236}">
                    <a16:creationId xmlns:a16="http://schemas.microsoft.com/office/drawing/2014/main" id="{EA1B1AA8-1B58-5235-0BC6-D396AAA1E23C}"/>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557" name="Grupo 1556">
                <a:extLst>
                  <a:ext uri="{FF2B5EF4-FFF2-40B4-BE49-F238E27FC236}">
                    <a16:creationId xmlns:a16="http://schemas.microsoft.com/office/drawing/2014/main" id="{833987C6-DED5-41F9-AFD9-24A244151B8D}"/>
                  </a:ext>
                </a:extLst>
              </p:cNvPr>
              <p:cNvGrpSpPr/>
              <p:nvPr/>
            </p:nvGrpSpPr>
            <p:grpSpPr>
              <a:xfrm>
                <a:off x="11146091" y="1285505"/>
                <a:ext cx="266750" cy="342900"/>
                <a:chOff x="5053733" y="4472706"/>
                <a:chExt cx="764498" cy="795862"/>
              </a:xfrm>
            </p:grpSpPr>
            <p:pic>
              <p:nvPicPr>
                <p:cNvPr id="1558" name="Imagen 1557">
                  <a:extLst>
                    <a:ext uri="{FF2B5EF4-FFF2-40B4-BE49-F238E27FC236}">
                      <a16:creationId xmlns:a16="http://schemas.microsoft.com/office/drawing/2014/main" id="{6022BAA2-DCD2-5DFE-5795-025D1DFE845E}"/>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59" name="Imagen 1558">
                  <a:extLst>
                    <a:ext uri="{FF2B5EF4-FFF2-40B4-BE49-F238E27FC236}">
                      <a16:creationId xmlns:a16="http://schemas.microsoft.com/office/drawing/2014/main" id="{79509090-7A0D-22A2-6F0F-7FF9D3F56FC0}"/>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562" name="ANTES 2">
              <a:extLst>
                <a:ext uri="{FF2B5EF4-FFF2-40B4-BE49-F238E27FC236}">
                  <a16:creationId xmlns:a16="http://schemas.microsoft.com/office/drawing/2014/main" id="{8B3E347E-D042-F024-BC3D-23030BF18EC2}"/>
                </a:ext>
              </a:extLst>
            </p:cNvPr>
            <p:cNvGrpSpPr/>
            <p:nvPr/>
          </p:nvGrpSpPr>
          <p:grpSpPr>
            <a:xfrm>
              <a:off x="9258852" y="1658608"/>
              <a:ext cx="2203047" cy="342900"/>
              <a:chOff x="9209794" y="1285505"/>
              <a:chExt cx="2203047" cy="342900"/>
            </a:xfrm>
          </p:grpSpPr>
          <p:pic>
            <p:nvPicPr>
              <p:cNvPr id="1563" name="Imagen 1562">
                <a:extLst>
                  <a:ext uri="{FF2B5EF4-FFF2-40B4-BE49-F238E27FC236}">
                    <a16:creationId xmlns:a16="http://schemas.microsoft.com/office/drawing/2014/main" id="{8BCE641D-1BFE-46A4-9E54-2B0285FEDD5A}"/>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564" name="Imagen 1563">
                <a:extLst>
                  <a:ext uri="{FF2B5EF4-FFF2-40B4-BE49-F238E27FC236}">
                    <a16:creationId xmlns:a16="http://schemas.microsoft.com/office/drawing/2014/main" id="{0F2D92D1-B133-F17A-E805-CE1159B60EBD}"/>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565" name="Grupo 1564">
                <a:extLst>
                  <a:ext uri="{FF2B5EF4-FFF2-40B4-BE49-F238E27FC236}">
                    <a16:creationId xmlns:a16="http://schemas.microsoft.com/office/drawing/2014/main" id="{F46EDAA8-B3AB-9371-FE9D-F9E9F9C9F6BC}"/>
                  </a:ext>
                </a:extLst>
              </p:cNvPr>
              <p:cNvGrpSpPr/>
              <p:nvPr/>
            </p:nvGrpSpPr>
            <p:grpSpPr>
              <a:xfrm>
                <a:off x="9763022" y="1285505"/>
                <a:ext cx="266750" cy="342900"/>
                <a:chOff x="5053733" y="4472706"/>
                <a:chExt cx="764498" cy="795862"/>
              </a:xfrm>
            </p:grpSpPr>
            <p:pic>
              <p:nvPicPr>
                <p:cNvPr id="1573" name="Imagen 1572">
                  <a:extLst>
                    <a:ext uri="{FF2B5EF4-FFF2-40B4-BE49-F238E27FC236}">
                      <a16:creationId xmlns:a16="http://schemas.microsoft.com/office/drawing/2014/main" id="{5637E9CD-C0B8-73D3-BF20-F47749CF800C}"/>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74" name="Imagen 1573">
                  <a:extLst>
                    <a:ext uri="{FF2B5EF4-FFF2-40B4-BE49-F238E27FC236}">
                      <a16:creationId xmlns:a16="http://schemas.microsoft.com/office/drawing/2014/main" id="{42501859-F786-6476-2E5F-BEF9486B68C7}"/>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566" name="Imagen 1565">
                <a:extLst>
                  <a:ext uri="{FF2B5EF4-FFF2-40B4-BE49-F238E27FC236}">
                    <a16:creationId xmlns:a16="http://schemas.microsoft.com/office/drawing/2014/main" id="{EBC841BE-4C09-CAFC-C5F9-4E9197EC6BC6}"/>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567" name="Imagen 1566">
                <a:extLst>
                  <a:ext uri="{FF2B5EF4-FFF2-40B4-BE49-F238E27FC236}">
                    <a16:creationId xmlns:a16="http://schemas.microsoft.com/office/drawing/2014/main" id="{04B7AFB3-0CBD-62F1-8E11-D9C02E7939D3}"/>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568" name="Imagen 1567">
                <a:extLst>
                  <a:ext uri="{FF2B5EF4-FFF2-40B4-BE49-F238E27FC236}">
                    <a16:creationId xmlns:a16="http://schemas.microsoft.com/office/drawing/2014/main" id="{DECA6266-48F6-DF62-1708-CE3830D48668}"/>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569" name="Imagen 1568">
                <a:extLst>
                  <a:ext uri="{FF2B5EF4-FFF2-40B4-BE49-F238E27FC236}">
                    <a16:creationId xmlns:a16="http://schemas.microsoft.com/office/drawing/2014/main" id="{6E999FD8-14FD-ACC6-0820-EB5009375CF1}"/>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570" name="Grupo 1569">
                <a:extLst>
                  <a:ext uri="{FF2B5EF4-FFF2-40B4-BE49-F238E27FC236}">
                    <a16:creationId xmlns:a16="http://schemas.microsoft.com/office/drawing/2014/main" id="{07E78D89-2F24-019A-3C79-AFEF981CEE0D}"/>
                  </a:ext>
                </a:extLst>
              </p:cNvPr>
              <p:cNvGrpSpPr/>
              <p:nvPr/>
            </p:nvGrpSpPr>
            <p:grpSpPr>
              <a:xfrm>
                <a:off x="11146091" y="1285505"/>
                <a:ext cx="266750" cy="342900"/>
                <a:chOff x="5053733" y="4472706"/>
                <a:chExt cx="764498" cy="795862"/>
              </a:xfrm>
            </p:grpSpPr>
            <p:pic>
              <p:nvPicPr>
                <p:cNvPr id="1571" name="Imagen 1570">
                  <a:extLst>
                    <a:ext uri="{FF2B5EF4-FFF2-40B4-BE49-F238E27FC236}">
                      <a16:creationId xmlns:a16="http://schemas.microsoft.com/office/drawing/2014/main" id="{F1F371E3-932D-FDD7-6E53-9FA12ED55F59}"/>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72" name="Imagen 1571">
                  <a:extLst>
                    <a:ext uri="{FF2B5EF4-FFF2-40B4-BE49-F238E27FC236}">
                      <a16:creationId xmlns:a16="http://schemas.microsoft.com/office/drawing/2014/main" id="{42618CE7-A49F-F4E6-3D29-4734D8ACAC6D}"/>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nvGrpSpPr>
            <p:cNvPr id="1575" name="ANTES 1">
              <a:extLst>
                <a:ext uri="{FF2B5EF4-FFF2-40B4-BE49-F238E27FC236}">
                  <a16:creationId xmlns:a16="http://schemas.microsoft.com/office/drawing/2014/main" id="{1923643C-BEFC-5A05-D2BE-E8AC32EEEB1B}"/>
                </a:ext>
              </a:extLst>
            </p:cNvPr>
            <p:cNvGrpSpPr/>
            <p:nvPr/>
          </p:nvGrpSpPr>
          <p:grpSpPr>
            <a:xfrm>
              <a:off x="9262027" y="1290308"/>
              <a:ext cx="2203047" cy="342900"/>
              <a:chOff x="9209794" y="1285505"/>
              <a:chExt cx="2203047" cy="342900"/>
            </a:xfrm>
          </p:grpSpPr>
          <p:pic>
            <p:nvPicPr>
              <p:cNvPr id="1576" name="Imagen 1575">
                <a:extLst>
                  <a:ext uri="{FF2B5EF4-FFF2-40B4-BE49-F238E27FC236}">
                    <a16:creationId xmlns:a16="http://schemas.microsoft.com/office/drawing/2014/main" id="{F342F177-639D-C293-F5A7-A202FC883F18}"/>
                  </a:ext>
                </a:extLst>
              </p:cNvPr>
              <p:cNvPicPr>
                <a:picLocks noChangeAspect="1"/>
              </p:cNvPicPr>
              <p:nvPr/>
            </p:nvPicPr>
            <p:blipFill>
              <a:blip r:embed="rId5"/>
              <a:srcRect l="12624" t="34906" r="76229" b="53489"/>
              <a:stretch/>
            </p:blipFill>
            <p:spPr>
              <a:xfrm>
                <a:off x="9209794" y="1285505"/>
                <a:ext cx="266750" cy="342900"/>
              </a:xfrm>
              <a:prstGeom prst="rect">
                <a:avLst/>
              </a:prstGeom>
            </p:spPr>
          </p:pic>
          <p:pic>
            <p:nvPicPr>
              <p:cNvPr id="1577" name="Imagen 1576">
                <a:extLst>
                  <a:ext uri="{FF2B5EF4-FFF2-40B4-BE49-F238E27FC236}">
                    <a16:creationId xmlns:a16="http://schemas.microsoft.com/office/drawing/2014/main" id="{981CE843-84A1-BEBF-EB84-4434B07AFB9B}"/>
                  </a:ext>
                </a:extLst>
              </p:cNvPr>
              <p:cNvPicPr>
                <a:picLocks noChangeAspect="1"/>
              </p:cNvPicPr>
              <p:nvPr/>
            </p:nvPicPr>
            <p:blipFill>
              <a:blip r:embed="rId5"/>
              <a:srcRect l="76281" t="21082" r="12572" b="67313"/>
              <a:stretch/>
            </p:blipFill>
            <p:spPr>
              <a:xfrm>
                <a:off x="9486408" y="1285505"/>
                <a:ext cx="266750" cy="342900"/>
              </a:xfrm>
              <a:prstGeom prst="rect">
                <a:avLst/>
              </a:prstGeom>
            </p:spPr>
          </p:pic>
          <p:grpSp>
            <p:nvGrpSpPr>
              <p:cNvPr id="1578" name="Grupo 1577">
                <a:extLst>
                  <a:ext uri="{FF2B5EF4-FFF2-40B4-BE49-F238E27FC236}">
                    <a16:creationId xmlns:a16="http://schemas.microsoft.com/office/drawing/2014/main" id="{ED0CC13D-9EF7-A7F6-57EA-2B45788B46DF}"/>
                  </a:ext>
                </a:extLst>
              </p:cNvPr>
              <p:cNvGrpSpPr/>
              <p:nvPr/>
            </p:nvGrpSpPr>
            <p:grpSpPr>
              <a:xfrm>
                <a:off x="9763022" y="1285505"/>
                <a:ext cx="266750" cy="342900"/>
                <a:chOff x="5053733" y="4472706"/>
                <a:chExt cx="764498" cy="795862"/>
              </a:xfrm>
            </p:grpSpPr>
            <p:pic>
              <p:nvPicPr>
                <p:cNvPr id="1586" name="Imagen 1585">
                  <a:extLst>
                    <a:ext uri="{FF2B5EF4-FFF2-40B4-BE49-F238E27FC236}">
                      <a16:creationId xmlns:a16="http://schemas.microsoft.com/office/drawing/2014/main" id="{932F2025-9FC6-0DD1-4657-714A540137AD}"/>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87" name="Imagen 1586">
                  <a:extLst>
                    <a:ext uri="{FF2B5EF4-FFF2-40B4-BE49-F238E27FC236}">
                      <a16:creationId xmlns:a16="http://schemas.microsoft.com/office/drawing/2014/main" id="{8B9E21B6-E2B2-8326-BB88-48900F243226}"/>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pic>
            <p:nvPicPr>
              <p:cNvPr id="1579" name="Imagen 1578">
                <a:extLst>
                  <a:ext uri="{FF2B5EF4-FFF2-40B4-BE49-F238E27FC236}">
                    <a16:creationId xmlns:a16="http://schemas.microsoft.com/office/drawing/2014/main" id="{94667793-CF78-FCD3-3FEF-CB95D7A8B6D7}"/>
                  </a:ext>
                </a:extLst>
              </p:cNvPr>
              <p:cNvPicPr>
                <a:picLocks noChangeAspect="1"/>
              </p:cNvPicPr>
              <p:nvPr/>
            </p:nvPicPr>
            <p:blipFill>
              <a:blip r:embed="rId5"/>
              <a:srcRect l="65685" t="34869" r="23168" b="53526"/>
              <a:stretch/>
            </p:blipFill>
            <p:spPr>
              <a:xfrm>
                <a:off x="10039636" y="1285505"/>
                <a:ext cx="266750" cy="342900"/>
              </a:xfrm>
              <a:prstGeom prst="rect">
                <a:avLst/>
              </a:prstGeom>
            </p:spPr>
          </p:pic>
          <p:pic>
            <p:nvPicPr>
              <p:cNvPr id="1580" name="Imagen 1579">
                <a:extLst>
                  <a:ext uri="{FF2B5EF4-FFF2-40B4-BE49-F238E27FC236}">
                    <a16:creationId xmlns:a16="http://schemas.microsoft.com/office/drawing/2014/main" id="{32823C42-0062-F9F2-1B78-42F349133645}"/>
                  </a:ext>
                </a:extLst>
              </p:cNvPr>
              <p:cNvPicPr>
                <a:picLocks noChangeAspect="1"/>
              </p:cNvPicPr>
              <p:nvPr/>
            </p:nvPicPr>
            <p:blipFill>
              <a:blip r:embed="rId5"/>
              <a:srcRect l="23278" t="21261" r="65575" b="67134"/>
              <a:stretch/>
            </p:blipFill>
            <p:spPr>
              <a:xfrm>
                <a:off x="10316250" y="1285505"/>
                <a:ext cx="266750" cy="342900"/>
              </a:xfrm>
              <a:prstGeom prst="rect">
                <a:avLst/>
              </a:prstGeom>
            </p:spPr>
          </p:pic>
          <p:pic>
            <p:nvPicPr>
              <p:cNvPr id="1581" name="Imagen 1580">
                <a:extLst>
                  <a:ext uri="{FF2B5EF4-FFF2-40B4-BE49-F238E27FC236}">
                    <a16:creationId xmlns:a16="http://schemas.microsoft.com/office/drawing/2014/main" id="{1C01382E-0E4B-EE18-D94B-2118F02FA681}"/>
                  </a:ext>
                </a:extLst>
              </p:cNvPr>
              <p:cNvPicPr>
                <a:picLocks noChangeAspect="1"/>
              </p:cNvPicPr>
              <p:nvPr/>
            </p:nvPicPr>
            <p:blipFill>
              <a:blip r:embed="rId5"/>
              <a:srcRect l="65751" t="21142" r="23101" b="67253"/>
              <a:stretch/>
            </p:blipFill>
            <p:spPr>
              <a:xfrm>
                <a:off x="10592864" y="1285505"/>
                <a:ext cx="266750" cy="342900"/>
              </a:xfrm>
              <a:prstGeom prst="rect">
                <a:avLst/>
              </a:prstGeom>
            </p:spPr>
          </p:pic>
          <p:pic>
            <p:nvPicPr>
              <p:cNvPr id="1582" name="Imagen 1581">
                <a:extLst>
                  <a:ext uri="{FF2B5EF4-FFF2-40B4-BE49-F238E27FC236}">
                    <a16:creationId xmlns:a16="http://schemas.microsoft.com/office/drawing/2014/main" id="{DDF0B71B-85EE-F7AA-C720-42603F2CA44C}"/>
                  </a:ext>
                </a:extLst>
              </p:cNvPr>
              <p:cNvPicPr>
                <a:picLocks noChangeAspect="1"/>
              </p:cNvPicPr>
              <p:nvPr/>
            </p:nvPicPr>
            <p:blipFill>
              <a:blip r:embed="rId5"/>
              <a:srcRect l="55117" t="6975" r="33736" b="81420"/>
              <a:stretch/>
            </p:blipFill>
            <p:spPr>
              <a:xfrm>
                <a:off x="10869478" y="1285505"/>
                <a:ext cx="266750" cy="342900"/>
              </a:xfrm>
              <a:prstGeom prst="rect">
                <a:avLst/>
              </a:prstGeom>
            </p:spPr>
          </p:pic>
          <p:grpSp>
            <p:nvGrpSpPr>
              <p:cNvPr id="1583" name="Grupo 1582">
                <a:extLst>
                  <a:ext uri="{FF2B5EF4-FFF2-40B4-BE49-F238E27FC236}">
                    <a16:creationId xmlns:a16="http://schemas.microsoft.com/office/drawing/2014/main" id="{5865F2D6-4255-3444-4C91-ECA176438C20}"/>
                  </a:ext>
                </a:extLst>
              </p:cNvPr>
              <p:cNvGrpSpPr/>
              <p:nvPr/>
            </p:nvGrpSpPr>
            <p:grpSpPr>
              <a:xfrm>
                <a:off x="11146091" y="1285505"/>
                <a:ext cx="266750" cy="342900"/>
                <a:chOff x="5053733" y="4472706"/>
                <a:chExt cx="764498" cy="795862"/>
              </a:xfrm>
            </p:grpSpPr>
            <p:pic>
              <p:nvPicPr>
                <p:cNvPr id="1584" name="Imagen 1583">
                  <a:extLst>
                    <a:ext uri="{FF2B5EF4-FFF2-40B4-BE49-F238E27FC236}">
                      <a16:creationId xmlns:a16="http://schemas.microsoft.com/office/drawing/2014/main" id="{E694888C-D9A8-08A6-FB79-9196FD6396E4}"/>
                    </a:ext>
                  </a:extLst>
                </p:cNvPr>
                <p:cNvPicPr>
                  <a:picLocks noChangeAspect="1"/>
                </p:cNvPicPr>
                <p:nvPr/>
              </p:nvPicPr>
              <p:blipFill>
                <a:blip r:embed="rId5"/>
                <a:srcRect l="65685" t="49149" r="23168" b="39246"/>
                <a:stretch/>
              </p:blipFill>
              <p:spPr>
                <a:xfrm>
                  <a:off x="5053733" y="4472706"/>
                  <a:ext cx="764498" cy="795862"/>
                </a:xfrm>
                <a:prstGeom prst="rect">
                  <a:avLst/>
                </a:prstGeom>
              </p:spPr>
            </p:pic>
            <p:pic>
              <p:nvPicPr>
                <p:cNvPr id="1585" name="Imagen 1584">
                  <a:extLst>
                    <a:ext uri="{FF2B5EF4-FFF2-40B4-BE49-F238E27FC236}">
                      <a16:creationId xmlns:a16="http://schemas.microsoft.com/office/drawing/2014/main" id="{D2EF36B8-CAB0-1BE1-CE3E-016B61917A4F}"/>
                    </a:ext>
                  </a:extLst>
                </p:cNvPr>
                <p:cNvPicPr>
                  <a:picLocks noChangeAspect="1"/>
                </p:cNvPicPr>
                <p:nvPr/>
              </p:nvPicPr>
              <p:blipFill>
                <a:blip r:embed="rId5"/>
                <a:srcRect l="68939" t="57493" r="29532" b="40331"/>
                <a:stretch/>
              </p:blipFill>
              <p:spPr>
                <a:xfrm>
                  <a:off x="5383594" y="5038725"/>
                  <a:ext cx="128206" cy="149225"/>
                </a:xfrm>
                <a:prstGeom prst="rect">
                  <a:avLst/>
                </a:prstGeom>
              </p:spPr>
            </p:pic>
          </p:grpSp>
        </p:grpSp>
      </p:grpSp>
      <p:pic>
        <p:nvPicPr>
          <p:cNvPr id="22533" name="Imagen 22532">
            <a:extLst>
              <a:ext uri="{FF2B5EF4-FFF2-40B4-BE49-F238E27FC236}">
                <a16:creationId xmlns:a16="http://schemas.microsoft.com/office/drawing/2014/main" id="{2C7D8B61-2525-C71A-611B-F6C0D388D53E}"/>
              </a:ext>
            </a:extLst>
          </p:cNvPr>
          <p:cNvPicPr>
            <a:picLocks noChangeAspect="1"/>
          </p:cNvPicPr>
          <p:nvPr/>
        </p:nvPicPr>
        <p:blipFill>
          <a:blip r:embed="rId9"/>
          <a:stretch>
            <a:fillRect/>
          </a:stretch>
        </p:blipFill>
        <p:spPr>
          <a:xfrm>
            <a:off x="4288116" y="2464693"/>
            <a:ext cx="6680330" cy="4453553"/>
          </a:xfrm>
          <a:prstGeom prst="rect">
            <a:avLst/>
          </a:prstGeom>
        </p:spPr>
      </p:pic>
      <p:pic>
        <p:nvPicPr>
          <p:cNvPr id="4" name="Imagen 384">
            <a:extLst>
              <a:ext uri="{FF2B5EF4-FFF2-40B4-BE49-F238E27FC236}">
                <a16:creationId xmlns:a16="http://schemas.microsoft.com/office/drawing/2014/main" id="{5EB3A218-17D2-C3C1-EBD8-AC7BEF115D8D}"/>
              </a:ext>
            </a:extLst>
          </p:cNvPr>
          <p:cNvPicPr>
            <a:picLocks noChangeAspect="1"/>
          </p:cNvPicPr>
          <p:nvPr/>
        </p:nvPicPr>
        <p:blipFill>
          <a:blip r:embed="rId5"/>
          <a:srcRect l="65685" t="49149" r="23168" b="39246"/>
          <a:stretch/>
        </p:blipFill>
        <p:spPr>
          <a:xfrm>
            <a:off x="4101214" y="3778771"/>
            <a:ext cx="186821" cy="225673"/>
          </a:xfrm>
          <a:prstGeom prst="rect">
            <a:avLst/>
          </a:prstGeom>
        </p:spPr>
      </p:pic>
      <p:pic>
        <p:nvPicPr>
          <p:cNvPr id="15" name="Imagen 14">
            <a:extLst>
              <a:ext uri="{FF2B5EF4-FFF2-40B4-BE49-F238E27FC236}">
                <a16:creationId xmlns:a16="http://schemas.microsoft.com/office/drawing/2014/main" id="{73CAF257-59F5-F679-D4AB-487A44048827}"/>
              </a:ext>
            </a:extLst>
          </p:cNvPr>
          <p:cNvPicPr>
            <a:picLocks noChangeAspect="1"/>
          </p:cNvPicPr>
          <p:nvPr/>
        </p:nvPicPr>
        <p:blipFill>
          <a:blip r:embed="rId5"/>
          <a:srcRect l="68939" t="57493" r="29532" b="40331"/>
          <a:stretch/>
        </p:blipFill>
        <p:spPr>
          <a:xfrm>
            <a:off x="4538659" y="4095386"/>
            <a:ext cx="31330" cy="42314"/>
          </a:xfrm>
          <a:prstGeom prst="rect">
            <a:avLst/>
          </a:prstGeom>
        </p:spPr>
      </p:pic>
      <p:pic>
        <p:nvPicPr>
          <p:cNvPr id="16" name="Imagen 15">
            <a:extLst>
              <a:ext uri="{FF2B5EF4-FFF2-40B4-BE49-F238E27FC236}">
                <a16:creationId xmlns:a16="http://schemas.microsoft.com/office/drawing/2014/main" id="{BDF00763-CBF5-8D72-F553-EE370CDC03AF}"/>
              </a:ext>
            </a:extLst>
          </p:cNvPr>
          <p:cNvPicPr>
            <a:picLocks noChangeAspect="1"/>
          </p:cNvPicPr>
          <p:nvPr/>
        </p:nvPicPr>
        <p:blipFill>
          <a:blip r:embed="rId5"/>
          <a:srcRect l="68939" t="57493" r="29532" b="40331"/>
          <a:stretch/>
        </p:blipFill>
        <p:spPr>
          <a:xfrm rot="10800000" flipH="1" flipV="1">
            <a:off x="4171764" y="3942696"/>
            <a:ext cx="45719" cy="61748"/>
          </a:xfrm>
          <a:prstGeom prst="rect">
            <a:avLst/>
          </a:prstGeom>
        </p:spPr>
      </p:pic>
      <p:pic>
        <p:nvPicPr>
          <p:cNvPr id="17" name="Imagen 16">
            <a:extLst>
              <a:ext uri="{FF2B5EF4-FFF2-40B4-BE49-F238E27FC236}">
                <a16:creationId xmlns:a16="http://schemas.microsoft.com/office/drawing/2014/main" id="{EDA2724B-6328-EF34-7C9D-0A13AB980426}"/>
              </a:ext>
            </a:extLst>
          </p:cNvPr>
          <p:cNvPicPr>
            <a:picLocks noChangeAspect="1"/>
          </p:cNvPicPr>
          <p:nvPr/>
        </p:nvPicPr>
        <p:blipFill>
          <a:blip r:embed="rId5"/>
          <a:srcRect l="12624" t="34906" r="76229" b="53489"/>
          <a:stretch/>
        </p:blipFill>
        <p:spPr>
          <a:xfrm>
            <a:off x="3914390" y="3778771"/>
            <a:ext cx="186821" cy="225673"/>
          </a:xfrm>
          <a:prstGeom prst="rect">
            <a:avLst/>
          </a:prstGeom>
        </p:spPr>
      </p:pic>
      <p:pic>
        <p:nvPicPr>
          <p:cNvPr id="19" name="Imagen 18">
            <a:extLst>
              <a:ext uri="{FF2B5EF4-FFF2-40B4-BE49-F238E27FC236}">
                <a16:creationId xmlns:a16="http://schemas.microsoft.com/office/drawing/2014/main" id="{48EDC7DA-79A9-7C36-0F2E-06FF670A03D4}"/>
              </a:ext>
            </a:extLst>
          </p:cNvPr>
          <p:cNvPicPr>
            <a:picLocks noChangeAspect="1"/>
          </p:cNvPicPr>
          <p:nvPr/>
        </p:nvPicPr>
        <p:blipFill>
          <a:blip r:embed="rId10"/>
          <a:stretch>
            <a:fillRect/>
          </a:stretch>
        </p:blipFill>
        <p:spPr>
          <a:xfrm>
            <a:off x="-1078457" y="2955025"/>
            <a:ext cx="7772400" cy="4376351"/>
          </a:xfrm>
          <a:prstGeom prst="rect">
            <a:avLst/>
          </a:prstGeom>
        </p:spPr>
      </p:pic>
    </p:spTree>
    <p:extLst>
      <p:ext uri="{BB962C8B-B14F-4D97-AF65-F5344CB8AC3E}">
        <p14:creationId xmlns:p14="http://schemas.microsoft.com/office/powerpoint/2010/main" val="2019034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065" fill="hold"/>
                                        <p:tgtEl>
                                          <p:spTgt spid="2253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253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2536"/>
                                        </p:tgtEl>
                                      </p:cBhvr>
                                    </p:cmd>
                                  </p:childTnLst>
                                </p:cTn>
                              </p:par>
                            </p:childTnLst>
                          </p:cTn>
                        </p:par>
                      </p:childTnLst>
                    </p:cTn>
                  </p:par>
                </p:childTnLst>
              </p:cTn>
              <p:nextCondLst>
                <p:cond evt="onClick" delay="0">
                  <p:tgtEl>
                    <p:spTgt spid="22536"/>
                  </p:tgtEl>
                </p:cond>
              </p:nextCondLst>
            </p:seq>
            <p:video>
              <p:cMediaNode vol="80000">
                <p:cTn id="12" fill="hold" display="0">
                  <p:stCondLst>
                    <p:cond delay="indefinite"/>
                  </p:stCondLst>
                </p:cTn>
                <p:tgtEl>
                  <p:spTgt spid="22536"/>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79B00-29A9-B594-1F34-D6D546D245C3}"/>
            </a:ext>
          </a:extLst>
        </p:cNvPr>
        <p:cNvGrpSpPr/>
        <p:nvPr/>
      </p:nvGrpSpPr>
      <p:grpSpPr>
        <a:xfrm>
          <a:off x="0" y="0"/>
          <a:ext cx="0" cy="0"/>
          <a:chOff x="0" y="0"/>
          <a:chExt cx="0" cy="0"/>
        </a:xfrm>
      </p:grpSpPr>
      <p:pic>
        <p:nvPicPr>
          <p:cNvPr id="4122" name="Picture 4" descr="Proyectos - Mobiliario de oficina - Interiorismo">
            <a:extLst>
              <a:ext uri="{FF2B5EF4-FFF2-40B4-BE49-F238E27FC236}">
                <a16:creationId xmlns:a16="http://schemas.microsoft.com/office/drawing/2014/main" id="{4DC01CFA-E896-91F8-F651-136AB7970F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6958"/>
          <a:stretch/>
        </p:blipFill>
        <p:spPr bwMode="auto">
          <a:xfrm>
            <a:off x="-57354" y="-1769799"/>
            <a:ext cx="12249354" cy="8947190"/>
          </a:xfrm>
          <a:prstGeom prst="rect">
            <a:avLst/>
          </a:prstGeom>
          <a:noFill/>
          <a:extLst>
            <a:ext uri="{909E8E84-426E-40DD-AFC4-6F175D3DCCD1}">
              <a14:hiddenFill xmlns:a14="http://schemas.microsoft.com/office/drawing/2010/main">
                <a:solidFill>
                  <a:srgbClr val="FFFFFF"/>
                </a:solidFill>
              </a14:hiddenFill>
            </a:ext>
          </a:extLst>
        </p:spPr>
      </p:pic>
      <p:pic>
        <p:nvPicPr>
          <p:cNvPr id="47" name="Imagen 46">
            <a:extLst>
              <a:ext uri="{FF2B5EF4-FFF2-40B4-BE49-F238E27FC236}">
                <a16:creationId xmlns:a16="http://schemas.microsoft.com/office/drawing/2014/main" id="{5A3B71D6-1D2A-DD76-53DF-00A951D4DA6C}"/>
              </a:ext>
            </a:extLst>
          </p:cNvPr>
          <p:cNvPicPr>
            <a:picLocks noChangeAspect="1"/>
          </p:cNvPicPr>
          <p:nvPr/>
        </p:nvPicPr>
        <p:blipFill>
          <a:blip r:embed="rId4"/>
          <a:srcRect l="55379" t="77100" r="33474" b="11295"/>
          <a:stretch/>
        </p:blipFill>
        <p:spPr>
          <a:xfrm>
            <a:off x="-17716705" y="615623"/>
            <a:ext cx="266750" cy="342900"/>
          </a:xfrm>
          <a:prstGeom prst="rect">
            <a:avLst/>
          </a:prstGeom>
        </p:spPr>
      </p:pic>
      <p:sp>
        <p:nvSpPr>
          <p:cNvPr id="100" name="CuadroTexto 99">
            <a:extLst>
              <a:ext uri="{FF2B5EF4-FFF2-40B4-BE49-F238E27FC236}">
                <a16:creationId xmlns:a16="http://schemas.microsoft.com/office/drawing/2014/main" id="{2D38B4D6-C100-BBDE-78CE-61BCD79A1058}"/>
              </a:ext>
            </a:extLst>
          </p:cNvPr>
          <p:cNvSpPr txBox="1"/>
          <p:nvPr/>
        </p:nvSpPr>
        <p:spPr>
          <a:xfrm>
            <a:off x="1344289" y="303709"/>
            <a:ext cx="7037434" cy="707886"/>
          </a:xfrm>
          <a:prstGeom prst="rect">
            <a:avLst/>
          </a:prstGeom>
          <a:noFill/>
        </p:spPr>
        <p:txBody>
          <a:bodyPr wrap="square" rtlCol="0">
            <a:spAutoFit/>
          </a:bodyPr>
          <a:lstStyle/>
          <a:p>
            <a:r>
              <a:rPr lang="en-CA" sz="4000" b="1" dirty="0">
                <a:solidFill>
                  <a:schemeClr val="bg1"/>
                </a:solidFill>
                <a:latin typeface="Gill Sans" panose="020B0502020104020203" pitchFamily="34" charset="-79"/>
                <a:cs typeface="Gill Sans" panose="020B0502020104020203" pitchFamily="34" charset="-79"/>
              </a:rPr>
              <a:t>DEPARTURES</a:t>
            </a:r>
            <a:endParaRPr lang="en-CA" sz="3200" b="1" dirty="0">
              <a:solidFill>
                <a:schemeClr val="bg1"/>
              </a:solidFill>
              <a:latin typeface="Gill Sans" panose="020B0502020104020203" pitchFamily="34" charset="-79"/>
              <a:cs typeface="Gill Sans" panose="020B0502020104020203" pitchFamily="34" charset="-79"/>
            </a:endParaRPr>
          </a:p>
        </p:txBody>
      </p:sp>
      <p:pic>
        <p:nvPicPr>
          <p:cNvPr id="101" name="Imagen 100">
            <a:extLst>
              <a:ext uri="{FF2B5EF4-FFF2-40B4-BE49-F238E27FC236}">
                <a16:creationId xmlns:a16="http://schemas.microsoft.com/office/drawing/2014/main" id="{BA999F9B-2796-125A-68C3-3124DA256CB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187097" y="363062"/>
            <a:ext cx="665199" cy="589179"/>
          </a:xfrm>
          <a:prstGeom prst="rect">
            <a:avLst/>
          </a:prstGeom>
        </p:spPr>
      </p:pic>
      <p:sp>
        <p:nvSpPr>
          <p:cNvPr id="102" name="CuadroTexto 101">
            <a:extLst>
              <a:ext uri="{FF2B5EF4-FFF2-40B4-BE49-F238E27FC236}">
                <a16:creationId xmlns:a16="http://schemas.microsoft.com/office/drawing/2014/main" id="{5FCBADE7-6335-7BCB-846F-B1B3E8FBC744}"/>
              </a:ext>
            </a:extLst>
          </p:cNvPr>
          <p:cNvSpPr txBox="1"/>
          <p:nvPr/>
        </p:nvSpPr>
        <p:spPr>
          <a:xfrm>
            <a:off x="1053840" y="964224"/>
            <a:ext cx="937550" cy="461665"/>
          </a:xfrm>
          <a:prstGeom prst="rect">
            <a:avLst/>
          </a:prstGeom>
          <a:noFill/>
        </p:spPr>
        <p:txBody>
          <a:bodyPr wrap="square" rtlCol="0">
            <a:spAutoFit/>
          </a:bodyPr>
          <a:lstStyle/>
          <a:p>
            <a:r>
              <a:rPr lang="en-CA" sz="2400" dirty="0">
                <a:solidFill>
                  <a:schemeClr val="bg1"/>
                </a:solidFill>
              </a:rPr>
              <a:t>Time</a:t>
            </a:r>
          </a:p>
        </p:txBody>
      </p:sp>
      <p:sp>
        <p:nvSpPr>
          <p:cNvPr id="103" name="CuadroTexto 102">
            <a:extLst>
              <a:ext uri="{FF2B5EF4-FFF2-40B4-BE49-F238E27FC236}">
                <a16:creationId xmlns:a16="http://schemas.microsoft.com/office/drawing/2014/main" id="{0BEF9167-DD3B-73CE-A205-AACE990B3E60}"/>
              </a:ext>
            </a:extLst>
          </p:cNvPr>
          <p:cNvSpPr txBox="1"/>
          <p:nvPr/>
        </p:nvSpPr>
        <p:spPr>
          <a:xfrm>
            <a:off x="3000891" y="964224"/>
            <a:ext cx="1711136" cy="461665"/>
          </a:xfrm>
          <a:prstGeom prst="rect">
            <a:avLst/>
          </a:prstGeom>
          <a:noFill/>
        </p:spPr>
        <p:txBody>
          <a:bodyPr wrap="square" rtlCol="0">
            <a:spAutoFit/>
          </a:bodyPr>
          <a:lstStyle/>
          <a:p>
            <a:r>
              <a:rPr lang="en-CA" sz="2400" dirty="0">
                <a:solidFill>
                  <a:schemeClr val="bg1"/>
                </a:solidFill>
              </a:rPr>
              <a:t>Destination</a:t>
            </a:r>
          </a:p>
        </p:txBody>
      </p:sp>
      <p:sp>
        <p:nvSpPr>
          <p:cNvPr id="104" name="CuadroTexto 103">
            <a:extLst>
              <a:ext uri="{FF2B5EF4-FFF2-40B4-BE49-F238E27FC236}">
                <a16:creationId xmlns:a16="http://schemas.microsoft.com/office/drawing/2014/main" id="{2FB967EF-F51E-4192-4213-D111D0B1B28C}"/>
              </a:ext>
            </a:extLst>
          </p:cNvPr>
          <p:cNvSpPr txBox="1"/>
          <p:nvPr/>
        </p:nvSpPr>
        <p:spPr>
          <a:xfrm>
            <a:off x="6072931" y="964224"/>
            <a:ext cx="1711136" cy="461665"/>
          </a:xfrm>
          <a:prstGeom prst="rect">
            <a:avLst/>
          </a:prstGeom>
          <a:noFill/>
        </p:spPr>
        <p:txBody>
          <a:bodyPr wrap="square" rtlCol="0">
            <a:spAutoFit/>
          </a:bodyPr>
          <a:lstStyle/>
          <a:p>
            <a:r>
              <a:rPr lang="en-CA" sz="2400" dirty="0">
                <a:solidFill>
                  <a:schemeClr val="bg1"/>
                </a:solidFill>
              </a:rPr>
              <a:t>Flight  No.</a:t>
            </a:r>
          </a:p>
        </p:txBody>
      </p:sp>
      <p:grpSp>
        <p:nvGrpSpPr>
          <p:cNvPr id="2830" name="Grupo 2829">
            <a:extLst>
              <a:ext uri="{FF2B5EF4-FFF2-40B4-BE49-F238E27FC236}">
                <a16:creationId xmlns:a16="http://schemas.microsoft.com/office/drawing/2014/main" id="{DBAE4977-825A-C4FC-9490-2608631FABEC}"/>
              </a:ext>
            </a:extLst>
          </p:cNvPr>
          <p:cNvGrpSpPr/>
          <p:nvPr/>
        </p:nvGrpSpPr>
        <p:grpSpPr>
          <a:xfrm>
            <a:off x="405764" y="364413"/>
            <a:ext cx="11461898" cy="6236106"/>
            <a:chOff x="95693" y="202520"/>
            <a:chExt cx="11461898" cy="6236106"/>
          </a:xfrm>
        </p:grpSpPr>
        <p:sp>
          <p:nvSpPr>
            <p:cNvPr id="2831" name="Rectángulo 2830">
              <a:extLst>
                <a:ext uri="{FF2B5EF4-FFF2-40B4-BE49-F238E27FC236}">
                  <a16:creationId xmlns:a16="http://schemas.microsoft.com/office/drawing/2014/main" id="{025CA670-3D53-1E28-D337-12B91E1A39FF}"/>
                </a:ext>
              </a:extLst>
            </p:cNvPr>
            <p:cNvSpPr/>
            <p:nvPr/>
          </p:nvSpPr>
          <p:spPr>
            <a:xfrm>
              <a:off x="95693" y="223284"/>
              <a:ext cx="11461898" cy="6215342"/>
            </a:xfrm>
            <a:prstGeom prst="rect">
              <a:avLst/>
            </a:prstGeom>
            <a:solidFill>
              <a:schemeClr val="tx1"/>
            </a:solid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832" name="Imagen 2831">
              <a:extLst>
                <a:ext uri="{FF2B5EF4-FFF2-40B4-BE49-F238E27FC236}">
                  <a16:creationId xmlns:a16="http://schemas.microsoft.com/office/drawing/2014/main" id="{0A61A92F-AFD6-AC14-98A8-D72B5B786DEB}"/>
                </a:ext>
              </a:extLst>
            </p:cNvPr>
            <p:cNvPicPr>
              <a:picLocks noChangeAspect="1"/>
            </p:cNvPicPr>
            <p:nvPr/>
          </p:nvPicPr>
          <p:blipFill>
            <a:blip r:embed="rId4"/>
            <a:srcRect l="33923" t="63168" r="54930" b="25227"/>
            <a:stretch/>
          </p:blipFill>
          <p:spPr>
            <a:xfrm>
              <a:off x="170817" y="3873611"/>
              <a:ext cx="266750" cy="342900"/>
            </a:xfrm>
            <a:prstGeom prst="rect">
              <a:avLst/>
            </a:prstGeom>
          </p:spPr>
        </p:pic>
        <p:pic>
          <p:nvPicPr>
            <p:cNvPr id="2833" name="Imagen 2832">
              <a:extLst>
                <a:ext uri="{FF2B5EF4-FFF2-40B4-BE49-F238E27FC236}">
                  <a16:creationId xmlns:a16="http://schemas.microsoft.com/office/drawing/2014/main" id="{DEC81BBE-59C0-3ECB-4F73-66FDE4DADD1A}"/>
                </a:ext>
              </a:extLst>
            </p:cNvPr>
            <p:cNvPicPr>
              <a:picLocks noChangeAspect="1"/>
            </p:cNvPicPr>
            <p:nvPr/>
          </p:nvPicPr>
          <p:blipFill>
            <a:blip r:embed="rId4"/>
            <a:srcRect l="76360" t="63168" r="12493" b="25227"/>
            <a:stretch/>
          </p:blipFill>
          <p:spPr>
            <a:xfrm>
              <a:off x="1304601" y="3502366"/>
              <a:ext cx="266750" cy="342900"/>
            </a:xfrm>
            <a:prstGeom prst="rect">
              <a:avLst/>
            </a:prstGeom>
          </p:spPr>
        </p:pic>
        <p:pic>
          <p:nvPicPr>
            <p:cNvPr id="2834" name="Imagen 2833">
              <a:extLst>
                <a:ext uri="{FF2B5EF4-FFF2-40B4-BE49-F238E27FC236}">
                  <a16:creationId xmlns:a16="http://schemas.microsoft.com/office/drawing/2014/main" id="{76956A7C-BABD-C288-533E-D758FBC57F5C}"/>
                </a:ext>
              </a:extLst>
            </p:cNvPr>
            <p:cNvPicPr>
              <a:picLocks noChangeAspect="1"/>
            </p:cNvPicPr>
            <p:nvPr/>
          </p:nvPicPr>
          <p:blipFill>
            <a:blip r:embed="rId4"/>
            <a:srcRect l="23178" t="77100" r="65675" b="11295"/>
            <a:stretch/>
          </p:blipFill>
          <p:spPr>
            <a:xfrm>
              <a:off x="1305033" y="1656161"/>
              <a:ext cx="266750" cy="342900"/>
            </a:xfrm>
            <a:prstGeom prst="rect">
              <a:avLst/>
            </a:prstGeom>
          </p:spPr>
        </p:pic>
        <p:pic>
          <p:nvPicPr>
            <p:cNvPr id="2835" name="Imagen 2834">
              <a:extLst>
                <a:ext uri="{FF2B5EF4-FFF2-40B4-BE49-F238E27FC236}">
                  <a16:creationId xmlns:a16="http://schemas.microsoft.com/office/drawing/2014/main" id="{0CB73A22-CBCA-96A0-8734-E1B530FDA070}"/>
                </a:ext>
              </a:extLst>
            </p:cNvPr>
            <p:cNvPicPr>
              <a:picLocks noChangeAspect="1"/>
            </p:cNvPicPr>
            <p:nvPr/>
          </p:nvPicPr>
          <p:blipFill>
            <a:blip r:embed="rId4"/>
            <a:srcRect l="33923" t="63168" r="54930" b="25227"/>
            <a:stretch/>
          </p:blipFill>
          <p:spPr>
            <a:xfrm>
              <a:off x="6406629" y="2384545"/>
              <a:ext cx="266750" cy="342900"/>
            </a:xfrm>
            <a:prstGeom prst="rect">
              <a:avLst/>
            </a:prstGeom>
          </p:spPr>
        </p:pic>
        <p:pic>
          <p:nvPicPr>
            <p:cNvPr id="2836" name="Imagen 2835">
              <a:extLst>
                <a:ext uri="{FF2B5EF4-FFF2-40B4-BE49-F238E27FC236}">
                  <a16:creationId xmlns:a16="http://schemas.microsoft.com/office/drawing/2014/main" id="{1A33ED50-346E-D031-AADB-69BE2C2809C7}"/>
                </a:ext>
              </a:extLst>
            </p:cNvPr>
            <p:cNvPicPr>
              <a:picLocks noChangeAspect="1"/>
            </p:cNvPicPr>
            <p:nvPr/>
          </p:nvPicPr>
          <p:blipFill>
            <a:blip r:embed="rId4"/>
            <a:srcRect l="44426" t="63168" r="44426" b="25227"/>
            <a:stretch/>
          </p:blipFill>
          <p:spPr>
            <a:xfrm>
              <a:off x="1021155" y="4611739"/>
              <a:ext cx="266750" cy="342900"/>
            </a:xfrm>
            <a:prstGeom prst="rect">
              <a:avLst/>
            </a:prstGeom>
          </p:spPr>
        </p:pic>
        <p:pic>
          <p:nvPicPr>
            <p:cNvPr id="2837" name="Imagen 2836">
              <a:extLst>
                <a:ext uri="{FF2B5EF4-FFF2-40B4-BE49-F238E27FC236}">
                  <a16:creationId xmlns:a16="http://schemas.microsoft.com/office/drawing/2014/main" id="{5F08B2AD-0E85-5ED0-3F2F-FC53CA6A2434}"/>
                </a:ext>
              </a:extLst>
            </p:cNvPr>
            <p:cNvPicPr>
              <a:picLocks noChangeAspect="1"/>
            </p:cNvPicPr>
            <p:nvPr/>
          </p:nvPicPr>
          <p:blipFill>
            <a:blip r:embed="rId4"/>
            <a:srcRect l="55142" t="63168" r="33711" b="25227"/>
            <a:stretch/>
          </p:blipFill>
          <p:spPr>
            <a:xfrm>
              <a:off x="1021155" y="4970263"/>
              <a:ext cx="266750" cy="342900"/>
            </a:xfrm>
            <a:prstGeom prst="rect">
              <a:avLst/>
            </a:prstGeom>
          </p:spPr>
        </p:pic>
        <p:pic>
          <p:nvPicPr>
            <p:cNvPr id="2838" name="Imagen 2837">
              <a:extLst>
                <a:ext uri="{FF2B5EF4-FFF2-40B4-BE49-F238E27FC236}">
                  <a16:creationId xmlns:a16="http://schemas.microsoft.com/office/drawing/2014/main" id="{49922AD1-8917-D356-04EC-E42BE5451ED4}"/>
                </a:ext>
              </a:extLst>
            </p:cNvPr>
            <p:cNvPicPr>
              <a:picLocks noChangeAspect="1"/>
            </p:cNvPicPr>
            <p:nvPr/>
          </p:nvPicPr>
          <p:blipFill>
            <a:blip r:embed="rId4"/>
            <a:srcRect l="65725" t="63168" r="23128" b="25227"/>
            <a:stretch/>
          </p:blipFill>
          <p:spPr>
            <a:xfrm>
              <a:off x="1021155" y="3502366"/>
              <a:ext cx="266750" cy="342900"/>
            </a:xfrm>
            <a:prstGeom prst="rect">
              <a:avLst/>
            </a:prstGeom>
          </p:spPr>
        </p:pic>
        <p:pic>
          <p:nvPicPr>
            <p:cNvPr id="2839" name="Imagen 2838">
              <a:extLst>
                <a:ext uri="{FF2B5EF4-FFF2-40B4-BE49-F238E27FC236}">
                  <a16:creationId xmlns:a16="http://schemas.microsoft.com/office/drawing/2014/main" id="{7BDEFF65-8AA6-14CC-3617-6C499EE65C37}"/>
                </a:ext>
              </a:extLst>
            </p:cNvPr>
            <p:cNvPicPr>
              <a:picLocks noChangeAspect="1"/>
            </p:cNvPicPr>
            <p:nvPr/>
          </p:nvPicPr>
          <p:blipFill>
            <a:blip r:embed="rId4"/>
            <a:srcRect l="44778" t="77100" r="44075" b="11295"/>
            <a:stretch/>
          </p:blipFill>
          <p:spPr>
            <a:xfrm>
              <a:off x="454371" y="1656161"/>
              <a:ext cx="266750" cy="342900"/>
            </a:xfrm>
            <a:prstGeom prst="rect">
              <a:avLst/>
            </a:prstGeom>
          </p:spPr>
        </p:pic>
        <p:pic>
          <p:nvPicPr>
            <p:cNvPr id="2840" name="Imagen 2839">
              <a:extLst>
                <a:ext uri="{FF2B5EF4-FFF2-40B4-BE49-F238E27FC236}">
                  <a16:creationId xmlns:a16="http://schemas.microsoft.com/office/drawing/2014/main" id="{CC31A6E6-9383-474B-48DC-1D4BCCF77E67}"/>
                </a:ext>
              </a:extLst>
            </p:cNvPr>
            <p:cNvPicPr>
              <a:picLocks noChangeAspect="1"/>
            </p:cNvPicPr>
            <p:nvPr/>
          </p:nvPicPr>
          <p:blipFill>
            <a:blip r:embed="rId4"/>
            <a:srcRect l="55379" t="77100" r="33474" b="11295"/>
            <a:stretch/>
          </p:blipFill>
          <p:spPr>
            <a:xfrm>
              <a:off x="454263" y="2384545"/>
              <a:ext cx="266750" cy="342900"/>
            </a:xfrm>
            <a:prstGeom prst="rect">
              <a:avLst/>
            </a:prstGeom>
          </p:spPr>
        </p:pic>
        <p:pic>
          <p:nvPicPr>
            <p:cNvPr id="2841" name="Imagen 2840">
              <a:extLst>
                <a:ext uri="{FF2B5EF4-FFF2-40B4-BE49-F238E27FC236}">
                  <a16:creationId xmlns:a16="http://schemas.microsoft.com/office/drawing/2014/main" id="{12ACE873-1BC7-D03D-9762-59CD0133DC7C}"/>
                </a:ext>
              </a:extLst>
            </p:cNvPr>
            <p:cNvPicPr>
              <a:picLocks noChangeAspect="1"/>
            </p:cNvPicPr>
            <p:nvPr/>
          </p:nvPicPr>
          <p:blipFill>
            <a:blip r:embed="rId4"/>
            <a:srcRect l="66027" t="77100" r="22826" b="11295"/>
            <a:stretch/>
          </p:blipFill>
          <p:spPr>
            <a:xfrm>
              <a:off x="454263" y="3873611"/>
              <a:ext cx="266750" cy="342900"/>
            </a:xfrm>
            <a:prstGeom prst="rect">
              <a:avLst/>
            </a:prstGeom>
          </p:spPr>
        </p:pic>
        <p:sp>
          <p:nvSpPr>
            <p:cNvPr id="2842" name="CuadroTexto 2841">
              <a:extLst>
                <a:ext uri="{FF2B5EF4-FFF2-40B4-BE49-F238E27FC236}">
                  <a16:creationId xmlns:a16="http://schemas.microsoft.com/office/drawing/2014/main" id="{F1D6DFD6-AF6B-E7EB-A56C-C6FB810ACEF3}"/>
                </a:ext>
              </a:extLst>
            </p:cNvPr>
            <p:cNvSpPr txBox="1"/>
            <p:nvPr/>
          </p:nvSpPr>
          <p:spPr>
            <a:xfrm>
              <a:off x="612825" y="202520"/>
              <a:ext cx="7037434" cy="707886"/>
            </a:xfrm>
            <a:prstGeom prst="rect">
              <a:avLst/>
            </a:prstGeom>
            <a:noFill/>
          </p:spPr>
          <p:txBody>
            <a:bodyPr wrap="square" rtlCol="0">
              <a:spAutoFit/>
            </a:bodyPr>
            <a:lstStyle/>
            <a:p>
              <a:r>
                <a:rPr lang="en-CA" sz="4000" b="1" dirty="0">
                  <a:solidFill>
                    <a:schemeClr val="bg1"/>
                  </a:solidFill>
                  <a:latin typeface="Gill Sans" panose="020B0502020104020203" pitchFamily="34" charset="-79"/>
                  <a:cs typeface="Gill Sans" panose="020B0502020104020203" pitchFamily="34" charset="-79"/>
                </a:rPr>
                <a:t>DEPARTURES</a:t>
              </a:r>
              <a:endParaRPr lang="en-CA" sz="3200" b="1" dirty="0">
                <a:solidFill>
                  <a:schemeClr val="bg1"/>
                </a:solidFill>
                <a:latin typeface="Gill Sans" panose="020B0502020104020203" pitchFamily="34" charset="-79"/>
                <a:cs typeface="Gill Sans" panose="020B0502020104020203" pitchFamily="34" charset="-79"/>
              </a:endParaRPr>
            </a:p>
          </p:txBody>
        </p:sp>
        <p:pic>
          <p:nvPicPr>
            <p:cNvPr id="2843" name="Imagen 2842">
              <a:extLst>
                <a:ext uri="{FF2B5EF4-FFF2-40B4-BE49-F238E27FC236}">
                  <a16:creationId xmlns:a16="http://schemas.microsoft.com/office/drawing/2014/main" id="{0FDFF683-12CC-F540-5E8B-1AF94AF0D424}"/>
                </a:ext>
              </a:extLst>
            </p:cNvPr>
            <p:cNvPicPr>
              <a:picLocks noChangeAspect="1"/>
            </p:cNvPicPr>
            <p:nvPr/>
          </p:nvPicPr>
          <p:blipFill>
            <a:blip r:embed="rId5">
              <a:extLst>
                <a:ext uri="{BEBA8EAE-BF5A-486C-A8C5-ECC9F3942E4B}">
                  <a14:imgProps xmlns:a14="http://schemas.microsoft.com/office/drawing/2010/main">
                    <a14:imgLayer r:embed="rId7">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455633" y="261873"/>
              <a:ext cx="665199" cy="589179"/>
            </a:xfrm>
            <a:prstGeom prst="rect">
              <a:avLst/>
            </a:prstGeom>
          </p:spPr>
        </p:pic>
        <p:sp>
          <p:nvSpPr>
            <p:cNvPr id="2844" name="CuadroTexto 2843">
              <a:extLst>
                <a:ext uri="{FF2B5EF4-FFF2-40B4-BE49-F238E27FC236}">
                  <a16:creationId xmlns:a16="http://schemas.microsoft.com/office/drawing/2014/main" id="{F822D803-73C1-CD2B-3802-F265181B6464}"/>
                </a:ext>
              </a:extLst>
            </p:cNvPr>
            <p:cNvSpPr txBox="1"/>
            <p:nvPr/>
          </p:nvSpPr>
          <p:spPr>
            <a:xfrm>
              <a:off x="322376" y="863035"/>
              <a:ext cx="937550" cy="461665"/>
            </a:xfrm>
            <a:prstGeom prst="rect">
              <a:avLst/>
            </a:prstGeom>
            <a:noFill/>
          </p:spPr>
          <p:txBody>
            <a:bodyPr wrap="square" rtlCol="0">
              <a:spAutoFit/>
            </a:bodyPr>
            <a:lstStyle/>
            <a:p>
              <a:r>
                <a:rPr lang="en-CA" sz="2400" dirty="0">
                  <a:solidFill>
                    <a:schemeClr val="bg1"/>
                  </a:solidFill>
                </a:rPr>
                <a:t>Time</a:t>
              </a:r>
            </a:p>
          </p:txBody>
        </p:sp>
        <p:sp>
          <p:nvSpPr>
            <p:cNvPr id="2845" name="CuadroTexto 2844">
              <a:extLst>
                <a:ext uri="{FF2B5EF4-FFF2-40B4-BE49-F238E27FC236}">
                  <a16:creationId xmlns:a16="http://schemas.microsoft.com/office/drawing/2014/main" id="{647FFAEF-DCB7-119B-C764-E90166CD9A58}"/>
                </a:ext>
              </a:extLst>
            </p:cNvPr>
            <p:cNvSpPr txBox="1"/>
            <p:nvPr/>
          </p:nvSpPr>
          <p:spPr>
            <a:xfrm>
              <a:off x="2269427" y="863035"/>
              <a:ext cx="1711136" cy="461665"/>
            </a:xfrm>
            <a:prstGeom prst="rect">
              <a:avLst/>
            </a:prstGeom>
            <a:noFill/>
          </p:spPr>
          <p:txBody>
            <a:bodyPr wrap="square" rtlCol="0">
              <a:spAutoFit/>
            </a:bodyPr>
            <a:lstStyle/>
            <a:p>
              <a:r>
                <a:rPr lang="en-CA" sz="2400" dirty="0">
                  <a:solidFill>
                    <a:schemeClr val="bg1"/>
                  </a:solidFill>
                </a:rPr>
                <a:t>Destination</a:t>
              </a:r>
            </a:p>
          </p:txBody>
        </p:sp>
        <p:sp>
          <p:nvSpPr>
            <p:cNvPr id="2846" name="CuadroTexto 2845">
              <a:extLst>
                <a:ext uri="{FF2B5EF4-FFF2-40B4-BE49-F238E27FC236}">
                  <a16:creationId xmlns:a16="http://schemas.microsoft.com/office/drawing/2014/main" id="{2F566397-F923-E9D2-D43C-79AEA3956486}"/>
                </a:ext>
              </a:extLst>
            </p:cNvPr>
            <p:cNvSpPr txBox="1"/>
            <p:nvPr/>
          </p:nvSpPr>
          <p:spPr>
            <a:xfrm>
              <a:off x="5341467" y="863035"/>
              <a:ext cx="1711136" cy="461665"/>
            </a:xfrm>
            <a:prstGeom prst="rect">
              <a:avLst/>
            </a:prstGeom>
            <a:noFill/>
          </p:spPr>
          <p:txBody>
            <a:bodyPr wrap="square" rtlCol="0">
              <a:spAutoFit/>
            </a:bodyPr>
            <a:lstStyle/>
            <a:p>
              <a:r>
                <a:rPr lang="en-CA" sz="2400" dirty="0">
                  <a:solidFill>
                    <a:schemeClr val="bg1"/>
                  </a:solidFill>
                </a:rPr>
                <a:t>Flight  No.</a:t>
              </a:r>
            </a:p>
          </p:txBody>
        </p:sp>
        <p:sp>
          <p:nvSpPr>
            <p:cNvPr id="2847" name="CuadroTexto 2846">
              <a:extLst>
                <a:ext uri="{FF2B5EF4-FFF2-40B4-BE49-F238E27FC236}">
                  <a16:creationId xmlns:a16="http://schemas.microsoft.com/office/drawing/2014/main" id="{371CEA97-F80A-D584-303C-CA0E0F6FD4EB}"/>
                </a:ext>
              </a:extLst>
            </p:cNvPr>
            <p:cNvSpPr txBox="1"/>
            <p:nvPr/>
          </p:nvSpPr>
          <p:spPr>
            <a:xfrm>
              <a:off x="7696441" y="863035"/>
              <a:ext cx="937550" cy="461665"/>
            </a:xfrm>
            <a:prstGeom prst="rect">
              <a:avLst/>
            </a:prstGeom>
            <a:noFill/>
          </p:spPr>
          <p:txBody>
            <a:bodyPr wrap="square" rtlCol="0">
              <a:spAutoFit/>
            </a:bodyPr>
            <a:lstStyle/>
            <a:p>
              <a:r>
                <a:rPr lang="en-CA" sz="2400" dirty="0">
                  <a:solidFill>
                    <a:schemeClr val="bg1"/>
                  </a:solidFill>
                </a:rPr>
                <a:t>Gate</a:t>
              </a:r>
            </a:p>
          </p:txBody>
        </p:sp>
        <p:sp>
          <p:nvSpPr>
            <p:cNvPr id="2848" name="CuadroTexto 2847">
              <a:extLst>
                <a:ext uri="{FF2B5EF4-FFF2-40B4-BE49-F238E27FC236}">
                  <a16:creationId xmlns:a16="http://schemas.microsoft.com/office/drawing/2014/main" id="{1F68044E-D61C-06DB-DEFE-AE701284C4C6}"/>
                </a:ext>
              </a:extLst>
            </p:cNvPr>
            <p:cNvSpPr txBox="1"/>
            <p:nvPr/>
          </p:nvSpPr>
          <p:spPr>
            <a:xfrm>
              <a:off x="9105354" y="863035"/>
              <a:ext cx="1711136" cy="461665"/>
            </a:xfrm>
            <a:prstGeom prst="rect">
              <a:avLst/>
            </a:prstGeom>
            <a:noFill/>
          </p:spPr>
          <p:txBody>
            <a:bodyPr wrap="square" rtlCol="0">
              <a:spAutoFit/>
            </a:bodyPr>
            <a:lstStyle/>
            <a:p>
              <a:r>
                <a:rPr lang="en-CA" sz="2400" dirty="0">
                  <a:solidFill>
                    <a:schemeClr val="bg1"/>
                  </a:solidFill>
                </a:rPr>
                <a:t>Remarks</a:t>
              </a:r>
            </a:p>
          </p:txBody>
        </p:sp>
        <p:pic>
          <p:nvPicPr>
            <p:cNvPr id="2849" name="Imagen 2848">
              <a:extLst>
                <a:ext uri="{FF2B5EF4-FFF2-40B4-BE49-F238E27FC236}">
                  <a16:creationId xmlns:a16="http://schemas.microsoft.com/office/drawing/2014/main" id="{51C3DFE0-0ECF-AFE3-F8A5-C33632C147CA}"/>
                </a:ext>
              </a:extLst>
            </p:cNvPr>
            <p:cNvPicPr>
              <a:picLocks noChangeAspect="1"/>
            </p:cNvPicPr>
            <p:nvPr/>
          </p:nvPicPr>
          <p:blipFill>
            <a:blip r:embed="rId4"/>
            <a:srcRect l="34130" t="77100" r="54723" b="11295"/>
            <a:stretch/>
          </p:blipFill>
          <p:spPr>
            <a:xfrm>
              <a:off x="454586" y="1291071"/>
              <a:ext cx="266750" cy="342900"/>
            </a:xfrm>
            <a:prstGeom prst="rect">
              <a:avLst/>
            </a:prstGeom>
          </p:spPr>
        </p:pic>
        <p:pic>
          <p:nvPicPr>
            <p:cNvPr id="2850" name="Imagen 2849">
              <a:extLst>
                <a:ext uri="{FF2B5EF4-FFF2-40B4-BE49-F238E27FC236}">
                  <a16:creationId xmlns:a16="http://schemas.microsoft.com/office/drawing/2014/main" id="{2775F8B4-4B80-2DBA-BE7A-D5A7EAC72B10}"/>
                </a:ext>
              </a:extLst>
            </p:cNvPr>
            <p:cNvPicPr>
              <a:picLocks noChangeAspect="1"/>
            </p:cNvPicPr>
            <p:nvPr/>
          </p:nvPicPr>
          <p:blipFill>
            <a:blip r:embed="rId4"/>
            <a:srcRect l="23347" t="63101" r="65506" b="25294"/>
            <a:stretch/>
          </p:blipFill>
          <p:spPr>
            <a:xfrm>
              <a:off x="737709" y="2758116"/>
              <a:ext cx="266750" cy="342900"/>
            </a:xfrm>
            <a:prstGeom prst="rect">
              <a:avLst/>
            </a:prstGeom>
          </p:spPr>
        </p:pic>
        <p:pic>
          <p:nvPicPr>
            <p:cNvPr id="2851" name="Imagen 2850">
              <a:extLst>
                <a:ext uri="{FF2B5EF4-FFF2-40B4-BE49-F238E27FC236}">
                  <a16:creationId xmlns:a16="http://schemas.microsoft.com/office/drawing/2014/main" id="{07D4370F-46E6-C9C3-459E-FAAF233F6BC1}"/>
                </a:ext>
              </a:extLst>
            </p:cNvPr>
            <p:cNvPicPr>
              <a:picLocks noChangeAspect="1"/>
            </p:cNvPicPr>
            <p:nvPr/>
          </p:nvPicPr>
          <p:blipFill>
            <a:blip r:embed="rId4"/>
            <a:srcRect l="23347" t="63101" r="65506" b="25294"/>
            <a:stretch/>
          </p:blipFill>
          <p:spPr>
            <a:xfrm>
              <a:off x="737925" y="1656161"/>
              <a:ext cx="266750" cy="342900"/>
            </a:xfrm>
            <a:prstGeom prst="rect">
              <a:avLst/>
            </a:prstGeom>
          </p:spPr>
        </p:pic>
        <p:pic>
          <p:nvPicPr>
            <p:cNvPr id="2852" name="Imagen 2851">
              <a:extLst>
                <a:ext uri="{FF2B5EF4-FFF2-40B4-BE49-F238E27FC236}">
                  <a16:creationId xmlns:a16="http://schemas.microsoft.com/office/drawing/2014/main" id="{9081A592-DFAA-D997-17E3-BD1D21FC7CF0}"/>
                </a:ext>
              </a:extLst>
            </p:cNvPr>
            <p:cNvPicPr>
              <a:picLocks noChangeAspect="1"/>
            </p:cNvPicPr>
            <p:nvPr/>
          </p:nvPicPr>
          <p:blipFill>
            <a:blip r:embed="rId4"/>
            <a:srcRect l="23347" t="63101" r="65506" b="25294"/>
            <a:stretch/>
          </p:blipFill>
          <p:spPr>
            <a:xfrm>
              <a:off x="738355" y="1291071"/>
              <a:ext cx="266750" cy="342900"/>
            </a:xfrm>
            <a:prstGeom prst="rect">
              <a:avLst/>
            </a:prstGeom>
          </p:spPr>
        </p:pic>
        <p:pic>
          <p:nvPicPr>
            <p:cNvPr id="2853" name="Imagen 2852">
              <a:extLst>
                <a:ext uri="{FF2B5EF4-FFF2-40B4-BE49-F238E27FC236}">
                  <a16:creationId xmlns:a16="http://schemas.microsoft.com/office/drawing/2014/main" id="{39F59287-E583-D7FD-33A8-479335E4FF9B}"/>
                </a:ext>
              </a:extLst>
            </p:cNvPr>
            <p:cNvPicPr>
              <a:picLocks noChangeAspect="1"/>
            </p:cNvPicPr>
            <p:nvPr/>
          </p:nvPicPr>
          <p:blipFill>
            <a:blip r:embed="rId4"/>
            <a:srcRect l="23347" t="63101" r="65506" b="25294"/>
            <a:stretch/>
          </p:blipFill>
          <p:spPr>
            <a:xfrm>
              <a:off x="737709" y="3140200"/>
              <a:ext cx="266750" cy="342900"/>
            </a:xfrm>
            <a:prstGeom prst="rect">
              <a:avLst/>
            </a:prstGeom>
          </p:spPr>
        </p:pic>
        <p:pic>
          <p:nvPicPr>
            <p:cNvPr id="2854" name="Imagen 2853">
              <a:extLst>
                <a:ext uri="{FF2B5EF4-FFF2-40B4-BE49-F238E27FC236}">
                  <a16:creationId xmlns:a16="http://schemas.microsoft.com/office/drawing/2014/main" id="{7278051F-A6F2-DC9F-A9C5-8CEB8302083C}"/>
                </a:ext>
              </a:extLst>
            </p:cNvPr>
            <p:cNvPicPr>
              <a:picLocks noChangeAspect="1"/>
            </p:cNvPicPr>
            <p:nvPr/>
          </p:nvPicPr>
          <p:blipFill>
            <a:blip r:embed="rId4"/>
            <a:srcRect l="23347" t="63101" r="65506" b="25294"/>
            <a:stretch/>
          </p:blipFill>
          <p:spPr>
            <a:xfrm>
              <a:off x="737709" y="3502366"/>
              <a:ext cx="266750" cy="342900"/>
            </a:xfrm>
            <a:prstGeom prst="rect">
              <a:avLst/>
            </a:prstGeom>
          </p:spPr>
        </p:pic>
        <p:pic>
          <p:nvPicPr>
            <p:cNvPr id="2855" name="Imagen 2854">
              <a:extLst>
                <a:ext uri="{FF2B5EF4-FFF2-40B4-BE49-F238E27FC236}">
                  <a16:creationId xmlns:a16="http://schemas.microsoft.com/office/drawing/2014/main" id="{30CAB1F6-46B0-D074-1CEA-603FCEB7FD23}"/>
                </a:ext>
              </a:extLst>
            </p:cNvPr>
            <p:cNvPicPr>
              <a:picLocks noChangeAspect="1"/>
            </p:cNvPicPr>
            <p:nvPr/>
          </p:nvPicPr>
          <p:blipFill>
            <a:blip r:embed="rId4"/>
            <a:srcRect l="23347" t="63101" r="65506" b="25294"/>
            <a:stretch/>
          </p:blipFill>
          <p:spPr>
            <a:xfrm>
              <a:off x="737709" y="2025139"/>
              <a:ext cx="266750" cy="342900"/>
            </a:xfrm>
            <a:prstGeom prst="rect">
              <a:avLst/>
            </a:prstGeom>
          </p:spPr>
        </p:pic>
        <p:pic>
          <p:nvPicPr>
            <p:cNvPr id="2856" name="Imagen 2855">
              <a:extLst>
                <a:ext uri="{FF2B5EF4-FFF2-40B4-BE49-F238E27FC236}">
                  <a16:creationId xmlns:a16="http://schemas.microsoft.com/office/drawing/2014/main" id="{48AB24E8-AD70-9AF3-3401-608E9CBF367A}"/>
                </a:ext>
              </a:extLst>
            </p:cNvPr>
            <p:cNvPicPr>
              <a:picLocks noChangeAspect="1"/>
            </p:cNvPicPr>
            <p:nvPr/>
          </p:nvPicPr>
          <p:blipFill>
            <a:blip r:embed="rId4"/>
            <a:srcRect l="23347" t="63101" r="65506" b="25294"/>
            <a:stretch/>
          </p:blipFill>
          <p:spPr>
            <a:xfrm>
              <a:off x="737709" y="2384545"/>
              <a:ext cx="266750" cy="342900"/>
            </a:xfrm>
            <a:prstGeom prst="rect">
              <a:avLst/>
            </a:prstGeom>
          </p:spPr>
        </p:pic>
        <p:pic>
          <p:nvPicPr>
            <p:cNvPr id="2857" name="Imagen 2856">
              <a:extLst>
                <a:ext uri="{FF2B5EF4-FFF2-40B4-BE49-F238E27FC236}">
                  <a16:creationId xmlns:a16="http://schemas.microsoft.com/office/drawing/2014/main" id="{01FC62E4-37F2-B005-F08B-61803B43B5D0}"/>
                </a:ext>
              </a:extLst>
            </p:cNvPr>
            <p:cNvPicPr>
              <a:picLocks noChangeAspect="1"/>
            </p:cNvPicPr>
            <p:nvPr/>
          </p:nvPicPr>
          <p:blipFill>
            <a:blip r:embed="rId4"/>
            <a:srcRect l="23347" t="63101" r="65506" b="25294"/>
            <a:stretch/>
          </p:blipFill>
          <p:spPr>
            <a:xfrm>
              <a:off x="737709" y="5311489"/>
              <a:ext cx="266750" cy="342900"/>
            </a:xfrm>
            <a:prstGeom prst="rect">
              <a:avLst/>
            </a:prstGeom>
          </p:spPr>
        </p:pic>
        <p:pic>
          <p:nvPicPr>
            <p:cNvPr id="2858" name="Imagen 2857">
              <a:extLst>
                <a:ext uri="{FF2B5EF4-FFF2-40B4-BE49-F238E27FC236}">
                  <a16:creationId xmlns:a16="http://schemas.microsoft.com/office/drawing/2014/main" id="{7493F581-1EDA-BA05-ECF1-86F9EC440F02}"/>
                </a:ext>
              </a:extLst>
            </p:cNvPr>
            <p:cNvPicPr>
              <a:picLocks noChangeAspect="1"/>
            </p:cNvPicPr>
            <p:nvPr/>
          </p:nvPicPr>
          <p:blipFill>
            <a:blip r:embed="rId4"/>
            <a:srcRect l="23347" t="63101" r="65506" b="25294"/>
            <a:stretch/>
          </p:blipFill>
          <p:spPr>
            <a:xfrm>
              <a:off x="737709" y="4255458"/>
              <a:ext cx="266750" cy="342900"/>
            </a:xfrm>
            <a:prstGeom prst="rect">
              <a:avLst/>
            </a:prstGeom>
          </p:spPr>
        </p:pic>
        <p:pic>
          <p:nvPicPr>
            <p:cNvPr id="2859" name="Imagen 2858">
              <a:extLst>
                <a:ext uri="{FF2B5EF4-FFF2-40B4-BE49-F238E27FC236}">
                  <a16:creationId xmlns:a16="http://schemas.microsoft.com/office/drawing/2014/main" id="{4AFFC99B-292F-18C5-EE42-B429EE194D2C}"/>
                </a:ext>
              </a:extLst>
            </p:cNvPr>
            <p:cNvPicPr>
              <a:picLocks noChangeAspect="1"/>
            </p:cNvPicPr>
            <p:nvPr/>
          </p:nvPicPr>
          <p:blipFill>
            <a:blip r:embed="rId4"/>
            <a:srcRect l="23347" t="63101" r="65506" b="25294"/>
            <a:stretch/>
          </p:blipFill>
          <p:spPr>
            <a:xfrm>
              <a:off x="737709" y="3873611"/>
              <a:ext cx="266750" cy="342900"/>
            </a:xfrm>
            <a:prstGeom prst="rect">
              <a:avLst/>
            </a:prstGeom>
          </p:spPr>
        </p:pic>
        <p:pic>
          <p:nvPicPr>
            <p:cNvPr id="2860" name="Imagen 2859">
              <a:extLst>
                <a:ext uri="{FF2B5EF4-FFF2-40B4-BE49-F238E27FC236}">
                  <a16:creationId xmlns:a16="http://schemas.microsoft.com/office/drawing/2014/main" id="{A6AD6417-E435-3A6D-DA04-12B631EC7A10}"/>
                </a:ext>
              </a:extLst>
            </p:cNvPr>
            <p:cNvPicPr>
              <a:picLocks noChangeAspect="1"/>
            </p:cNvPicPr>
            <p:nvPr/>
          </p:nvPicPr>
          <p:blipFill>
            <a:blip r:embed="rId4"/>
            <a:srcRect l="23347" t="63101" r="65506" b="25294"/>
            <a:stretch/>
          </p:blipFill>
          <p:spPr>
            <a:xfrm>
              <a:off x="737709" y="5686427"/>
              <a:ext cx="266750" cy="342900"/>
            </a:xfrm>
            <a:prstGeom prst="rect">
              <a:avLst/>
            </a:prstGeom>
          </p:spPr>
        </p:pic>
        <p:pic>
          <p:nvPicPr>
            <p:cNvPr id="2861" name="Imagen 2860">
              <a:extLst>
                <a:ext uri="{FF2B5EF4-FFF2-40B4-BE49-F238E27FC236}">
                  <a16:creationId xmlns:a16="http://schemas.microsoft.com/office/drawing/2014/main" id="{71D3F433-B2C9-906B-C871-AFAAF7065FA5}"/>
                </a:ext>
              </a:extLst>
            </p:cNvPr>
            <p:cNvPicPr>
              <a:picLocks noChangeAspect="1"/>
            </p:cNvPicPr>
            <p:nvPr/>
          </p:nvPicPr>
          <p:blipFill>
            <a:blip r:embed="rId4"/>
            <a:srcRect l="23347" t="63101" r="65506" b="25294"/>
            <a:stretch/>
          </p:blipFill>
          <p:spPr>
            <a:xfrm>
              <a:off x="737709" y="6062704"/>
              <a:ext cx="266750" cy="342900"/>
            </a:xfrm>
            <a:prstGeom prst="rect">
              <a:avLst/>
            </a:prstGeom>
          </p:spPr>
        </p:pic>
        <p:pic>
          <p:nvPicPr>
            <p:cNvPr id="2862" name="Imagen 2861">
              <a:extLst>
                <a:ext uri="{FF2B5EF4-FFF2-40B4-BE49-F238E27FC236}">
                  <a16:creationId xmlns:a16="http://schemas.microsoft.com/office/drawing/2014/main" id="{4CBFE513-BA7A-7E70-F72D-7C25A6F0F4EF}"/>
                </a:ext>
              </a:extLst>
            </p:cNvPr>
            <p:cNvPicPr>
              <a:picLocks noChangeAspect="1"/>
            </p:cNvPicPr>
            <p:nvPr/>
          </p:nvPicPr>
          <p:blipFill>
            <a:blip r:embed="rId4"/>
            <a:srcRect l="23347" t="63101" r="65506" b="25294"/>
            <a:stretch/>
          </p:blipFill>
          <p:spPr>
            <a:xfrm>
              <a:off x="737709" y="4611739"/>
              <a:ext cx="266750" cy="342900"/>
            </a:xfrm>
            <a:prstGeom prst="rect">
              <a:avLst/>
            </a:prstGeom>
          </p:spPr>
        </p:pic>
        <p:pic>
          <p:nvPicPr>
            <p:cNvPr id="2863" name="Imagen 2862">
              <a:extLst>
                <a:ext uri="{FF2B5EF4-FFF2-40B4-BE49-F238E27FC236}">
                  <a16:creationId xmlns:a16="http://schemas.microsoft.com/office/drawing/2014/main" id="{A955FC0D-8C23-BAB3-AA1E-86B89DAB7F8F}"/>
                </a:ext>
              </a:extLst>
            </p:cNvPr>
            <p:cNvPicPr>
              <a:picLocks noChangeAspect="1"/>
            </p:cNvPicPr>
            <p:nvPr/>
          </p:nvPicPr>
          <p:blipFill>
            <a:blip r:embed="rId4"/>
            <a:srcRect l="23347" t="63101" r="65506" b="25294"/>
            <a:stretch/>
          </p:blipFill>
          <p:spPr>
            <a:xfrm>
              <a:off x="737709" y="4970263"/>
              <a:ext cx="266750" cy="342900"/>
            </a:xfrm>
            <a:prstGeom prst="rect">
              <a:avLst/>
            </a:prstGeom>
          </p:spPr>
        </p:pic>
        <p:pic>
          <p:nvPicPr>
            <p:cNvPr id="2864" name="Imagen 2863">
              <a:extLst>
                <a:ext uri="{FF2B5EF4-FFF2-40B4-BE49-F238E27FC236}">
                  <a16:creationId xmlns:a16="http://schemas.microsoft.com/office/drawing/2014/main" id="{A5A45803-2708-4D3D-18B9-AF026828C070}"/>
                </a:ext>
              </a:extLst>
            </p:cNvPr>
            <p:cNvPicPr>
              <a:picLocks noChangeAspect="1"/>
            </p:cNvPicPr>
            <p:nvPr/>
          </p:nvPicPr>
          <p:blipFill>
            <a:blip r:embed="rId4"/>
            <a:srcRect l="44778" t="77100" r="44075" b="11295"/>
            <a:stretch/>
          </p:blipFill>
          <p:spPr>
            <a:xfrm>
              <a:off x="454263" y="2025139"/>
              <a:ext cx="266750" cy="342900"/>
            </a:xfrm>
            <a:prstGeom prst="rect">
              <a:avLst/>
            </a:prstGeom>
          </p:spPr>
        </p:pic>
        <p:pic>
          <p:nvPicPr>
            <p:cNvPr id="2865" name="Imagen 2864">
              <a:extLst>
                <a:ext uri="{FF2B5EF4-FFF2-40B4-BE49-F238E27FC236}">
                  <a16:creationId xmlns:a16="http://schemas.microsoft.com/office/drawing/2014/main" id="{5FA852C4-796F-5BC5-B1D6-82809B8E81AC}"/>
                </a:ext>
              </a:extLst>
            </p:cNvPr>
            <p:cNvPicPr>
              <a:picLocks noChangeAspect="1"/>
            </p:cNvPicPr>
            <p:nvPr/>
          </p:nvPicPr>
          <p:blipFill>
            <a:blip r:embed="rId4"/>
            <a:srcRect l="33923" t="63168" r="54930" b="25227"/>
            <a:stretch/>
          </p:blipFill>
          <p:spPr>
            <a:xfrm>
              <a:off x="170817" y="4255458"/>
              <a:ext cx="266750" cy="342900"/>
            </a:xfrm>
            <a:prstGeom prst="rect">
              <a:avLst/>
            </a:prstGeom>
          </p:spPr>
        </p:pic>
        <p:pic>
          <p:nvPicPr>
            <p:cNvPr id="2866" name="Imagen 2865">
              <a:extLst>
                <a:ext uri="{FF2B5EF4-FFF2-40B4-BE49-F238E27FC236}">
                  <a16:creationId xmlns:a16="http://schemas.microsoft.com/office/drawing/2014/main" id="{FF74BCB3-C913-B081-7694-F568763BE715}"/>
                </a:ext>
              </a:extLst>
            </p:cNvPr>
            <p:cNvPicPr>
              <a:picLocks noChangeAspect="1"/>
            </p:cNvPicPr>
            <p:nvPr/>
          </p:nvPicPr>
          <p:blipFill>
            <a:blip r:embed="rId4"/>
            <a:srcRect l="66027" t="77100" r="22826" b="11295"/>
            <a:stretch/>
          </p:blipFill>
          <p:spPr>
            <a:xfrm>
              <a:off x="454263" y="4255458"/>
              <a:ext cx="266750" cy="342900"/>
            </a:xfrm>
            <a:prstGeom prst="rect">
              <a:avLst/>
            </a:prstGeom>
          </p:spPr>
        </p:pic>
        <p:pic>
          <p:nvPicPr>
            <p:cNvPr id="2867" name="Imagen 2866">
              <a:extLst>
                <a:ext uri="{FF2B5EF4-FFF2-40B4-BE49-F238E27FC236}">
                  <a16:creationId xmlns:a16="http://schemas.microsoft.com/office/drawing/2014/main" id="{013D54A8-2AC2-F011-E869-1996E39A7538}"/>
                </a:ext>
              </a:extLst>
            </p:cNvPr>
            <p:cNvPicPr>
              <a:picLocks noChangeAspect="1"/>
            </p:cNvPicPr>
            <p:nvPr/>
          </p:nvPicPr>
          <p:blipFill>
            <a:blip r:embed="rId4"/>
            <a:srcRect l="33923" t="63168" r="54930" b="25227"/>
            <a:stretch/>
          </p:blipFill>
          <p:spPr>
            <a:xfrm>
              <a:off x="170817" y="4611739"/>
              <a:ext cx="266750" cy="342900"/>
            </a:xfrm>
            <a:prstGeom prst="rect">
              <a:avLst/>
            </a:prstGeom>
          </p:spPr>
        </p:pic>
        <p:pic>
          <p:nvPicPr>
            <p:cNvPr id="2868" name="Imagen 2867">
              <a:extLst>
                <a:ext uri="{FF2B5EF4-FFF2-40B4-BE49-F238E27FC236}">
                  <a16:creationId xmlns:a16="http://schemas.microsoft.com/office/drawing/2014/main" id="{4CB6C502-492B-C813-F66B-601225C1ABDD}"/>
                </a:ext>
              </a:extLst>
            </p:cNvPr>
            <p:cNvPicPr>
              <a:picLocks noChangeAspect="1"/>
            </p:cNvPicPr>
            <p:nvPr/>
          </p:nvPicPr>
          <p:blipFill>
            <a:blip r:embed="rId4"/>
            <a:srcRect l="66027" t="77100" r="22826" b="11295"/>
            <a:stretch/>
          </p:blipFill>
          <p:spPr>
            <a:xfrm>
              <a:off x="454263" y="4611739"/>
              <a:ext cx="266750" cy="342900"/>
            </a:xfrm>
            <a:prstGeom prst="rect">
              <a:avLst/>
            </a:prstGeom>
          </p:spPr>
        </p:pic>
        <p:pic>
          <p:nvPicPr>
            <p:cNvPr id="2869" name="Imagen 2868">
              <a:extLst>
                <a:ext uri="{FF2B5EF4-FFF2-40B4-BE49-F238E27FC236}">
                  <a16:creationId xmlns:a16="http://schemas.microsoft.com/office/drawing/2014/main" id="{44536581-3AD4-BEB5-9283-41F377C36C63}"/>
                </a:ext>
              </a:extLst>
            </p:cNvPr>
            <p:cNvPicPr>
              <a:picLocks noChangeAspect="1"/>
            </p:cNvPicPr>
            <p:nvPr/>
          </p:nvPicPr>
          <p:blipFill>
            <a:blip r:embed="rId4"/>
            <a:srcRect l="33923" t="63168" r="54930" b="25227"/>
            <a:stretch/>
          </p:blipFill>
          <p:spPr>
            <a:xfrm>
              <a:off x="170817" y="4970263"/>
              <a:ext cx="266750" cy="342900"/>
            </a:xfrm>
            <a:prstGeom prst="rect">
              <a:avLst/>
            </a:prstGeom>
          </p:spPr>
        </p:pic>
        <p:pic>
          <p:nvPicPr>
            <p:cNvPr id="2870" name="Imagen 2869">
              <a:extLst>
                <a:ext uri="{FF2B5EF4-FFF2-40B4-BE49-F238E27FC236}">
                  <a16:creationId xmlns:a16="http://schemas.microsoft.com/office/drawing/2014/main" id="{D9D44B67-1BF6-DC53-3F35-FEE2C58EACD8}"/>
                </a:ext>
              </a:extLst>
            </p:cNvPr>
            <p:cNvPicPr>
              <a:picLocks noChangeAspect="1"/>
            </p:cNvPicPr>
            <p:nvPr/>
          </p:nvPicPr>
          <p:blipFill>
            <a:blip r:embed="rId4"/>
            <a:srcRect l="66027" t="77100" r="22826" b="11295"/>
            <a:stretch/>
          </p:blipFill>
          <p:spPr>
            <a:xfrm>
              <a:off x="454263" y="4970263"/>
              <a:ext cx="266750" cy="342900"/>
            </a:xfrm>
            <a:prstGeom prst="rect">
              <a:avLst/>
            </a:prstGeom>
          </p:spPr>
        </p:pic>
        <p:pic>
          <p:nvPicPr>
            <p:cNvPr id="2871" name="Imagen 2870">
              <a:extLst>
                <a:ext uri="{FF2B5EF4-FFF2-40B4-BE49-F238E27FC236}">
                  <a16:creationId xmlns:a16="http://schemas.microsoft.com/office/drawing/2014/main" id="{29FC1A75-1136-49C2-A6AD-B0F26879B5DB}"/>
                </a:ext>
              </a:extLst>
            </p:cNvPr>
            <p:cNvPicPr>
              <a:picLocks noChangeAspect="1"/>
            </p:cNvPicPr>
            <p:nvPr/>
          </p:nvPicPr>
          <p:blipFill>
            <a:blip r:embed="rId4"/>
            <a:srcRect l="33923" t="63168" r="54930" b="25227"/>
            <a:stretch/>
          </p:blipFill>
          <p:spPr>
            <a:xfrm>
              <a:off x="454263" y="6062704"/>
              <a:ext cx="266750" cy="342900"/>
            </a:xfrm>
            <a:prstGeom prst="rect">
              <a:avLst/>
            </a:prstGeom>
          </p:spPr>
        </p:pic>
        <p:pic>
          <p:nvPicPr>
            <p:cNvPr id="2872" name="Imagen 2871">
              <a:extLst>
                <a:ext uri="{FF2B5EF4-FFF2-40B4-BE49-F238E27FC236}">
                  <a16:creationId xmlns:a16="http://schemas.microsoft.com/office/drawing/2014/main" id="{0DF9DA23-3DD4-3437-70F4-5A450A54267E}"/>
                </a:ext>
              </a:extLst>
            </p:cNvPr>
            <p:cNvPicPr>
              <a:picLocks noChangeAspect="1"/>
            </p:cNvPicPr>
            <p:nvPr/>
          </p:nvPicPr>
          <p:blipFill>
            <a:blip r:embed="rId4"/>
            <a:srcRect l="33923" t="63168" r="54930" b="25227"/>
            <a:stretch/>
          </p:blipFill>
          <p:spPr>
            <a:xfrm>
              <a:off x="170817" y="5311489"/>
              <a:ext cx="266750" cy="342900"/>
            </a:xfrm>
            <a:prstGeom prst="rect">
              <a:avLst/>
            </a:prstGeom>
          </p:spPr>
        </p:pic>
        <p:pic>
          <p:nvPicPr>
            <p:cNvPr id="2873" name="Imagen 2872">
              <a:extLst>
                <a:ext uri="{FF2B5EF4-FFF2-40B4-BE49-F238E27FC236}">
                  <a16:creationId xmlns:a16="http://schemas.microsoft.com/office/drawing/2014/main" id="{B4424490-AC34-C54F-A30E-D48E98D13B01}"/>
                </a:ext>
              </a:extLst>
            </p:cNvPr>
            <p:cNvPicPr>
              <a:picLocks noChangeAspect="1"/>
            </p:cNvPicPr>
            <p:nvPr/>
          </p:nvPicPr>
          <p:blipFill>
            <a:blip r:embed="rId4"/>
            <a:srcRect l="33923" t="63168" r="54930" b="25227"/>
            <a:stretch/>
          </p:blipFill>
          <p:spPr>
            <a:xfrm>
              <a:off x="170817" y="5686427"/>
              <a:ext cx="266750" cy="342900"/>
            </a:xfrm>
            <a:prstGeom prst="rect">
              <a:avLst/>
            </a:prstGeom>
          </p:spPr>
        </p:pic>
        <p:pic>
          <p:nvPicPr>
            <p:cNvPr id="2874" name="Imagen 2873">
              <a:extLst>
                <a:ext uri="{FF2B5EF4-FFF2-40B4-BE49-F238E27FC236}">
                  <a16:creationId xmlns:a16="http://schemas.microsoft.com/office/drawing/2014/main" id="{E3C2CE0C-7DFE-D2A8-7B6F-9E75D937C87E}"/>
                </a:ext>
              </a:extLst>
            </p:cNvPr>
            <p:cNvPicPr>
              <a:picLocks noChangeAspect="1"/>
            </p:cNvPicPr>
            <p:nvPr/>
          </p:nvPicPr>
          <p:blipFill>
            <a:blip r:embed="rId4"/>
            <a:srcRect l="33923" t="63168" r="54930" b="25227"/>
            <a:stretch/>
          </p:blipFill>
          <p:spPr>
            <a:xfrm>
              <a:off x="454263" y="5686427"/>
              <a:ext cx="266750" cy="342900"/>
            </a:xfrm>
            <a:prstGeom prst="rect">
              <a:avLst/>
            </a:prstGeom>
          </p:spPr>
        </p:pic>
        <p:pic>
          <p:nvPicPr>
            <p:cNvPr id="2875" name="Imagen 2874">
              <a:extLst>
                <a:ext uri="{FF2B5EF4-FFF2-40B4-BE49-F238E27FC236}">
                  <a16:creationId xmlns:a16="http://schemas.microsoft.com/office/drawing/2014/main" id="{C7261A48-3F56-400A-C6FF-E37C2F13423D}"/>
                </a:ext>
              </a:extLst>
            </p:cNvPr>
            <p:cNvPicPr>
              <a:picLocks noChangeAspect="1"/>
            </p:cNvPicPr>
            <p:nvPr/>
          </p:nvPicPr>
          <p:blipFill>
            <a:blip r:embed="rId4"/>
            <a:srcRect l="55379" t="77100" r="33474" b="11295"/>
            <a:stretch/>
          </p:blipFill>
          <p:spPr>
            <a:xfrm>
              <a:off x="454263" y="2758116"/>
              <a:ext cx="266750" cy="342900"/>
            </a:xfrm>
            <a:prstGeom prst="rect">
              <a:avLst/>
            </a:prstGeom>
          </p:spPr>
        </p:pic>
        <p:pic>
          <p:nvPicPr>
            <p:cNvPr id="2876" name="Imagen 2875">
              <a:extLst>
                <a:ext uri="{FF2B5EF4-FFF2-40B4-BE49-F238E27FC236}">
                  <a16:creationId xmlns:a16="http://schemas.microsoft.com/office/drawing/2014/main" id="{33F0F7A9-346E-D8B8-9AC1-E260A8E13EA5}"/>
                </a:ext>
              </a:extLst>
            </p:cNvPr>
            <p:cNvPicPr>
              <a:picLocks noChangeAspect="1"/>
            </p:cNvPicPr>
            <p:nvPr/>
          </p:nvPicPr>
          <p:blipFill>
            <a:blip r:embed="rId4"/>
            <a:srcRect l="55379" t="77100" r="33474" b="11295"/>
            <a:stretch/>
          </p:blipFill>
          <p:spPr>
            <a:xfrm>
              <a:off x="454263" y="3140200"/>
              <a:ext cx="266750" cy="342900"/>
            </a:xfrm>
            <a:prstGeom prst="rect">
              <a:avLst/>
            </a:prstGeom>
          </p:spPr>
        </p:pic>
        <p:pic>
          <p:nvPicPr>
            <p:cNvPr id="2877" name="Imagen 2876">
              <a:extLst>
                <a:ext uri="{FF2B5EF4-FFF2-40B4-BE49-F238E27FC236}">
                  <a16:creationId xmlns:a16="http://schemas.microsoft.com/office/drawing/2014/main" id="{5F461261-5236-69ED-0422-11A771635398}"/>
                </a:ext>
              </a:extLst>
            </p:cNvPr>
            <p:cNvPicPr>
              <a:picLocks noChangeAspect="1"/>
            </p:cNvPicPr>
            <p:nvPr/>
          </p:nvPicPr>
          <p:blipFill>
            <a:blip r:embed="rId4"/>
            <a:srcRect l="55379" t="77100" r="33474" b="11295"/>
            <a:stretch/>
          </p:blipFill>
          <p:spPr>
            <a:xfrm>
              <a:off x="454263" y="3502366"/>
              <a:ext cx="266750" cy="342900"/>
            </a:xfrm>
            <a:prstGeom prst="rect">
              <a:avLst/>
            </a:prstGeom>
          </p:spPr>
        </p:pic>
        <p:pic>
          <p:nvPicPr>
            <p:cNvPr id="2878" name="Imagen 2877">
              <a:extLst>
                <a:ext uri="{FF2B5EF4-FFF2-40B4-BE49-F238E27FC236}">
                  <a16:creationId xmlns:a16="http://schemas.microsoft.com/office/drawing/2014/main" id="{09CEA59A-EEDD-165C-DD7A-F9E76AF5E72B}"/>
                </a:ext>
              </a:extLst>
            </p:cNvPr>
            <p:cNvPicPr>
              <a:picLocks noChangeAspect="1"/>
            </p:cNvPicPr>
            <p:nvPr/>
          </p:nvPicPr>
          <p:blipFill>
            <a:blip r:embed="rId4"/>
            <a:srcRect l="33923" t="63168" r="54930" b="25227"/>
            <a:stretch/>
          </p:blipFill>
          <p:spPr>
            <a:xfrm>
              <a:off x="1021479" y="1656161"/>
              <a:ext cx="266750" cy="342900"/>
            </a:xfrm>
            <a:prstGeom prst="rect">
              <a:avLst/>
            </a:prstGeom>
          </p:spPr>
        </p:pic>
        <p:pic>
          <p:nvPicPr>
            <p:cNvPr id="2879" name="Imagen 2878">
              <a:extLst>
                <a:ext uri="{FF2B5EF4-FFF2-40B4-BE49-F238E27FC236}">
                  <a16:creationId xmlns:a16="http://schemas.microsoft.com/office/drawing/2014/main" id="{27B3B253-4999-1A3B-EEDC-64E2AE0B1DE9}"/>
                </a:ext>
              </a:extLst>
            </p:cNvPr>
            <p:cNvPicPr>
              <a:picLocks noChangeAspect="1"/>
            </p:cNvPicPr>
            <p:nvPr/>
          </p:nvPicPr>
          <p:blipFill>
            <a:blip r:embed="rId4"/>
            <a:srcRect l="33923" t="63168" r="54930" b="25227"/>
            <a:stretch/>
          </p:blipFill>
          <p:spPr>
            <a:xfrm>
              <a:off x="1021155" y="2384545"/>
              <a:ext cx="266750" cy="342900"/>
            </a:xfrm>
            <a:prstGeom prst="rect">
              <a:avLst/>
            </a:prstGeom>
          </p:spPr>
        </p:pic>
        <p:pic>
          <p:nvPicPr>
            <p:cNvPr id="2880" name="Imagen 2879">
              <a:extLst>
                <a:ext uri="{FF2B5EF4-FFF2-40B4-BE49-F238E27FC236}">
                  <a16:creationId xmlns:a16="http://schemas.microsoft.com/office/drawing/2014/main" id="{8CF5D919-8A8F-0106-5994-66B6CA1C8F2C}"/>
                </a:ext>
              </a:extLst>
            </p:cNvPr>
            <p:cNvPicPr>
              <a:picLocks noChangeAspect="1"/>
            </p:cNvPicPr>
            <p:nvPr/>
          </p:nvPicPr>
          <p:blipFill>
            <a:blip r:embed="rId4"/>
            <a:srcRect l="33923" t="63168" r="54930" b="25227"/>
            <a:stretch/>
          </p:blipFill>
          <p:spPr>
            <a:xfrm>
              <a:off x="1021155" y="2758116"/>
              <a:ext cx="266750" cy="342900"/>
            </a:xfrm>
            <a:prstGeom prst="rect">
              <a:avLst/>
            </a:prstGeom>
          </p:spPr>
        </p:pic>
        <p:pic>
          <p:nvPicPr>
            <p:cNvPr id="2881" name="Imagen 2880">
              <a:extLst>
                <a:ext uri="{FF2B5EF4-FFF2-40B4-BE49-F238E27FC236}">
                  <a16:creationId xmlns:a16="http://schemas.microsoft.com/office/drawing/2014/main" id="{B4BF6E3C-A881-2334-2019-05538E5E3530}"/>
                </a:ext>
              </a:extLst>
            </p:cNvPr>
            <p:cNvPicPr>
              <a:picLocks noChangeAspect="1"/>
            </p:cNvPicPr>
            <p:nvPr/>
          </p:nvPicPr>
          <p:blipFill>
            <a:blip r:embed="rId4"/>
            <a:srcRect l="33923" t="63168" r="54930" b="25227"/>
            <a:stretch/>
          </p:blipFill>
          <p:spPr>
            <a:xfrm>
              <a:off x="1021155" y="4255458"/>
              <a:ext cx="266750" cy="342900"/>
            </a:xfrm>
            <a:prstGeom prst="rect">
              <a:avLst/>
            </a:prstGeom>
          </p:spPr>
        </p:pic>
        <p:pic>
          <p:nvPicPr>
            <p:cNvPr id="2882" name="Imagen 2881">
              <a:extLst>
                <a:ext uri="{FF2B5EF4-FFF2-40B4-BE49-F238E27FC236}">
                  <a16:creationId xmlns:a16="http://schemas.microsoft.com/office/drawing/2014/main" id="{4BED19D7-0A43-5233-E240-4A9A885F6F91}"/>
                </a:ext>
              </a:extLst>
            </p:cNvPr>
            <p:cNvPicPr>
              <a:picLocks noChangeAspect="1"/>
            </p:cNvPicPr>
            <p:nvPr/>
          </p:nvPicPr>
          <p:blipFill>
            <a:blip r:embed="rId4"/>
            <a:srcRect l="76360" t="63168" r="12493" b="25227"/>
            <a:stretch/>
          </p:blipFill>
          <p:spPr>
            <a:xfrm>
              <a:off x="1304601" y="3873611"/>
              <a:ext cx="266750" cy="342900"/>
            </a:xfrm>
            <a:prstGeom prst="rect">
              <a:avLst/>
            </a:prstGeom>
          </p:spPr>
        </p:pic>
        <p:pic>
          <p:nvPicPr>
            <p:cNvPr id="2883" name="Imagen 2882">
              <a:extLst>
                <a:ext uri="{FF2B5EF4-FFF2-40B4-BE49-F238E27FC236}">
                  <a16:creationId xmlns:a16="http://schemas.microsoft.com/office/drawing/2014/main" id="{1510D767-FF36-3318-7D38-39DF681B4D54}"/>
                </a:ext>
              </a:extLst>
            </p:cNvPr>
            <p:cNvPicPr>
              <a:picLocks noChangeAspect="1"/>
            </p:cNvPicPr>
            <p:nvPr/>
          </p:nvPicPr>
          <p:blipFill>
            <a:blip r:embed="rId4"/>
            <a:srcRect l="23178" t="77100" r="65675" b="11295"/>
            <a:stretch/>
          </p:blipFill>
          <p:spPr>
            <a:xfrm>
              <a:off x="1304601" y="2758116"/>
              <a:ext cx="266750" cy="342900"/>
            </a:xfrm>
            <a:prstGeom prst="rect">
              <a:avLst/>
            </a:prstGeom>
          </p:spPr>
        </p:pic>
        <p:pic>
          <p:nvPicPr>
            <p:cNvPr id="2884" name="Imagen 2883">
              <a:extLst>
                <a:ext uri="{FF2B5EF4-FFF2-40B4-BE49-F238E27FC236}">
                  <a16:creationId xmlns:a16="http://schemas.microsoft.com/office/drawing/2014/main" id="{5E1B606C-7E32-E027-FC6F-54A3771F2986}"/>
                </a:ext>
              </a:extLst>
            </p:cNvPr>
            <p:cNvPicPr>
              <a:picLocks noChangeAspect="1"/>
            </p:cNvPicPr>
            <p:nvPr/>
          </p:nvPicPr>
          <p:blipFill>
            <a:blip r:embed="rId4"/>
            <a:srcRect l="66027" t="77100" r="22826" b="11295"/>
            <a:stretch/>
          </p:blipFill>
          <p:spPr>
            <a:xfrm>
              <a:off x="454263" y="5311489"/>
              <a:ext cx="266750" cy="342900"/>
            </a:xfrm>
            <a:prstGeom prst="rect">
              <a:avLst/>
            </a:prstGeom>
          </p:spPr>
        </p:pic>
        <p:pic>
          <p:nvPicPr>
            <p:cNvPr id="2885" name="Imagen 2884">
              <a:extLst>
                <a:ext uri="{FF2B5EF4-FFF2-40B4-BE49-F238E27FC236}">
                  <a16:creationId xmlns:a16="http://schemas.microsoft.com/office/drawing/2014/main" id="{C7FC7219-F6DF-C78D-C376-3268E6AF4607}"/>
                </a:ext>
              </a:extLst>
            </p:cNvPr>
            <p:cNvPicPr>
              <a:picLocks noChangeAspect="1"/>
            </p:cNvPicPr>
            <p:nvPr/>
          </p:nvPicPr>
          <p:blipFill>
            <a:blip r:embed="rId4"/>
            <a:srcRect l="76360" t="63168" r="12493" b="25227"/>
            <a:stretch/>
          </p:blipFill>
          <p:spPr>
            <a:xfrm>
              <a:off x="1021155" y="5311489"/>
              <a:ext cx="266750" cy="342900"/>
            </a:xfrm>
            <a:prstGeom prst="rect">
              <a:avLst/>
            </a:prstGeom>
          </p:spPr>
        </p:pic>
        <p:pic>
          <p:nvPicPr>
            <p:cNvPr id="2886" name="Imagen 2885">
              <a:extLst>
                <a:ext uri="{FF2B5EF4-FFF2-40B4-BE49-F238E27FC236}">
                  <a16:creationId xmlns:a16="http://schemas.microsoft.com/office/drawing/2014/main" id="{1088D9D7-A4A1-EBEC-0045-417B7D0466FB}"/>
                </a:ext>
              </a:extLst>
            </p:cNvPr>
            <p:cNvPicPr>
              <a:picLocks noChangeAspect="1"/>
            </p:cNvPicPr>
            <p:nvPr/>
          </p:nvPicPr>
          <p:blipFill>
            <a:blip r:embed="rId4"/>
            <a:srcRect l="33923" t="63168" r="54930" b="25227"/>
            <a:stretch/>
          </p:blipFill>
          <p:spPr>
            <a:xfrm>
              <a:off x="1021155" y="6062704"/>
              <a:ext cx="266750" cy="342900"/>
            </a:xfrm>
            <a:prstGeom prst="rect">
              <a:avLst/>
            </a:prstGeom>
          </p:spPr>
        </p:pic>
        <p:pic>
          <p:nvPicPr>
            <p:cNvPr id="2887" name="Imagen 2886">
              <a:extLst>
                <a:ext uri="{FF2B5EF4-FFF2-40B4-BE49-F238E27FC236}">
                  <a16:creationId xmlns:a16="http://schemas.microsoft.com/office/drawing/2014/main" id="{DB7A762B-CB08-C541-854F-4522ED1F63D9}"/>
                </a:ext>
              </a:extLst>
            </p:cNvPr>
            <p:cNvPicPr>
              <a:picLocks noChangeAspect="1"/>
            </p:cNvPicPr>
            <p:nvPr/>
          </p:nvPicPr>
          <p:blipFill>
            <a:blip r:embed="rId4"/>
            <a:srcRect l="33923" t="63168" r="54930" b="25227"/>
            <a:stretch/>
          </p:blipFill>
          <p:spPr>
            <a:xfrm>
              <a:off x="170817" y="6062704"/>
              <a:ext cx="266750" cy="342900"/>
            </a:xfrm>
            <a:prstGeom prst="rect">
              <a:avLst/>
            </a:prstGeom>
          </p:spPr>
        </p:pic>
        <p:pic>
          <p:nvPicPr>
            <p:cNvPr id="2888" name="Imagen 2887">
              <a:extLst>
                <a:ext uri="{FF2B5EF4-FFF2-40B4-BE49-F238E27FC236}">
                  <a16:creationId xmlns:a16="http://schemas.microsoft.com/office/drawing/2014/main" id="{408BE2BE-A584-77AF-9CAD-6C08E0EF0CF4}"/>
                </a:ext>
              </a:extLst>
            </p:cNvPr>
            <p:cNvPicPr>
              <a:picLocks noChangeAspect="1"/>
            </p:cNvPicPr>
            <p:nvPr/>
          </p:nvPicPr>
          <p:blipFill>
            <a:blip r:embed="rId4"/>
            <a:srcRect l="44426" t="63168" r="44426" b="25227"/>
            <a:stretch/>
          </p:blipFill>
          <p:spPr>
            <a:xfrm>
              <a:off x="6420895" y="2025139"/>
              <a:ext cx="266750" cy="342900"/>
            </a:xfrm>
            <a:prstGeom prst="rect">
              <a:avLst/>
            </a:prstGeom>
          </p:spPr>
        </p:pic>
        <p:pic>
          <p:nvPicPr>
            <p:cNvPr id="2889" name="Imagen 2888">
              <a:extLst>
                <a:ext uri="{FF2B5EF4-FFF2-40B4-BE49-F238E27FC236}">
                  <a16:creationId xmlns:a16="http://schemas.microsoft.com/office/drawing/2014/main" id="{88210F91-A42D-BF46-97B3-01A33744B819}"/>
                </a:ext>
              </a:extLst>
            </p:cNvPr>
            <p:cNvPicPr>
              <a:picLocks noChangeAspect="1"/>
            </p:cNvPicPr>
            <p:nvPr/>
          </p:nvPicPr>
          <p:blipFill>
            <a:blip r:embed="rId4"/>
            <a:srcRect l="34130" t="77100" r="54723" b="11295"/>
            <a:stretch/>
          </p:blipFill>
          <p:spPr>
            <a:xfrm>
              <a:off x="6976113" y="1656161"/>
              <a:ext cx="266750" cy="342900"/>
            </a:xfrm>
            <a:prstGeom prst="rect">
              <a:avLst/>
            </a:prstGeom>
          </p:spPr>
        </p:pic>
        <p:pic>
          <p:nvPicPr>
            <p:cNvPr id="2890" name="Imagen 2889">
              <a:extLst>
                <a:ext uri="{FF2B5EF4-FFF2-40B4-BE49-F238E27FC236}">
                  <a16:creationId xmlns:a16="http://schemas.microsoft.com/office/drawing/2014/main" id="{6D1AEB10-1256-C67B-D0EC-6656FC04538C}"/>
                </a:ext>
              </a:extLst>
            </p:cNvPr>
            <p:cNvPicPr>
              <a:picLocks noChangeAspect="1"/>
            </p:cNvPicPr>
            <p:nvPr/>
          </p:nvPicPr>
          <p:blipFill>
            <a:blip r:embed="rId4"/>
            <a:srcRect l="34130" t="77100" r="54723" b="11295"/>
            <a:stretch/>
          </p:blipFill>
          <p:spPr>
            <a:xfrm>
              <a:off x="6406629" y="2758116"/>
              <a:ext cx="266750" cy="342900"/>
            </a:xfrm>
            <a:prstGeom prst="rect">
              <a:avLst/>
            </a:prstGeom>
          </p:spPr>
        </p:pic>
        <p:grpSp>
          <p:nvGrpSpPr>
            <p:cNvPr id="2891" name="Grupo 2890">
              <a:extLst>
                <a:ext uri="{FF2B5EF4-FFF2-40B4-BE49-F238E27FC236}">
                  <a16:creationId xmlns:a16="http://schemas.microsoft.com/office/drawing/2014/main" id="{5E0F05FB-FFFD-6A6A-15AB-803212804ABF}"/>
                </a:ext>
              </a:extLst>
            </p:cNvPr>
            <p:cNvGrpSpPr/>
            <p:nvPr/>
          </p:nvGrpSpPr>
          <p:grpSpPr>
            <a:xfrm>
              <a:off x="170817" y="2758116"/>
              <a:ext cx="266750" cy="342900"/>
              <a:chOff x="5053733" y="4472706"/>
              <a:chExt cx="764498" cy="795862"/>
            </a:xfrm>
          </p:grpSpPr>
          <p:pic>
            <p:nvPicPr>
              <p:cNvPr id="4120" name="Imagen 4119">
                <a:extLst>
                  <a:ext uri="{FF2B5EF4-FFF2-40B4-BE49-F238E27FC236}">
                    <a16:creationId xmlns:a16="http://schemas.microsoft.com/office/drawing/2014/main" id="{29DD475A-B68C-C6E0-0C73-9A0E47139E5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21" name="Imagen 4120">
                <a:extLst>
                  <a:ext uri="{FF2B5EF4-FFF2-40B4-BE49-F238E27FC236}">
                    <a16:creationId xmlns:a16="http://schemas.microsoft.com/office/drawing/2014/main" id="{202C84FE-D818-2868-3812-253A82B9200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892" name="Grupo 2891">
              <a:extLst>
                <a:ext uri="{FF2B5EF4-FFF2-40B4-BE49-F238E27FC236}">
                  <a16:creationId xmlns:a16="http://schemas.microsoft.com/office/drawing/2014/main" id="{011AED31-B113-778B-74EA-702846A1C28D}"/>
                </a:ext>
              </a:extLst>
            </p:cNvPr>
            <p:cNvGrpSpPr/>
            <p:nvPr/>
          </p:nvGrpSpPr>
          <p:grpSpPr>
            <a:xfrm>
              <a:off x="170817" y="3140200"/>
              <a:ext cx="266750" cy="342900"/>
              <a:chOff x="5053733" y="4472706"/>
              <a:chExt cx="764498" cy="795862"/>
            </a:xfrm>
          </p:grpSpPr>
          <p:pic>
            <p:nvPicPr>
              <p:cNvPr id="4118" name="Imagen 4117">
                <a:extLst>
                  <a:ext uri="{FF2B5EF4-FFF2-40B4-BE49-F238E27FC236}">
                    <a16:creationId xmlns:a16="http://schemas.microsoft.com/office/drawing/2014/main" id="{5E9E729A-DCB8-3BD6-27FA-94A00BDE7B6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19" name="Imagen 4118">
                <a:extLst>
                  <a:ext uri="{FF2B5EF4-FFF2-40B4-BE49-F238E27FC236}">
                    <a16:creationId xmlns:a16="http://schemas.microsoft.com/office/drawing/2014/main" id="{00639104-9932-D513-6376-8B64C2ECC7E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893" name="Grupo 2892">
              <a:extLst>
                <a:ext uri="{FF2B5EF4-FFF2-40B4-BE49-F238E27FC236}">
                  <a16:creationId xmlns:a16="http://schemas.microsoft.com/office/drawing/2014/main" id="{DD4582BA-2661-66ED-E989-926FBD4B7483}"/>
                </a:ext>
              </a:extLst>
            </p:cNvPr>
            <p:cNvGrpSpPr/>
            <p:nvPr/>
          </p:nvGrpSpPr>
          <p:grpSpPr>
            <a:xfrm>
              <a:off x="170817" y="2025139"/>
              <a:ext cx="266750" cy="342900"/>
              <a:chOff x="5053733" y="4472706"/>
              <a:chExt cx="764498" cy="795862"/>
            </a:xfrm>
          </p:grpSpPr>
          <p:pic>
            <p:nvPicPr>
              <p:cNvPr id="4116" name="Imagen 4115">
                <a:extLst>
                  <a:ext uri="{FF2B5EF4-FFF2-40B4-BE49-F238E27FC236}">
                    <a16:creationId xmlns:a16="http://schemas.microsoft.com/office/drawing/2014/main" id="{16D7D073-8F9E-4668-2C73-8A53784A425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17" name="Imagen 4116">
                <a:extLst>
                  <a:ext uri="{FF2B5EF4-FFF2-40B4-BE49-F238E27FC236}">
                    <a16:creationId xmlns:a16="http://schemas.microsoft.com/office/drawing/2014/main" id="{2F784C0E-34E9-F68F-923B-2BDBAEAC12B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894" name="Grupo 2893">
              <a:extLst>
                <a:ext uri="{FF2B5EF4-FFF2-40B4-BE49-F238E27FC236}">
                  <a16:creationId xmlns:a16="http://schemas.microsoft.com/office/drawing/2014/main" id="{F1CBC2C8-C837-FC32-72E3-CD2495B3DFA3}"/>
                </a:ext>
              </a:extLst>
            </p:cNvPr>
            <p:cNvGrpSpPr/>
            <p:nvPr/>
          </p:nvGrpSpPr>
          <p:grpSpPr>
            <a:xfrm>
              <a:off x="170817" y="2384545"/>
              <a:ext cx="266750" cy="342900"/>
              <a:chOff x="5053733" y="4472706"/>
              <a:chExt cx="764498" cy="795862"/>
            </a:xfrm>
          </p:grpSpPr>
          <p:pic>
            <p:nvPicPr>
              <p:cNvPr id="4114" name="Imagen 4113">
                <a:extLst>
                  <a:ext uri="{FF2B5EF4-FFF2-40B4-BE49-F238E27FC236}">
                    <a16:creationId xmlns:a16="http://schemas.microsoft.com/office/drawing/2014/main" id="{15F29AA7-277F-0E97-DE18-7EAC60AD7DD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15" name="Imagen 4114">
                <a:extLst>
                  <a:ext uri="{FF2B5EF4-FFF2-40B4-BE49-F238E27FC236}">
                    <a16:creationId xmlns:a16="http://schemas.microsoft.com/office/drawing/2014/main" id="{00EE7E5D-BCF8-729B-8F8D-9D4AE48D553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895" name="Grupo 2894">
              <a:extLst>
                <a:ext uri="{FF2B5EF4-FFF2-40B4-BE49-F238E27FC236}">
                  <a16:creationId xmlns:a16="http://schemas.microsoft.com/office/drawing/2014/main" id="{5952E45E-6AE5-9B89-D4CB-0D172400675A}"/>
                </a:ext>
              </a:extLst>
            </p:cNvPr>
            <p:cNvGrpSpPr/>
            <p:nvPr/>
          </p:nvGrpSpPr>
          <p:grpSpPr>
            <a:xfrm>
              <a:off x="170817" y="1291071"/>
              <a:ext cx="266750" cy="342900"/>
              <a:chOff x="5053733" y="4472706"/>
              <a:chExt cx="764498" cy="795862"/>
            </a:xfrm>
          </p:grpSpPr>
          <p:pic>
            <p:nvPicPr>
              <p:cNvPr id="4112" name="Imagen 4111">
                <a:extLst>
                  <a:ext uri="{FF2B5EF4-FFF2-40B4-BE49-F238E27FC236}">
                    <a16:creationId xmlns:a16="http://schemas.microsoft.com/office/drawing/2014/main" id="{D98EC90F-5373-7782-E4F4-427D03BCD10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13" name="Imagen 4112">
                <a:extLst>
                  <a:ext uri="{FF2B5EF4-FFF2-40B4-BE49-F238E27FC236}">
                    <a16:creationId xmlns:a16="http://schemas.microsoft.com/office/drawing/2014/main" id="{3A2170D6-F7B1-60F1-FA53-D0B63C93959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896" name="Grupo 2895">
              <a:extLst>
                <a:ext uri="{FF2B5EF4-FFF2-40B4-BE49-F238E27FC236}">
                  <a16:creationId xmlns:a16="http://schemas.microsoft.com/office/drawing/2014/main" id="{7F694092-F408-8B2B-B931-0D28858F2DD0}"/>
                </a:ext>
              </a:extLst>
            </p:cNvPr>
            <p:cNvGrpSpPr/>
            <p:nvPr/>
          </p:nvGrpSpPr>
          <p:grpSpPr>
            <a:xfrm>
              <a:off x="170817" y="1656161"/>
              <a:ext cx="266750" cy="342900"/>
              <a:chOff x="5053733" y="4472706"/>
              <a:chExt cx="764498" cy="795862"/>
            </a:xfrm>
          </p:grpSpPr>
          <p:pic>
            <p:nvPicPr>
              <p:cNvPr id="4110" name="Imagen 4109">
                <a:extLst>
                  <a:ext uri="{FF2B5EF4-FFF2-40B4-BE49-F238E27FC236}">
                    <a16:creationId xmlns:a16="http://schemas.microsoft.com/office/drawing/2014/main" id="{33380A61-7839-5C59-6359-6FC54935EC0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11" name="Imagen 4110">
                <a:extLst>
                  <a:ext uri="{FF2B5EF4-FFF2-40B4-BE49-F238E27FC236}">
                    <a16:creationId xmlns:a16="http://schemas.microsoft.com/office/drawing/2014/main" id="{AF6428CF-F326-F1C8-1A0F-6EA25B0A659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897" name="Grupo 2896">
              <a:extLst>
                <a:ext uri="{FF2B5EF4-FFF2-40B4-BE49-F238E27FC236}">
                  <a16:creationId xmlns:a16="http://schemas.microsoft.com/office/drawing/2014/main" id="{B4E88EDF-2B86-9FE7-8A8C-2DCC9AE9ADE5}"/>
                </a:ext>
              </a:extLst>
            </p:cNvPr>
            <p:cNvGrpSpPr/>
            <p:nvPr/>
          </p:nvGrpSpPr>
          <p:grpSpPr>
            <a:xfrm>
              <a:off x="170817" y="3502366"/>
              <a:ext cx="266750" cy="342900"/>
              <a:chOff x="5053733" y="4472706"/>
              <a:chExt cx="764498" cy="795862"/>
            </a:xfrm>
          </p:grpSpPr>
          <p:pic>
            <p:nvPicPr>
              <p:cNvPr id="4108" name="Imagen 4107">
                <a:extLst>
                  <a:ext uri="{FF2B5EF4-FFF2-40B4-BE49-F238E27FC236}">
                    <a16:creationId xmlns:a16="http://schemas.microsoft.com/office/drawing/2014/main" id="{285A0C3D-E740-419C-020A-752FD11F580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09" name="Imagen 4108">
                <a:extLst>
                  <a:ext uri="{FF2B5EF4-FFF2-40B4-BE49-F238E27FC236}">
                    <a16:creationId xmlns:a16="http://schemas.microsoft.com/office/drawing/2014/main" id="{9E383DAE-E2F4-36B6-9D2B-76A3A3AB61D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2898" name="Imagen 2897">
              <a:extLst>
                <a:ext uri="{FF2B5EF4-FFF2-40B4-BE49-F238E27FC236}">
                  <a16:creationId xmlns:a16="http://schemas.microsoft.com/office/drawing/2014/main" id="{C649E79B-D8A7-1596-4173-E7526A7A870D}"/>
                </a:ext>
              </a:extLst>
            </p:cNvPr>
            <p:cNvPicPr>
              <a:picLocks noChangeAspect="1"/>
            </p:cNvPicPr>
            <p:nvPr/>
          </p:nvPicPr>
          <p:blipFill>
            <a:blip r:embed="rId4"/>
            <a:srcRect l="66027" t="77100" r="22826" b="11295"/>
            <a:stretch/>
          </p:blipFill>
          <p:spPr>
            <a:xfrm>
              <a:off x="1021155" y="3873611"/>
              <a:ext cx="266750" cy="342900"/>
            </a:xfrm>
            <a:prstGeom prst="rect">
              <a:avLst/>
            </a:prstGeom>
          </p:spPr>
        </p:pic>
        <p:pic>
          <p:nvPicPr>
            <p:cNvPr id="2899" name="Imagen 2898">
              <a:extLst>
                <a:ext uri="{FF2B5EF4-FFF2-40B4-BE49-F238E27FC236}">
                  <a16:creationId xmlns:a16="http://schemas.microsoft.com/office/drawing/2014/main" id="{B39DF7A5-4F88-2E45-FA21-E4BA9D6D6B91}"/>
                </a:ext>
              </a:extLst>
            </p:cNvPr>
            <p:cNvPicPr>
              <a:picLocks noChangeAspect="1"/>
            </p:cNvPicPr>
            <p:nvPr/>
          </p:nvPicPr>
          <p:blipFill>
            <a:blip r:embed="rId4"/>
            <a:srcRect l="66027" t="77100" r="22826" b="11295"/>
            <a:stretch/>
          </p:blipFill>
          <p:spPr>
            <a:xfrm>
              <a:off x="1304601" y="2384545"/>
              <a:ext cx="266750" cy="342900"/>
            </a:xfrm>
            <a:prstGeom prst="rect">
              <a:avLst/>
            </a:prstGeom>
          </p:spPr>
        </p:pic>
        <p:pic>
          <p:nvPicPr>
            <p:cNvPr id="2900" name="Imagen 2899">
              <a:extLst>
                <a:ext uri="{FF2B5EF4-FFF2-40B4-BE49-F238E27FC236}">
                  <a16:creationId xmlns:a16="http://schemas.microsoft.com/office/drawing/2014/main" id="{68415082-0090-ECE6-7CDC-17A67051735C}"/>
                </a:ext>
              </a:extLst>
            </p:cNvPr>
            <p:cNvPicPr>
              <a:picLocks noChangeAspect="1"/>
            </p:cNvPicPr>
            <p:nvPr/>
          </p:nvPicPr>
          <p:blipFill>
            <a:blip r:embed="rId4"/>
            <a:srcRect l="76360" t="63168" r="12493" b="25227"/>
            <a:stretch/>
          </p:blipFill>
          <p:spPr>
            <a:xfrm>
              <a:off x="1304601" y="3140200"/>
              <a:ext cx="266750" cy="342900"/>
            </a:xfrm>
            <a:prstGeom prst="rect">
              <a:avLst/>
            </a:prstGeom>
          </p:spPr>
        </p:pic>
        <p:pic>
          <p:nvPicPr>
            <p:cNvPr id="2901" name="Imagen 2900">
              <a:extLst>
                <a:ext uri="{FF2B5EF4-FFF2-40B4-BE49-F238E27FC236}">
                  <a16:creationId xmlns:a16="http://schemas.microsoft.com/office/drawing/2014/main" id="{B2F406C6-331F-748C-8603-FC37CD1CD9DA}"/>
                </a:ext>
              </a:extLst>
            </p:cNvPr>
            <p:cNvPicPr>
              <a:picLocks noChangeAspect="1"/>
            </p:cNvPicPr>
            <p:nvPr/>
          </p:nvPicPr>
          <p:blipFill>
            <a:blip r:embed="rId4"/>
            <a:srcRect l="23178" t="77100" r="65675" b="11295"/>
            <a:stretch/>
          </p:blipFill>
          <p:spPr>
            <a:xfrm>
              <a:off x="1304601" y="4255458"/>
              <a:ext cx="266750" cy="342900"/>
            </a:xfrm>
            <a:prstGeom prst="rect">
              <a:avLst/>
            </a:prstGeom>
          </p:spPr>
        </p:pic>
        <p:pic>
          <p:nvPicPr>
            <p:cNvPr id="2902" name="Imagen 2901">
              <a:extLst>
                <a:ext uri="{FF2B5EF4-FFF2-40B4-BE49-F238E27FC236}">
                  <a16:creationId xmlns:a16="http://schemas.microsoft.com/office/drawing/2014/main" id="{7591CA18-9575-3C93-168C-BB431E8A6D39}"/>
                </a:ext>
              </a:extLst>
            </p:cNvPr>
            <p:cNvPicPr>
              <a:picLocks noChangeAspect="1"/>
            </p:cNvPicPr>
            <p:nvPr/>
          </p:nvPicPr>
          <p:blipFill>
            <a:blip r:embed="rId4"/>
            <a:srcRect l="76360" t="63168" r="12493" b="25227"/>
            <a:stretch/>
          </p:blipFill>
          <p:spPr>
            <a:xfrm>
              <a:off x="1021155" y="2025139"/>
              <a:ext cx="266750" cy="342900"/>
            </a:xfrm>
            <a:prstGeom prst="rect">
              <a:avLst/>
            </a:prstGeom>
          </p:spPr>
        </p:pic>
        <p:pic>
          <p:nvPicPr>
            <p:cNvPr id="2903" name="Imagen 2902">
              <a:extLst>
                <a:ext uri="{FF2B5EF4-FFF2-40B4-BE49-F238E27FC236}">
                  <a16:creationId xmlns:a16="http://schemas.microsoft.com/office/drawing/2014/main" id="{2B87966E-2F31-4317-C1B9-DA062188BAD0}"/>
                </a:ext>
              </a:extLst>
            </p:cNvPr>
            <p:cNvPicPr>
              <a:picLocks noChangeAspect="1"/>
            </p:cNvPicPr>
            <p:nvPr/>
          </p:nvPicPr>
          <p:blipFill>
            <a:blip r:embed="rId4"/>
            <a:srcRect l="76360" t="63168" r="12493" b="25227"/>
            <a:stretch/>
          </p:blipFill>
          <p:spPr>
            <a:xfrm>
              <a:off x="1304601" y="2025139"/>
              <a:ext cx="266750" cy="342900"/>
            </a:xfrm>
            <a:prstGeom prst="rect">
              <a:avLst/>
            </a:prstGeom>
          </p:spPr>
        </p:pic>
        <p:pic>
          <p:nvPicPr>
            <p:cNvPr id="2904" name="Imagen 2903">
              <a:extLst>
                <a:ext uri="{FF2B5EF4-FFF2-40B4-BE49-F238E27FC236}">
                  <a16:creationId xmlns:a16="http://schemas.microsoft.com/office/drawing/2014/main" id="{BBECE24A-0522-9593-3545-414F06A2F92B}"/>
                </a:ext>
              </a:extLst>
            </p:cNvPr>
            <p:cNvPicPr>
              <a:picLocks noChangeAspect="1"/>
            </p:cNvPicPr>
            <p:nvPr/>
          </p:nvPicPr>
          <p:blipFill>
            <a:blip r:embed="rId4"/>
            <a:srcRect l="55142" t="63168" r="33711" b="25227"/>
            <a:stretch/>
          </p:blipFill>
          <p:spPr>
            <a:xfrm>
              <a:off x="1021155" y="3140200"/>
              <a:ext cx="266750" cy="342900"/>
            </a:xfrm>
            <a:prstGeom prst="rect">
              <a:avLst/>
            </a:prstGeom>
          </p:spPr>
        </p:pic>
        <p:pic>
          <p:nvPicPr>
            <p:cNvPr id="2905" name="Imagen 2904">
              <a:extLst>
                <a:ext uri="{FF2B5EF4-FFF2-40B4-BE49-F238E27FC236}">
                  <a16:creationId xmlns:a16="http://schemas.microsoft.com/office/drawing/2014/main" id="{8ACC21F1-F3C7-F0DC-6BB3-C867BB11A4A0}"/>
                </a:ext>
              </a:extLst>
            </p:cNvPr>
            <p:cNvPicPr>
              <a:picLocks noChangeAspect="1"/>
            </p:cNvPicPr>
            <p:nvPr/>
          </p:nvPicPr>
          <p:blipFill>
            <a:blip r:embed="rId4"/>
            <a:srcRect l="76360" t="63168" r="12493" b="25227"/>
            <a:stretch/>
          </p:blipFill>
          <p:spPr>
            <a:xfrm>
              <a:off x="1022124" y="1291071"/>
              <a:ext cx="266750" cy="342900"/>
            </a:xfrm>
            <a:prstGeom prst="rect">
              <a:avLst/>
            </a:prstGeom>
          </p:spPr>
        </p:pic>
        <p:pic>
          <p:nvPicPr>
            <p:cNvPr id="2906" name="Imagen 2905">
              <a:extLst>
                <a:ext uri="{FF2B5EF4-FFF2-40B4-BE49-F238E27FC236}">
                  <a16:creationId xmlns:a16="http://schemas.microsoft.com/office/drawing/2014/main" id="{A9DE3152-CA97-F451-6135-40A4A3997CDF}"/>
                </a:ext>
              </a:extLst>
            </p:cNvPr>
            <p:cNvPicPr>
              <a:picLocks noChangeAspect="1"/>
            </p:cNvPicPr>
            <p:nvPr/>
          </p:nvPicPr>
          <p:blipFill>
            <a:blip r:embed="rId4"/>
            <a:srcRect l="76360" t="63168" r="12493" b="25227"/>
            <a:stretch/>
          </p:blipFill>
          <p:spPr>
            <a:xfrm>
              <a:off x="1305893" y="1291071"/>
              <a:ext cx="266750" cy="342900"/>
            </a:xfrm>
            <a:prstGeom prst="rect">
              <a:avLst/>
            </a:prstGeom>
          </p:spPr>
        </p:pic>
        <p:pic>
          <p:nvPicPr>
            <p:cNvPr id="2907" name="Imagen 2906">
              <a:extLst>
                <a:ext uri="{FF2B5EF4-FFF2-40B4-BE49-F238E27FC236}">
                  <a16:creationId xmlns:a16="http://schemas.microsoft.com/office/drawing/2014/main" id="{DD91DF01-B516-7048-04CF-1973F6A17181}"/>
                </a:ext>
              </a:extLst>
            </p:cNvPr>
            <p:cNvPicPr>
              <a:picLocks noChangeAspect="1"/>
            </p:cNvPicPr>
            <p:nvPr/>
          </p:nvPicPr>
          <p:blipFill>
            <a:blip r:embed="rId4"/>
            <a:srcRect l="34130" t="77100" r="54723" b="11295"/>
            <a:stretch/>
          </p:blipFill>
          <p:spPr>
            <a:xfrm>
              <a:off x="1304601" y="4970263"/>
              <a:ext cx="266750" cy="342900"/>
            </a:xfrm>
            <a:prstGeom prst="rect">
              <a:avLst/>
            </a:prstGeom>
          </p:spPr>
        </p:pic>
        <p:pic>
          <p:nvPicPr>
            <p:cNvPr id="2908" name="Imagen 2907">
              <a:extLst>
                <a:ext uri="{FF2B5EF4-FFF2-40B4-BE49-F238E27FC236}">
                  <a16:creationId xmlns:a16="http://schemas.microsoft.com/office/drawing/2014/main" id="{1E935D54-6A9C-FF0E-8415-97E9AB8AD797}"/>
                </a:ext>
              </a:extLst>
            </p:cNvPr>
            <p:cNvPicPr>
              <a:picLocks noChangeAspect="1"/>
            </p:cNvPicPr>
            <p:nvPr/>
          </p:nvPicPr>
          <p:blipFill>
            <a:blip r:embed="rId4"/>
            <a:srcRect l="76360" t="63168" r="12493" b="25227"/>
            <a:stretch/>
          </p:blipFill>
          <p:spPr>
            <a:xfrm>
              <a:off x="1304601" y="5311489"/>
              <a:ext cx="266750" cy="342900"/>
            </a:xfrm>
            <a:prstGeom prst="rect">
              <a:avLst/>
            </a:prstGeom>
          </p:spPr>
        </p:pic>
        <p:pic>
          <p:nvPicPr>
            <p:cNvPr id="2909" name="Imagen 2908">
              <a:extLst>
                <a:ext uri="{FF2B5EF4-FFF2-40B4-BE49-F238E27FC236}">
                  <a16:creationId xmlns:a16="http://schemas.microsoft.com/office/drawing/2014/main" id="{551972A6-6E75-0BA9-0C60-D830DD2FA841}"/>
                </a:ext>
              </a:extLst>
            </p:cNvPr>
            <p:cNvPicPr>
              <a:picLocks noChangeAspect="1"/>
            </p:cNvPicPr>
            <p:nvPr/>
          </p:nvPicPr>
          <p:blipFill>
            <a:blip r:embed="rId4"/>
            <a:srcRect l="66027" t="77100" r="22826" b="11295"/>
            <a:stretch/>
          </p:blipFill>
          <p:spPr>
            <a:xfrm>
              <a:off x="1021155" y="5686427"/>
              <a:ext cx="266750" cy="342900"/>
            </a:xfrm>
            <a:prstGeom prst="rect">
              <a:avLst/>
            </a:prstGeom>
          </p:spPr>
        </p:pic>
        <p:pic>
          <p:nvPicPr>
            <p:cNvPr id="2910" name="Imagen 2909">
              <a:extLst>
                <a:ext uri="{FF2B5EF4-FFF2-40B4-BE49-F238E27FC236}">
                  <a16:creationId xmlns:a16="http://schemas.microsoft.com/office/drawing/2014/main" id="{AEADF149-3A65-6FB7-94A8-9E5F42AE60DF}"/>
                </a:ext>
              </a:extLst>
            </p:cNvPr>
            <p:cNvPicPr>
              <a:picLocks noChangeAspect="1"/>
            </p:cNvPicPr>
            <p:nvPr/>
          </p:nvPicPr>
          <p:blipFill>
            <a:blip r:embed="rId4"/>
            <a:srcRect l="44778" t="77100" r="44075" b="11295"/>
            <a:stretch/>
          </p:blipFill>
          <p:spPr>
            <a:xfrm>
              <a:off x="1304601" y="6062704"/>
              <a:ext cx="266750" cy="342900"/>
            </a:xfrm>
            <a:prstGeom prst="rect">
              <a:avLst/>
            </a:prstGeom>
          </p:spPr>
        </p:pic>
        <p:pic>
          <p:nvPicPr>
            <p:cNvPr id="2911" name="Imagen 2910">
              <a:extLst>
                <a:ext uri="{FF2B5EF4-FFF2-40B4-BE49-F238E27FC236}">
                  <a16:creationId xmlns:a16="http://schemas.microsoft.com/office/drawing/2014/main" id="{30DEECF6-9A43-72E8-5B40-B612A451AD8B}"/>
                </a:ext>
              </a:extLst>
            </p:cNvPr>
            <p:cNvPicPr>
              <a:picLocks noChangeAspect="1"/>
            </p:cNvPicPr>
            <p:nvPr/>
          </p:nvPicPr>
          <p:blipFill>
            <a:blip r:embed="rId4"/>
            <a:srcRect l="65725" t="63168" r="23128" b="25227"/>
            <a:stretch/>
          </p:blipFill>
          <p:spPr>
            <a:xfrm>
              <a:off x="1304601" y="5686427"/>
              <a:ext cx="266750" cy="342900"/>
            </a:xfrm>
            <a:prstGeom prst="rect">
              <a:avLst/>
            </a:prstGeom>
          </p:spPr>
        </p:pic>
        <p:pic>
          <p:nvPicPr>
            <p:cNvPr id="2912" name="Imagen 2911">
              <a:extLst>
                <a:ext uri="{FF2B5EF4-FFF2-40B4-BE49-F238E27FC236}">
                  <a16:creationId xmlns:a16="http://schemas.microsoft.com/office/drawing/2014/main" id="{9BEB94B2-99B1-14CE-8D0A-5874A5F3AEB6}"/>
                </a:ext>
              </a:extLst>
            </p:cNvPr>
            <p:cNvPicPr>
              <a:picLocks noChangeAspect="1"/>
            </p:cNvPicPr>
            <p:nvPr/>
          </p:nvPicPr>
          <p:blipFill>
            <a:blip r:embed="rId4"/>
            <a:srcRect l="55142" t="63168" r="33711" b="25227"/>
            <a:stretch/>
          </p:blipFill>
          <p:spPr>
            <a:xfrm>
              <a:off x="1304601" y="4611739"/>
              <a:ext cx="266750" cy="342900"/>
            </a:xfrm>
            <a:prstGeom prst="rect">
              <a:avLst/>
            </a:prstGeom>
          </p:spPr>
        </p:pic>
        <p:grpSp>
          <p:nvGrpSpPr>
            <p:cNvPr id="2913" name="Grupo 2912">
              <a:extLst>
                <a:ext uri="{FF2B5EF4-FFF2-40B4-BE49-F238E27FC236}">
                  <a16:creationId xmlns:a16="http://schemas.microsoft.com/office/drawing/2014/main" id="{FD34B528-2C3F-CE82-339D-A5BBAEDC899D}"/>
                </a:ext>
              </a:extLst>
            </p:cNvPr>
            <p:cNvGrpSpPr/>
            <p:nvPr/>
          </p:nvGrpSpPr>
          <p:grpSpPr>
            <a:xfrm>
              <a:off x="1588047" y="2758116"/>
              <a:ext cx="266750" cy="342900"/>
              <a:chOff x="5053733" y="4472706"/>
              <a:chExt cx="764498" cy="795862"/>
            </a:xfrm>
          </p:grpSpPr>
          <p:pic>
            <p:nvPicPr>
              <p:cNvPr id="4106" name="Imagen 4105">
                <a:extLst>
                  <a:ext uri="{FF2B5EF4-FFF2-40B4-BE49-F238E27FC236}">
                    <a16:creationId xmlns:a16="http://schemas.microsoft.com/office/drawing/2014/main" id="{A6F9175B-224A-99F2-BB19-21F15928F83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07" name="Imagen 4106">
                <a:extLst>
                  <a:ext uri="{FF2B5EF4-FFF2-40B4-BE49-F238E27FC236}">
                    <a16:creationId xmlns:a16="http://schemas.microsoft.com/office/drawing/2014/main" id="{DDE34A81-CF75-FDE9-93E4-8E37FE89696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14" name="Grupo 2913">
              <a:extLst>
                <a:ext uri="{FF2B5EF4-FFF2-40B4-BE49-F238E27FC236}">
                  <a16:creationId xmlns:a16="http://schemas.microsoft.com/office/drawing/2014/main" id="{D8757624-EA3D-9674-F038-35D0BF14243D}"/>
                </a:ext>
              </a:extLst>
            </p:cNvPr>
            <p:cNvGrpSpPr/>
            <p:nvPr/>
          </p:nvGrpSpPr>
          <p:grpSpPr>
            <a:xfrm>
              <a:off x="1588047" y="3140200"/>
              <a:ext cx="266750" cy="342900"/>
              <a:chOff x="5053733" y="4472706"/>
              <a:chExt cx="764498" cy="795862"/>
            </a:xfrm>
          </p:grpSpPr>
          <p:pic>
            <p:nvPicPr>
              <p:cNvPr id="4104" name="Imagen 4103">
                <a:extLst>
                  <a:ext uri="{FF2B5EF4-FFF2-40B4-BE49-F238E27FC236}">
                    <a16:creationId xmlns:a16="http://schemas.microsoft.com/office/drawing/2014/main" id="{4B808761-6215-F8CC-97E1-FE533D02CD7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05" name="Imagen 4104">
                <a:extLst>
                  <a:ext uri="{FF2B5EF4-FFF2-40B4-BE49-F238E27FC236}">
                    <a16:creationId xmlns:a16="http://schemas.microsoft.com/office/drawing/2014/main" id="{3B704B02-9B18-F8B1-56D2-CEA208B44F2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15" name="Grupo 2914">
              <a:extLst>
                <a:ext uri="{FF2B5EF4-FFF2-40B4-BE49-F238E27FC236}">
                  <a16:creationId xmlns:a16="http://schemas.microsoft.com/office/drawing/2014/main" id="{FF1129EE-4724-29CD-2AB5-65B9235B1130}"/>
                </a:ext>
              </a:extLst>
            </p:cNvPr>
            <p:cNvGrpSpPr/>
            <p:nvPr/>
          </p:nvGrpSpPr>
          <p:grpSpPr>
            <a:xfrm>
              <a:off x="1588047" y="2025139"/>
              <a:ext cx="266750" cy="342900"/>
              <a:chOff x="5053733" y="4472706"/>
              <a:chExt cx="764498" cy="795862"/>
            </a:xfrm>
          </p:grpSpPr>
          <p:pic>
            <p:nvPicPr>
              <p:cNvPr id="4102" name="Imagen 4101">
                <a:extLst>
                  <a:ext uri="{FF2B5EF4-FFF2-40B4-BE49-F238E27FC236}">
                    <a16:creationId xmlns:a16="http://schemas.microsoft.com/office/drawing/2014/main" id="{4FE94FA9-6DEC-3AE8-9C03-49B4BCC0144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03" name="Imagen 4102">
                <a:extLst>
                  <a:ext uri="{FF2B5EF4-FFF2-40B4-BE49-F238E27FC236}">
                    <a16:creationId xmlns:a16="http://schemas.microsoft.com/office/drawing/2014/main" id="{8FCB355B-E208-6736-A4C1-C8E2C981370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16" name="Grupo 2915">
              <a:extLst>
                <a:ext uri="{FF2B5EF4-FFF2-40B4-BE49-F238E27FC236}">
                  <a16:creationId xmlns:a16="http://schemas.microsoft.com/office/drawing/2014/main" id="{3EBFA498-73D7-C7A9-01A8-C7B579499D66}"/>
                </a:ext>
              </a:extLst>
            </p:cNvPr>
            <p:cNvGrpSpPr/>
            <p:nvPr/>
          </p:nvGrpSpPr>
          <p:grpSpPr>
            <a:xfrm>
              <a:off x="1588047" y="2384545"/>
              <a:ext cx="266750" cy="342900"/>
              <a:chOff x="5053733" y="4472706"/>
              <a:chExt cx="764498" cy="795862"/>
            </a:xfrm>
          </p:grpSpPr>
          <p:pic>
            <p:nvPicPr>
              <p:cNvPr id="4100" name="Imagen 4099">
                <a:extLst>
                  <a:ext uri="{FF2B5EF4-FFF2-40B4-BE49-F238E27FC236}">
                    <a16:creationId xmlns:a16="http://schemas.microsoft.com/office/drawing/2014/main" id="{A1713A77-86B2-441F-B495-86BA58A1954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101" name="Imagen 4100">
                <a:extLst>
                  <a:ext uri="{FF2B5EF4-FFF2-40B4-BE49-F238E27FC236}">
                    <a16:creationId xmlns:a16="http://schemas.microsoft.com/office/drawing/2014/main" id="{5053B37B-9876-49F0-D216-14F577152E3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17" name="Grupo 2916">
              <a:extLst>
                <a:ext uri="{FF2B5EF4-FFF2-40B4-BE49-F238E27FC236}">
                  <a16:creationId xmlns:a16="http://schemas.microsoft.com/office/drawing/2014/main" id="{7F62046E-BA01-EA41-44B3-1985A8B2E39F}"/>
                </a:ext>
              </a:extLst>
            </p:cNvPr>
            <p:cNvGrpSpPr/>
            <p:nvPr/>
          </p:nvGrpSpPr>
          <p:grpSpPr>
            <a:xfrm>
              <a:off x="1589662" y="1291071"/>
              <a:ext cx="266750" cy="342900"/>
              <a:chOff x="5053733" y="4472706"/>
              <a:chExt cx="764498" cy="795862"/>
            </a:xfrm>
          </p:grpSpPr>
          <p:pic>
            <p:nvPicPr>
              <p:cNvPr id="4098" name="Imagen 4097">
                <a:extLst>
                  <a:ext uri="{FF2B5EF4-FFF2-40B4-BE49-F238E27FC236}">
                    <a16:creationId xmlns:a16="http://schemas.microsoft.com/office/drawing/2014/main" id="{76EF37E0-9636-0B70-1096-83996EE2AD3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99" name="Imagen 4098">
                <a:extLst>
                  <a:ext uri="{FF2B5EF4-FFF2-40B4-BE49-F238E27FC236}">
                    <a16:creationId xmlns:a16="http://schemas.microsoft.com/office/drawing/2014/main" id="{BF75F6A0-4F10-2752-C1F7-B2850C2B424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18" name="Grupo 2917">
              <a:extLst>
                <a:ext uri="{FF2B5EF4-FFF2-40B4-BE49-F238E27FC236}">
                  <a16:creationId xmlns:a16="http://schemas.microsoft.com/office/drawing/2014/main" id="{1B3D1ED7-430A-DC81-1CBF-D0D0CA2ECA80}"/>
                </a:ext>
              </a:extLst>
            </p:cNvPr>
            <p:cNvGrpSpPr/>
            <p:nvPr/>
          </p:nvGrpSpPr>
          <p:grpSpPr>
            <a:xfrm>
              <a:off x="1588587" y="1656161"/>
              <a:ext cx="266750" cy="342900"/>
              <a:chOff x="5053733" y="4472706"/>
              <a:chExt cx="764498" cy="795862"/>
            </a:xfrm>
          </p:grpSpPr>
          <p:pic>
            <p:nvPicPr>
              <p:cNvPr id="4096" name="Imagen 4095">
                <a:extLst>
                  <a:ext uri="{FF2B5EF4-FFF2-40B4-BE49-F238E27FC236}">
                    <a16:creationId xmlns:a16="http://schemas.microsoft.com/office/drawing/2014/main" id="{1459E309-6EAD-BCE1-17AA-1546B75A57D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97" name="Imagen 4096">
                <a:extLst>
                  <a:ext uri="{FF2B5EF4-FFF2-40B4-BE49-F238E27FC236}">
                    <a16:creationId xmlns:a16="http://schemas.microsoft.com/office/drawing/2014/main" id="{16EBBEA8-02AE-F30E-8EAC-D6E715365A1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19" name="Grupo 2918">
              <a:extLst>
                <a:ext uri="{FF2B5EF4-FFF2-40B4-BE49-F238E27FC236}">
                  <a16:creationId xmlns:a16="http://schemas.microsoft.com/office/drawing/2014/main" id="{D46C19B9-7DC2-4504-6C14-727F470CE12B}"/>
                </a:ext>
              </a:extLst>
            </p:cNvPr>
            <p:cNvGrpSpPr/>
            <p:nvPr/>
          </p:nvGrpSpPr>
          <p:grpSpPr>
            <a:xfrm>
              <a:off x="1588047" y="3502366"/>
              <a:ext cx="266750" cy="342900"/>
              <a:chOff x="5053733" y="4472706"/>
              <a:chExt cx="764498" cy="795862"/>
            </a:xfrm>
          </p:grpSpPr>
          <p:pic>
            <p:nvPicPr>
              <p:cNvPr id="4094" name="Imagen 4093">
                <a:extLst>
                  <a:ext uri="{FF2B5EF4-FFF2-40B4-BE49-F238E27FC236}">
                    <a16:creationId xmlns:a16="http://schemas.microsoft.com/office/drawing/2014/main" id="{3F1211B4-D952-AE19-CADA-6464DA109A2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95" name="Imagen 4094">
                <a:extLst>
                  <a:ext uri="{FF2B5EF4-FFF2-40B4-BE49-F238E27FC236}">
                    <a16:creationId xmlns:a16="http://schemas.microsoft.com/office/drawing/2014/main" id="{9197EB34-FBE9-5962-6F9F-1750274E790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0" name="Grupo 2919">
              <a:extLst>
                <a:ext uri="{FF2B5EF4-FFF2-40B4-BE49-F238E27FC236}">
                  <a16:creationId xmlns:a16="http://schemas.microsoft.com/office/drawing/2014/main" id="{A49402D8-3B53-FDF2-ADE3-5F4510D602A7}"/>
                </a:ext>
              </a:extLst>
            </p:cNvPr>
            <p:cNvGrpSpPr/>
            <p:nvPr/>
          </p:nvGrpSpPr>
          <p:grpSpPr>
            <a:xfrm>
              <a:off x="1588047" y="5311489"/>
              <a:ext cx="266750" cy="342900"/>
              <a:chOff x="5053733" y="4472706"/>
              <a:chExt cx="764498" cy="795862"/>
            </a:xfrm>
          </p:grpSpPr>
          <p:pic>
            <p:nvPicPr>
              <p:cNvPr id="4092" name="Imagen 4091">
                <a:extLst>
                  <a:ext uri="{FF2B5EF4-FFF2-40B4-BE49-F238E27FC236}">
                    <a16:creationId xmlns:a16="http://schemas.microsoft.com/office/drawing/2014/main" id="{40E92482-06FE-4905-8AE2-C5321A64BEB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93" name="Imagen 4092">
                <a:extLst>
                  <a:ext uri="{FF2B5EF4-FFF2-40B4-BE49-F238E27FC236}">
                    <a16:creationId xmlns:a16="http://schemas.microsoft.com/office/drawing/2014/main" id="{4C6206A6-D5E5-0F68-27CC-E3A794CB30D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1" name="Grupo 2920">
              <a:extLst>
                <a:ext uri="{FF2B5EF4-FFF2-40B4-BE49-F238E27FC236}">
                  <a16:creationId xmlns:a16="http://schemas.microsoft.com/office/drawing/2014/main" id="{995BE732-7A2E-7CEB-CFE0-C53B62B7C9AA}"/>
                </a:ext>
              </a:extLst>
            </p:cNvPr>
            <p:cNvGrpSpPr/>
            <p:nvPr/>
          </p:nvGrpSpPr>
          <p:grpSpPr>
            <a:xfrm>
              <a:off x="1588047" y="5686427"/>
              <a:ext cx="266750" cy="342900"/>
              <a:chOff x="5053733" y="4472706"/>
              <a:chExt cx="764498" cy="795862"/>
            </a:xfrm>
          </p:grpSpPr>
          <p:pic>
            <p:nvPicPr>
              <p:cNvPr id="4090" name="Imagen 4089">
                <a:extLst>
                  <a:ext uri="{FF2B5EF4-FFF2-40B4-BE49-F238E27FC236}">
                    <a16:creationId xmlns:a16="http://schemas.microsoft.com/office/drawing/2014/main" id="{A4BA7704-74A4-5096-4AAD-7518FCB2040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91" name="Imagen 4090">
                <a:extLst>
                  <a:ext uri="{FF2B5EF4-FFF2-40B4-BE49-F238E27FC236}">
                    <a16:creationId xmlns:a16="http://schemas.microsoft.com/office/drawing/2014/main" id="{10B0A654-1099-1C55-D163-21947D63EEF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2" name="Grupo 2921">
              <a:extLst>
                <a:ext uri="{FF2B5EF4-FFF2-40B4-BE49-F238E27FC236}">
                  <a16:creationId xmlns:a16="http://schemas.microsoft.com/office/drawing/2014/main" id="{DDB2557B-8F03-79C1-8550-29704813975A}"/>
                </a:ext>
              </a:extLst>
            </p:cNvPr>
            <p:cNvGrpSpPr/>
            <p:nvPr/>
          </p:nvGrpSpPr>
          <p:grpSpPr>
            <a:xfrm>
              <a:off x="1588047" y="4611739"/>
              <a:ext cx="266750" cy="342900"/>
              <a:chOff x="5053733" y="4472706"/>
              <a:chExt cx="764498" cy="795862"/>
            </a:xfrm>
          </p:grpSpPr>
          <p:pic>
            <p:nvPicPr>
              <p:cNvPr id="4088" name="Imagen 4087">
                <a:extLst>
                  <a:ext uri="{FF2B5EF4-FFF2-40B4-BE49-F238E27FC236}">
                    <a16:creationId xmlns:a16="http://schemas.microsoft.com/office/drawing/2014/main" id="{74ED31F3-BEA1-65D6-9822-355F9E6E4DD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89" name="Imagen 4088">
                <a:extLst>
                  <a:ext uri="{FF2B5EF4-FFF2-40B4-BE49-F238E27FC236}">
                    <a16:creationId xmlns:a16="http://schemas.microsoft.com/office/drawing/2014/main" id="{D8EDCB2D-91AA-E1EE-1763-D705C16898F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3" name="Grupo 2922">
              <a:extLst>
                <a:ext uri="{FF2B5EF4-FFF2-40B4-BE49-F238E27FC236}">
                  <a16:creationId xmlns:a16="http://schemas.microsoft.com/office/drawing/2014/main" id="{834FD904-B79D-05ED-B21D-B707DC4BE066}"/>
                </a:ext>
              </a:extLst>
            </p:cNvPr>
            <p:cNvGrpSpPr/>
            <p:nvPr/>
          </p:nvGrpSpPr>
          <p:grpSpPr>
            <a:xfrm>
              <a:off x="1588047" y="4970263"/>
              <a:ext cx="266750" cy="342900"/>
              <a:chOff x="5053733" y="4472706"/>
              <a:chExt cx="764498" cy="795862"/>
            </a:xfrm>
          </p:grpSpPr>
          <p:pic>
            <p:nvPicPr>
              <p:cNvPr id="4086" name="Imagen 4085">
                <a:extLst>
                  <a:ext uri="{FF2B5EF4-FFF2-40B4-BE49-F238E27FC236}">
                    <a16:creationId xmlns:a16="http://schemas.microsoft.com/office/drawing/2014/main" id="{56900AC9-DBB9-14E5-5368-F3787B4CAE4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87" name="Imagen 4086">
                <a:extLst>
                  <a:ext uri="{FF2B5EF4-FFF2-40B4-BE49-F238E27FC236}">
                    <a16:creationId xmlns:a16="http://schemas.microsoft.com/office/drawing/2014/main" id="{74B51088-C630-5603-BF3E-6DD7C852F88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4" name="Grupo 2923">
              <a:extLst>
                <a:ext uri="{FF2B5EF4-FFF2-40B4-BE49-F238E27FC236}">
                  <a16:creationId xmlns:a16="http://schemas.microsoft.com/office/drawing/2014/main" id="{2A96A3B1-99BC-1E7F-EBA8-DF3D085E5529}"/>
                </a:ext>
              </a:extLst>
            </p:cNvPr>
            <p:cNvGrpSpPr/>
            <p:nvPr/>
          </p:nvGrpSpPr>
          <p:grpSpPr>
            <a:xfrm>
              <a:off x="1588047" y="3873611"/>
              <a:ext cx="266750" cy="342900"/>
              <a:chOff x="5053733" y="4472706"/>
              <a:chExt cx="764498" cy="795862"/>
            </a:xfrm>
          </p:grpSpPr>
          <p:pic>
            <p:nvPicPr>
              <p:cNvPr id="4084" name="Imagen 4083">
                <a:extLst>
                  <a:ext uri="{FF2B5EF4-FFF2-40B4-BE49-F238E27FC236}">
                    <a16:creationId xmlns:a16="http://schemas.microsoft.com/office/drawing/2014/main" id="{70B8DA1E-377B-8B39-BEED-547B1543C24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85" name="Imagen 4084">
                <a:extLst>
                  <a:ext uri="{FF2B5EF4-FFF2-40B4-BE49-F238E27FC236}">
                    <a16:creationId xmlns:a16="http://schemas.microsoft.com/office/drawing/2014/main" id="{81CF37B9-FCE4-AA0A-50F0-26148832DBA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5" name="Grupo 2924">
              <a:extLst>
                <a:ext uri="{FF2B5EF4-FFF2-40B4-BE49-F238E27FC236}">
                  <a16:creationId xmlns:a16="http://schemas.microsoft.com/office/drawing/2014/main" id="{EA158D19-C771-60B1-27BC-E8C582ACC444}"/>
                </a:ext>
              </a:extLst>
            </p:cNvPr>
            <p:cNvGrpSpPr/>
            <p:nvPr/>
          </p:nvGrpSpPr>
          <p:grpSpPr>
            <a:xfrm>
              <a:off x="1588047" y="4255458"/>
              <a:ext cx="266750" cy="342900"/>
              <a:chOff x="5053733" y="4472706"/>
              <a:chExt cx="764498" cy="795862"/>
            </a:xfrm>
          </p:grpSpPr>
          <p:pic>
            <p:nvPicPr>
              <p:cNvPr id="4082" name="Imagen 4081">
                <a:extLst>
                  <a:ext uri="{FF2B5EF4-FFF2-40B4-BE49-F238E27FC236}">
                    <a16:creationId xmlns:a16="http://schemas.microsoft.com/office/drawing/2014/main" id="{6B15BE41-42EF-E127-2836-383B65FA907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83" name="Imagen 4082">
                <a:extLst>
                  <a:ext uri="{FF2B5EF4-FFF2-40B4-BE49-F238E27FC236}">
                    <a16:creationId xmlns:a16="http://schemas.microsoft.com/office/drawing/2014/main" id="{A96C3896-A591-53E4-AF28-3785C645099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6" name="Grupo 2925">
              <a:extLst>
                <a:ext uri="{FF2B5EF4-FFF2-40B4-BE49-F238E27FC236}">
                  <a16:creationId xmlns:a16="http://schemas.microsoft.com/office/drawing/2014/main" id="{79546140-68E7-312C-012C-6AA77DC3D6D8}"/>
                </a:ext>
              </a:extLst>
            </p:cNvPr>
            <p:cNvGrpSpPr/>
            <p:nvPr/>
          </p:nvGrpSpPr>
          <p:grpSpPr>
            <a:xfrm>
              <a:off x="1871493" y="2758116"/>
              <a:ext cx="266750" cy="342900"/>
              <a:chOff x="5053733" y="4472706"/>
              <a:chExt cx="764498" cy="795862"/>
            </a:xfrm>
          </p:grpSpPr>
          <p:pic>
            <p:nvPicPr>
              <p:cNvPr id="4080" name="Imagen 4079">
                <a:extLst>
                  <a:ext uri="{FF2B5EF4-FFF2-40B4-BE49-F238E27FC236}">
                    <a16:creationId xmlns:a16="http://schemas.microsoft.com/office/drawing/2014/main" id="{E28B034E-FABE-6493-6247-48D2DE38B61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81" name="Imagen 4080">
                <a:extLst>
                  <a:ext uri="{FF2B5EF4-FFF2-40B4-BE49-F238E27FC236}">
                    <a16:creationId xmlns:a16="http://schemas.microsoft.com/office/drawing/2014/main" id="{40185A8C-0548-F6D1-297B-979DCEAA646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7" name="Grupo 2926">
              <a:extLst>
                <a:ext uri="{FF2B5EF4-FFF2-40B4-BE49-F238E27FC236}">
                  <a16:creationId xmlns:a16="http://schemas.microsoft.com/office/drawing/2014/main" id="{12967BEF-51E6-8147-F9B4-3C0634DEC917}"/>
                </a:ext>
              </a:extLst>
            </p:cNvPr>
            <p:cNvGrpSpPr/>
            <p:nvPr/>
          </p:nvGrpSpPr>
          <p:grpSpPr>
            <a:xfrm>
              <a:off x="1871493" y="3140200"/>
              <a:ext cx="266750" cy="342900"/>
              <a:chOff x="5053733" y="4472706"/>
              <a:chExt cx="764498" cy="795862"/>
            </a:xfrm>
          </p:grpSpPr>
          <p:pic>
            <p:nvPicPr>
              <p:cNvPr id="4078" name="Imagen 4077">
                <a:extLst>
                  <a:ext uri="{FF2B5EF4-FFF2-40B4-BE49-F238E27FC236}">
                    <a16:creationId xmlns:a16="http://schemas.microsoft.com/office/drawing/2014/main" id="{2D9BCF1C-E8A3-1143-5BE5-A1CCEBC7C9A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79" name="Imagen 4078">
                <a:extLst>
                  <a:ext uri="{FF2B5EF4-FFF2-40B4-BE49-F238E27FC236}">
                    <a16:creationId xmlns:a16="http://schemas.microsoft.com/office/drawing/2014/main" id="{6393FFCE-46A1-F601-A18B-AC1F421B864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8" name="Grupo 2927">
              <a:extLst>
                <a:ext uri="{FF2B5EF4-FFF2-40B4-BE49-F238E27FC236}">
                  <a16:creationId xmlns:a16="http://schemas.microsoft.com/office/drawing/2014/main" id="{0AE28C2C-2C7A-17DD-886D-B21E4BC0E62B}"/>
                </a:ext>
              </a:extLst>
            </p:cNvPr>
            <p:cNvGrpSpPr/>
            <p:nvPr/>
          </p:nvGrpSpPr>
          <p:grpSpPr>
            <a:xfrm>
              <a:off x="1871493" y="2025139"/>
              <a:ext cx="266750" cy="342900"/>
              <a:chOff x="5053733" y="4472706"/>
              <a:chExt cx="764498" cy="795862"/>
            </a:xfrm>
          </p:grpSpPr>
          <p:pic>
            <p:nvPicPr>
              <p:cNvPr id="4076" name="Imagen 4075">
                <a:extLst>
                  <a:ext uri="{FF2B5EF4-FFF2-40B4-BE49-F238E27FC236}">
                    <a16:creationId xmlns:a16="http://schemas.microsoft.com/office/drawing/2014/main" id="{24C15ECC-0CFD-9E4C-7351-ADB737265D2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77" name="Imagen 4076">
                <a:extLst>
                  <a:ext uri="{FF2B5EF4-FFF2-40B4-BE49-F238E27FC236}">
                    <a16:creationId xmlns:a16="http://schemas.microsoft.com/office/drawing/2014/main" id="{8BBB680C-6ECB-599C-C16E-A3C6CF0551B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29" name="Grupo 2928">
              <a:extLst>
                <a:ext uri="{FF2B5EF4-FFF2-40B4-BE49-F238E27FC236}">
                  <a16:creationId xmlns:a16="http://schemas.microsoft.com/office/drawing/2014/main" id="{A71F4CB8-132C-81D9-8A2C-058D5C693971}"/>
                </a:ext>
              </a:extLst>
            </p:cNvPr>
            <p:cNvGrpSpPr/>
            <p:nvPr/>
          </p:nvGrpSpPr>
          <p:grpSpPr>
            <a:xfrm>
              <a:off x="1871493" y="2384545"/>
              <a:ext cx="266750" cy="342900"/>
              <a:chOff x="5053733" y="4472706"/>
              <a:chExt cx="764498" cy="795862"/>
            </a:xfrm>
          </p:grpSpPr>
          <p:pic>
            <p:nvPicPr>
              <p:cNvPr id="4074" name="Imagen 4073">
                <a:extLst>
                  <a:ext uri="{FF2B5EF4-FFF2-40B4-BE49-F238E27FC236}">
                    <a16:creationId xmlns:a16="http://schemas.microsoft.com/office/drawing/2014/main" id="{CC84471A-FE31-B718-E7D6-5B2BE446986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75" name="Imagen 4074">
                <a:extLst>
                  <a:ext uri="{FF2B5EF4-FFF2-40B4-BE49-F238E27FC236}">
                    <a16:creationId xmlns:a16="http://schemas.microsoft.com/office/drawing/2014/main" id="{D634475C-7D21-344E-B968-61431CC78E5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0" name="Grupo 2929">
              <a:extLst>
                <a:ext uri="{FF2B5EF4-FFF2-40B4-BE49-F238E27FC236}">
                  <a16:creationId xmlns:a16="http://schemas.microsoft.com/office/drawing/2014/main" id="{B1337CC2-FC90-1F49-D2A4-E18B4E751136}"/>
                </a:ext>
              </a:extLst>
            </p:cNvPr>
            <p:cNvGrpSpPr/>
            <p:nvPr/>
          </p:nvGrpSpPr>
          <p:grpSpPr>
            <a:xfrm>
              <a:off x="1873431" y="1291071"/>
              <a:ext cx="266750" cy="342900"/>
              <a:chOff x="5053733" y="4472706"/>
              <a:chExt cx="764498" cy="795862"/>
            </a:xfrm>
          </p:grpSpPr>
          <p:pic>
            <p:nvPicPr>
              <p:cNvPr id="4072" name="Imagen 4071">
                <a:extLst>
                  <a:ext uri="{FF2B5EF4-FFF2-40B4-BE49-F238E27FC236}">
                    <a16:creationId xmlns:a16="http://schemas.microsoft.com/office/drawing/2014/main" id="{B898E848-97F4-6876-55E0-35EDE49DFCA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73" name="Imagen 4072">
                <a:extLst>
                  <a:ext uri="{FF2B5EF4-FFF2-40B4-BE49-F238E27FC236}">
                    <a16:creationId xmlns:a16="http://schemas.microsoft.com/office/drawing/2014/main" id="{23C04784-52BD-A41D-2C8A-AEA5CAB08C4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1" name="Grupo 2930">
              <a:extLst>
                <a:ext uri="{FF2B5EF4-FFF2-40B4-BE49-F238E27FC236}">
                  <a16:creationId xmlns:a16="http://schemas.microsoft.com/office/drawing/2014/main" id="{5B06F7E2-F23F-76B2-A316-5E935B6C0185}"/>
                </a:ext>
              </a:extLst>
            </p:cNvPr>
            <p:cNvGrpSpPr/>
            <p:nvPr/>
          </p:nvGrpSpPr>
          <p:grpSpPr>
            <a:xfrm>
              <a:off x="1872141" y="1656161"/>
              <a:ext cx="266750" cy="342900"/>
              <a:chOff x="5053733" y="4472706"/>
              <a:chExt cx="764498" cy="795862"/>
            </a:xfrm>
          </p:grpSpPr>
          <p:pic>
            <p:nvPicPr>
              <p:cNvPr id="4070" name="Imagen 4069">
                <a:extLst>
                  <a:ext uri="{FF2B5EF4-FFF2-40B4-BE49-F238E27FC236}">
                    <a16:creationId xmlns:a16="http://schemas.microsoft.com/office/drawing/2014/main" id="{2825577B-F4EB-927C-10F2-568A1A45E55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71" name="Imagen 4070">
                <a:extLst>
                  <a:ext uri="{FF2B5EF4-FFF2-40B4-BE49-F238E27FC236}">
                    <a16:creationId xmlns:a16="http://schemas.microsoft.com/office/drawing/2014/main" id="{8837FB83-46B9-887F-42D4-57ABBC4345F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2" name="Grupo 2931">
              <a:extLst>
                <a:ext uri="{FF2B5EF4-FFF2-40B4-BE49-F238E27FC236}">
                  <a16:creationId xmlns:a16="http://schemas.microsoft.com/office/drawing/2014/main" id="{05320A69-7878-0DD4-5F72-DEDF3DD559FA}"/>
                </a:ext>
              </a:extLst>
            </p:cNvPr>
            <p:cNvGrpSpPr/>
            <p:nvPr/>
          </p:nvGrpSpPr>
          <p:grpSpPr>
            <a:xfrm>
              <a:off x="1871493" y="3502366"/>
              <a:ext cx="266750" cy="342900"/>
              <a:chOff x="5053733" y="4472706"/>
              <a:chExt cx="764498" cy="795862"/>
            </a:xfrm>
          </p:grpSpPr>
          <p:pic>
            <p:nvPicPr>
              <p:cNvPr id="4068" name="Imagen 4067">
                <a:extLst>
                  <a:ext uri="{FF2B5EF4-FFF2-40B4-BE49-F238E27FC236}">
                    <a16:creationId xmlns:a16="http://schemas.microsoft.com/office/drawing/2014/main" id="{491E5E23-66E0-EFDB-F891-1E4112287DB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69" name="Imagen 4068">
                <a:extLst>
                  <a:ext uri="{FF2B5EF4-FFF2-40B4-BE49-F238E27FC236}">
                    <a16:creationId xmlns:a16="http://schemas.microsoft.com/office/drawing/2014/main" id="{61C8B2C6-1EE6-6CC8-503D-0B0A0A7AD01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3" name="Grupo 2932">
              <a:extLst>
                <a:ext uri="{FF2B5EF4-FFF2-40B4-BE49-F238E27FC236}">
                  <a16:creationId xmlns:a16="http://schemas.microsoft.com/office/drawing/2014/main" id="{BA733B05-6E32-4662-39BB-17C6CA0A67E1}"/>
                </a:ext>
              </a:extLst>
            </p:cNvPr>
            <p:cNvGrpSpPr/>
            <p:nvPr/>
          </p:nvGrpSpPr>
          <p:grpSpPr>
            <a:xfrm>
              <a:off x="1871493" y="5311489"/>
              <a:ext cx="266750" cy="342900"/>
              <a:chOff x="5053733" y="4472706"/>
              <a:chExt cx="764498" cy="795862"/>
            </a:xfrm>
          </p:grpSpPr>
          <p:pic>
            <p:nvPicPr>
              <p:cNvPr id="4066" name="Imagen 4065">
                <a:extLst>
                  <a:ext uri="{FF2B5EF4-FFF2-40B4-BE49-F238E27FC236}">
                    <a16:creationId xmlns:a16="http://schemas.microsoft.com/office/drawing/2014/main" id="{07675D0E-1987-6C8E-1B31-99E47504F85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67" name="Imagen 4066">
                <a:extLst>
                  <a:ext uri="{FF2B5EF4-FFF2-40B4-BE49-F238E27FC236}">
                    <a16:creationId xmlns:a16="http://schemas.microsoft.com/office/drawing/2014/main" id="{AE1ECF31-1B4D-E58D-5966-7BE7C72B366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4" name="Grupo 2933">
              <a:extLst>
                <a:ext uri="{FF2B5EF4-FFF2-40B4-BE49-F238E27FC236}">
                  <a16:creationId xmlns:a16="http://schemas.microsoft.com/office/drawing/2014/main" id="{2143CE86-3B77-B1ED-573C-5B9EFC3EBCFF}"/>
                </a:ext>
              </a:extLst>
            </p:cNvPr>
            <p:cNvGrpSpPr/>
            <p:nvPr/>
          </p:nvGrpSpPr>
          <p:grpSpPr>
            <a:xfrm>
              <a:off x="1871493" y="5686427"/>
              <a:ext cx="266750" cy="342900"/>
              <a:chOff x="5053733" y="4472706"/>
              <a:chExt cx="764498" cy="795862"/>
            </a:xfrm>
          </p:grpSpPr>
          <p:pic>
            <p:nvPicPr>
              <p:cNvPr id="4064" name="Imagen 4063">
                <a:extLst>
                  <a:ext uri="{FF2B5EF4-FFF2-40B4-BE49-F238E27FC236}">
                    <a16:creationId xmlns:a16="http://schemas.microsoft.com/office/drawing/2014/main" id="{04AAD9BC-BF8C-AD0D-7AF4-24D44F8D03D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65" name="Imagen 4064">
                <a:extLst>
                  <a:ext uri="{FF2B5EF4-FFF2-40B4-BE49-F238E27FC236}">
                    <a16:creationId xmlns:a16="http://schemas.microsoft.com/office/drawing/2014/main" id="{0CB18D86-7853-98D5-0E5D-74EC3BD8482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5" name="Grupo 2934">
              <a:extLst>
                <a:ext uri="{FF2B5EF4-FFF2-40B4-BE49-F238E27FC236}">
                  <a16:creationId xmlns:a16="http://schemas.microsoft.com/office/drawing/2014/main" id="{730555A2-69BE-83E5-5BC1-8D2E5F160775}"/>
                </a:ext>
              </a:extLst>
            </p:cNvPr>
            <p:cNvGrpSpPr/>
            <p:nvPr/>
          </p:nvGrpSpPr>
          <p:grpSpPr>
            <a:xfrm>
              <a:off x="1871493" y="4611739"/>
              <a:ext cx="266750" cy="342900"/>
              <a:chOff x="5053733" y="4472706"/>
              <a:chExt cx="764498" cy="795862"/>
            </a:xfrm>
          </p:grpSpPr>
          <p:pic>
            <p:nvPicPr>
              <p:cNvPr id="4062" name="Imagen 4061">
                <a:extLst>
                  <a:ext uri="{FF2B5EF4-FFF2-40B4-BE49-F238E27FC236}">
                    <a16:creationId xmlns:a16="http://schemas.microsoft.com/office/drawing/2014/main" id="{02A8CD87-E777-455A-41A6-0D2E899B6A8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63" name="Imagen 4062">
                <a:extLst>
                  <a:ext uri="{FF2B5EF4-FFF2-40B4-BE49-F238E27FC236}">
                    <a16:creationId xmlns:a16="http://schemas.microsoft.com/office/drawing/2014/main" id="{4F99FCDD-AA57-02FC-A065-B3110AE6FA2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6" name="Grupo 2935">
              <a:extLst>
                <a:ext uri="{FF2B5EF4-FFF2-40B4-BE49-F238E27FC236}">
                  <a16:creationId xmlns:a16="http://schemas.microsoft.com/office/drawing/2014/main" id="{7B6B2690-2015-16A9-27BB-A139E60023D8}"/>
                </a:ext>
              </a:extLst>
            </p:cNvPr>
            <p:cNvGrpSpPr/>
            <p:nvPr/>
          </p:nvGrpSpPr>
          <p:grpSpPr>
            <a:xfrm>
              <a:off x="1871493" y="4970263"/>
              <a:ext cx="266750" cy="342900"/>
              <a:chOff x="5053733" y="4472706"/>
              <a:chExt cx="764498" cy="795862"/>
            </a:xfrm>
          </p:grpSpPr>
          <p:pic>
            <p:nvPicPr>
              <p:cNvPr id="4060" name="Imagen 4059">
                <a:extLst>
                  <a:ext uri="{FF2B5EF4-FFF2-40B4-BE49-F238E27FC236}">
                    <a16:creationId xmlns:a16="http://schemas.microsoft.com/office/drawing/2014/main" id="{D691FDFA-784C-FD63-9931-7AC5594B8EE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61" name="Imagen 4060">
                <a:extLst>
                  <a:ext uri="{FF2B5EF4-FFF2-40B4-BE49-F238E27FC236}">
                    <a16:creationId xmlns:a16="http://schemas.microsoft.com/office/drawing/2014/main" id="{0084FA91-A8F6-7E10-1B25-54E82BE523C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7" name="Grupo 2936">
              <a:extLst>
                <a:ext uri="{FF2B5EF4-FFF2-40B4-BE49-F238E27FC236}">
                  <a16:creationId xmlns:a16="http://schemas.microsoft.com/office/drawing/2014/main" id="{D1F0F003-471E-5DB6-E315-723EAD6FF351}"/>
                </a:ext>
              </a:extLst>
            </p:cNvPr>
            <p:cNvGrpSpPr/>
            <p:nvPr/>
          </p:nvGrpSpPr>
          <p:grpSpPr>
            <a:xfrm>
              <a:off x="1871493" y="3873611"/>
              <a:ext cx="266750" cy="342900"/>
              <a:chOff x="5053733" y="4472706"/>
              <a:chExt cx="764498" cy="795862"/>
            </a:xfrm>
          </p:grpSpPr>
          <p:pic>
            <p:nvPicPr>
              <p:cNvPr id="4058" name="Imagen 4057">
                <a:extLst>
                  <a:ext uri="{FF2B5EF4-FFF2-40B4-BE49-F238E27FC236}">
                    <a16:creationId xmlns:a16="http://schemas.microsoft.com/office/drawing/2014/main" id="{15C0D7A4-E508-F863-504C-03EF6B1BF9D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59" name="Imagen 4058">
                <a:extLst>
                  <a:ext uri="{FF2B5EF4-FFF2-40B4-BE49-F238E27FC236}">
                    <a16:creationId xmlns:a16="http://schemas.microsoft.com/office/drawing/2014/main" id="{FAE91E35-F068-8F06-0208-0BAB2D15076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38" name="Grupo 2937">
              <a:extLst>
                <a:ext uri="{FF2B5EF4-FFF2-40B4-BE49-F238E27FC236}">
                  <a16:creationId xmlns:a16="http://schemas.microsoft.com/office/drawing/2014/main" id="{652A7DD4-4D97-1B87-F9D3-3540E8D1AEE4}"/>
                </a:ext>
              </a:extLst>
            </p:cNvPr>
            <p:cNvGrpSpPr/>
            <p:nvPr/>
          </p:nvGrpSpPr>
          <p:grpSpPr>
            <a:xfrm>
              <a:off x="1871493" y="4255458"/>
              <a:ext cx="266750" cy="342900"/>
              <a:chOff x="5053733" y="4472706"/>
              <a:chExt cx="764498" cy="795862"/>
            </a:xfrm>
          </p:grpSpPr>
          <p:pic>
            <p:nvPicPr>
              <p:cNvPr id="4056" name="Imagen 4055">
                <a:extLst>
                  <a:ext uri="{FF2B5EF4-FFF2-40B4-BE49-F238E27FC236}">
                    <a16:creationId xmlns:a16="http://schemas.microsoft.com/office/drawing/2014/main" id="{416356E9-988B-EB4D-FEC4-C330AB0E720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57" name="Imagen 4056">
                <a:extLst>
                  <a:ext uri="{FF2B5EF4-FFF2-40B4-BE49-F238E27FC236}">
                    <a16:creationId xmlns:a16="http://schemas.microsoft.com/office/drawing/2014/main" id="{ADF1C55F-0A06-C8E9-FE57-B8E013CC77D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2939" name="Imagen 2938">
              <a:extLst>
                <a:ext uri="{FF2B5EF4-FFF2-40B4-BE49-F238E27FC236}">
                  <a16:creationId xmlns:a16="http://schemas.microsoft.com/office/drawing/2014/main" id="{2636E938-D7F1-199C-2EB2-DB9BC17A51FD}"/>
                </a:ext>
              </a:extLst>
            </p:cNvPr>
            <p:cNvPicPr>
              <a:picLocks noChangeAspect="1"/>
            </p:cNvPicPr>
            <p:nvPr/>
          </p:nvPicPr>
          <p:blipFill>
            <a:blip r:embed="rId4"/>
            <a:srcRect l="66027" t="77100" r="22826" b="11295"/>
            <a:stretch/>
          </p:blipFill>
          <p:spPr>
            <a:xfrm>
              <a:off x="3289911" y="1656161"/>
              <a:ext cx="266750" cy="342900"/>
            </a:xfrm>
            <a:prstGeom prst="rect">
              <a:avLst/>
            </a:prstGeom>
          </p:spPr>
        </p:pic>
        <p:pic>
          <p:nvPicPr>
            <p:cNvPr id="2940" name="Imagen 2939">
              <a:extLst>
                <a:ext uri="{FF2B5EF4-FFF2-40B4-BE49-F238E27FC236}">
                  <a16:creationId xmlns:a16="http://schemas.microsoft.com/office/drawing/2014/main" id="{D8BF7EFE-A4FD-CA65-FFDF-10FE1DF6BCA9}"/>
                </a:ext>
              </a:extLst>
            </p:cNvPr>
            <p:cNvPicPr>
              <a:picLocks noChangeAspect="1"/>
            </p:cNvPicPr>
            <p:nvPr/>
          </p:nvPicPr>
          <p:blipFill>
            <a:blip r:embed="rId4"/>
            <a:srcRect l="23278" t="21261" r="65575" b="67134"/>
            <a:stretch/>
          </p:blipFill>
          <p:spPr>
            <a:xfrm>
              <a:off x="3006357" y="1656161"/>
              <a:ext cx="266750" cy="342900"/>
            </a:xfrm>
            <a:prstGeom prst="rect">
              <a:avLst/>
            </a:prstGeom>
          </p:spPr>
        </p:pic>
        <p:pic>
          <p:nvPicPr>
            <p:cNvPr id="2941" name="Imagen 2940">
              <a:extLst>
                <a:ext uri="{FF2B5EF4-FFF2-40B4-BE49-F238E27FC236}">
                  <a16:creationId xmlns:a16="http://schemas.microsoft.com/office/drawing/2014/main" id="{143DF34D-E013-4D0A-36C6-F059D0EB4A4A}"/>
                </a:ext>
              </a:extLst>
            </p:cNvPr>
            <p:cNvPicPr>
              <a:picLocks noChangeAspect="1"/>
            </p:cNvPicPr>
            <p:nvPr/>
          </p:nvPicPr>
          <p:blipFill>
            <a:blip r:embed="rId4"/>
            <a:srcRect l="44426" t="21260" r="44426" b="67135"/>
            <a:stretch/>
          </p:blipFill>
          <p:spPr>
            <a:xfrm>
              <a:off x="2722803" y="1656161"/>
              <a:ext cx="266750" cy="342900"/>
            </a:xfrm>
            <a:prstGeom prst="rect">
              <a:avLst/>
            </a:prstGeom>
          </p:spPr>
        </p:pic>
        <p:pic>
          <p:nvPicPr>
            <p:cNvPr id="2942" name="Imagen 2941">
              <a:extLst>
                <a:ext uri="{FF2B5EF4-FFF2-40B4-BE49-F238E27FC236}">
                  <a16:creationId xmlns:a16="http://schemas.microsoft.com/office/drawing/2014/main" id="{5A790D6C-D6C9-FA57-FBCD-13DCEBEF30A1}"/>
                </a:ext>
              </a:extLst>
            </p:cNvPr>
            <p:cNvPicPr>
              <a:picLocks noChangeAspect="1"/>
            </p:cNvPicPr>
            <p:nvPr/>
          </p:nvPicPr>
          <p:blipFill>
            <a:blip r:embed="rId4"/>
            <a:srcRect l="12624" t="34906" r="76229" b="53489"/>
            <a:stretch/>
          </p:blipFill>
          <p:spPr>
            <a:xfrm>
              <a:off x="2439249" y="1656161"/>
              <a:ext cx="266750" cy="342900"/>
            </a:xfrm>
            <a:prstGeom prst="rect">
              <a:avLst/>
            </a:prstGeom>
          </p:spPr>
        </p:pic>
        <p:pic>
          <p:nvPicPr>
            <p:cNvPr id="2943" name="Imagen 2942">
              <a:extLst>
                <a:ext uri="{FF2B5EF4-FFF2-40B4-BE49-F238E27FC236}">
                  <a16:creationId xmlns:a16="http://schemas.microsoft.com/office/drawing/2014/main" id="{AF81CC55-ABFE-E1B3-C246-C0E12D855689}"/>
                </a:ext>
              </a:extLst>
            </p:cNvPr>
            <p:cNvPicPr>
              <a:picLocks noChangeAspect="1"/>
            </p:cNvPicPr>
            <p:nvPr/>
          </p:nvPicPr>
          <p:blipFill>
            <a:blip r:embed="rId4"/>
            <a:srcRect l="65685" t="34869" r="23168" b="53526"/>
            <a:stretch/>
          </p:blipFill>
          <p:spPr>
            <a:xfrm>
              <a:off x="2155695" y="1656161"/>
              <a:ext cx="266750" cy="342900"/>
            </a:xfrm>
            <a:prstGeom prst="rect">
              <a:avLst/>
            </a:prstGeom>
          </p:spPr>
        </p:pic>
        <p:pic>
          <p:nvPicPr>
            <p:cNvPr id="2944" name="Imagen 2943">
              <a:extLst>
                <a:ext uri="{FF2B5EF4-FFF2-40B4-BE49-F238E27FC236}">
                  <a16:creationId xmlns:a16="http://schemas.microsoft.com/office/drawing/2014/main" id="{117AC2FA-C58C-A614-469A-E47B4CC85DA7}"/>
                </a:ext>
              </a:extLst>
            </p:cNvPr>
            <p:cNvPicPr>
              <a:picLocks noChangeAspect="1"/>
            </p:cNvPicPr>
            <p:nvPr/>
          </p:nvPicPr>
          <p:blipFill>
            <a:blip r:embed="rId4"/>
            <a:srcRect l="12605" t="6975" r="76248" b="81420"/>
            <a:stretch/>
          </p:blipFill>
          <p:spPr>
            <a:xfrm>
              <a:off x="2438385" y="2025139"/>
              <a:ext cx="266750" cy="342900"/>
            </a:xfrm>
            <a:prstGeom prst="rect">
              <a:avLst/>
            </a:prstGeom>
          </p:spPr>
        </p:pic>
        <p:pic>
          <p:nvPicPr>
            <p:cNvPr id="2945" name="Imagen 2944">
              <a:extLst>
                <a:ext uri="{FF2B5EF4-FFF2-40B4-BE49-F238E27FC236}">
                  <a16:creationId xmlns:a16="http://schemas.microsoft.com/office/drawing/2014/main" id="{8E53811D-8802-2C50-0C4C-40F7CF619DD0}"/>
                </a:ext>
              </a:extLst>
            </p:cNvPr>
            <p:cNvPicPr>
              <a:picLocks noChangeAspect="1"/>
            </p:cNvPicPr>
            <p:nvPr/>
          </p:nvPicPr>
          <p:blipFill>
            <a:blip r:embed="rId4"/>
            <a:srcRect l="23278" t="21261" r="65575" b="67134"/>
            <a:stretch/>
          </p:blipFill>
          <p:spPr>
            <a:xfrm>
              <a:off x="3005277" y="2025139"/>
              <a:ext cx="266750" cy="342900"/>
            </a:xfrm>
            <a:prstGeom prst="rect">
              <a:avLst/>
            </a:prstGeom>
          </p:spPr>
        </p:pic>
        <p:pic>
          <p:nvPicPr>
            <p:cNvPr id="2946" name="Imagen 2945">
              <a:extLst>
                <a:ext uri="{FF2B5EF4-FFF2-40B4-BE49-F238E27FC236}">
                  <a16:creationId xmlns:a16="http://schemas.microsoft.com/office/drawing/2014/main" id="{AB1B02D2-6EA3-9239-467B-B4D983B2AC72}"/>
                </a:ext>
              </a:extLst>
            </p:cNvPr>
            <p:cNvPicPr>
              <a:picLocks noChangeAspect="1"/>
            </p:cNvPicPr>
            <p:nvPr/>
          </p:nvPicPr>
          <p:blipFill>
            <a:blip r:embed="rId4"/>
            <a:srcRect l="23536" t="34892" r="65317" b="53503"/>
            <a:stretch/>
          </p:blipFill>
          <p:spPr>
            <a:xfrm>
              <a:off x="2154939" y="2025139"/>
              <a:ext cx="266750" cy="342900"/>
            </a:xfrm>
            <a:prstGeom prst="rect">
              <a:avLst/>
            </a:prstGeom>
          </p:spPr>
        </p:pic>
        <p:pic>
          <p:nvPicPr>
            <p:cNvPr id="2947" name="Imagen 2946">
              <a:extLst>
                <a:ext uri="{FF2B5EF4-FFF2-40B4-BE49-F238E27FC236}">
                  <a16:creationId xmlns:a16="http://schemas.microsoft.com/office/drawing/2014/main" id="{6E0FE9FF-C2F9-9DDF-6409-EE77B1EA0D9F}"/>
                </a:ext>
              </a:extLst>
            </p:cNvPr>
            <p:cNvPicPr>
              <a:picLocks noChangeAspect="1"/>
            </p:cNvPicPr>
            <p:nvPr/>
          </p:nvPicPr>
          <p:blipFill>
            <a:blip r:embed="rId4"/>
            <a:srcRect l="44479" t="34951" r="44374" b="53444"/>
            <a:stretch/>
          </p:blipFill>
          <p:spPr>
            <a:xfrm>
              <a:off x="2721831" y="2025139"/>
              <a:ext cx="266750" cy="342900"/>
            </a:xfrm>
            <a:prstGeom prst="rect">
              <a:avLst/>
            </a:prstGeom>
          </p:spPr>
        </p:pic>
        <p:pic>
          <p:nvPicPr>
            <p:cNvPr id="2948" name="Imagen 2947">
              <a:extLst>
                <a:ext uri="{FF2B5EF4-FFF2-40B4-BE49-F238E27FC236}">
                  <a16:creationId xmlns:a16="http://schemas.microsoft.com/office/drawing/2014/main" id="{0C78CB44-7937-2B02-29A3-6E75A651284A}"/>
                </a:ext>
              </a:extLst>
            </p:cNvPr>
            <p:cNvPicPr>
              <a:picLocks noChangeAspect="1"/>
            </p:cNvPicPr>
            <p:nvPr/>
          </p:nvPicPr>
          <p:blipFill>
            <a:blip r:embed="rId4"/>
            <a:srcRect l="55103" t="34951" r="33750" b="53444"/>
            <a:stretch/>
          </p:blipFill>
          <p:spPr>
            <a:xfrm>
              <a:off x="3288723" y="2025139"/>
              <a:ext cx="266750" cy="342900"/>
            </a:xfrm>
            <a:prstGeom prst="rect">
              <a:avLst/>
            </a:prstGeom>
          </p:spPr>
        </p:pic>
        <p:pic>
          <p:nvPicPr>
            <p:cNvPr id="2949" name="Imagen 2948">
              <a:extLst>
                <a:ext uri="{FF2B5EF4-FFF2-40B4-BE49-F238E27FC236}">
                  <a16:creationId xmlns:a16="http://schemas.microsoft.com/office/drawing/2014/main" id="{965EC480-628B-74AB-94DD-48EE1D9EEEB3}"/>
                </a:ext>
              </a:extLst>
            </p:cNvPr>
            <p:cNvPicPr>
              <a:picLocks noChangeAspect="1"/>
            </p:cNvPicPr>
            <p:nvPr/>
          </p:nvPicPr>
          <p:blipFill>
            <a:blip r:embed="rId4"/>
            <a:srcRect l="12624" t="34906" r="76229" b="53489"/>
            <a:stretch/>
          </p:blipFill>
          <p:spPr>
            <a:xfrm>
              <a:off x="3005277" y="2384545"/>
              <a:ext cx="266750" cy="342900"/>
            </a:xfrm>
            <a:prstGeom prst="rect">
              <a:avLst/>
            </a:prstGeom>
          </p:spPr>
        </p:pic>
        <p:pic>
          <p:nvPicPr>
            <p:cNvPr id="2950" name="Imagen 2949">
              <a:extLst>
                <a:ext uri="{FF2B5EF4-FFF2-40B4-BE49-F238E27FC236}">
                  <a16:creationId xmlns:a16="http://schemas.microsoft.com/office/drawing/2014/main" id="{8C04B2DA-AC26-E50C-4F26-DC1FCA17704B}"/>
                </a:ext>
              </a:extLst>
            </p:cNvPr>
            <p:cNvPicPr>
              <a:picLocks noChangeAspect="1"/>
            </p:cNvPicPr>
            <p:nvPr/>
          </p:nvPicPr>
          <p:blipFill>
            <a:blip r:embed="rId4"/>
            <a:srcRect l="12605" t="6975" r="76248" b="81420"/>
            <a:stretch/>
          </p:blipFill>
          <p:spPr>
            <a:xfrm>
              <a:off x="3572169" y="2384545"/>
              <a:ext cx="266750" cy="342900"/>
            </a:xfrm>
            <a:prstGeom prst="rect">
              <a:avLst/>
            </a:prstGeom>
          </p:spPr>
        </p:pic>
        <p:pic>
          <p:nvPicPr>
            <p:cNvPr id="2951" name="Imagen 2950">
              <a:extLst>
                <a:ext uri="{FF2B5EF4-FFF2-40B4-BE49-F238E27FC236}">
                  <a16:creationId xmlns:a16="http://schemas.microsoft.com/office/drawing/2014/main" id="{0AFFC952-495C-5670-2136-AA10C93D8947}"/>
                </a:ext>
              </a:extLst>
            </p:cNvPr>
            <p:cNvPicPr>
              <a:picLocks noChangeAspect="1"/>
            </p:cNvPicPr>
            <p:nvPr/>
          </p:nvPicPr>
          <p:blipFill>
            <a:blip r:embed="rId4"/>
            <a:srcRect l="23315" t="6975" r="65538" b="81420"/>
            <a:stretch/>
          </p:blipFill>
          <p:spPr>
            <a:xfrm>
              <a:off x="2154939" y="2384545"/>
              <a:ext cx="266750" cy="342900"/>
            </a:xfrm>
            <a:prstGeom prst="rect">
              <a:avLst/>
            </a:prstGeom>
          </p:spPr>
        </p:pic>
        <p:pic>
          <p:nvPicPr>
            <p:cNvPr id="2952" name="Imagen 2951">
              <a:extLst>
                <a:ext uri="{FF2B5EF4-FFF2-40B4-BE49-F238E27FC236}">
                  <a16:creationId xmlns:a16="http://schemas.microsoft.com/office/drawing/2014/main" id="{0FBFDC94-CDC7-B157-6481-04E9C8E36EC7}"/>
                </a:ext>
              </a:extLst>
            </p:cNvPr>
            <p:cNvPicPr>
              <a:picLocks noChangeAspect="1"/>
            </p:cNvPicPr>
            <p:nvPr/>
          </p:nvPicPr>
          <p:blipFill>
            <a:blip r:embed="rId4"/>
            <a:srcRect l="76305" t="7039" r="12548" b="81356"/>
            <a:stretch/>
          </p:blipFill>
          <p:spPr>
            <a:xfrm>
              <a:off x="2721831" y="2384545"/>
              <a:ext cx="266750" cy="342900"/>
            </a:xfrm>
            <a:prstGeom prst="rect">
              <a:avLst/>
            </a:prstGeom>
          </p:spPr>
        </p:pic>
        <p:pic>
          <p:nvPicPr>
            <p:cNvPr id="2953" name="Imagen 2952">
              <a:extLst>
                <a:ext uri="{FF2B5EF4-FFF2-40B4-BE49-F238E27FC236}">
                  <a16:creationId xmlns:a16="http://schemas.microsoft.com/office/drawing/2014/main" id="{A92B0B6E-2AB0-1577-226B-32CAB1BAA5E6}"/>
                </a:ext>
              </a:extLst>
            </p:cNvPr>
            <p:cNvPicPr>
              <a:picLocks noChangeAspect="1"/>
            </p:cNvPicPr>
            <p:nvPr/>
          </p:nvPicPr>
          <p:blipFill>
            <a:blip r:embed="rId4"/>
            <a:srcRect l="12624" t="34906" r="76229" b="53489"/>
            <a:stretch/>
          </p:blipFill>
          <p:spPr>
            <a:xfrm>
              <a:off x="2438385" y="2384545"/>
              <a:ext cx="266750" cy="342900"/>
            </a:xfrm>
            <a:prstGeom prst="rect">
              <a:avLst/>
            </a:prstGeom>
          </p:spPr>
        </p:pic>
        <p:pic>
          <p:nvPicPr>
            <p:cNvPr id="2954" name="Imagen 2953">
              <a:extLst>
                <a:ext uri="{FF2B5EF4-FFF2-40B4-BE49-F238E27FC236}">
                  <a16:creationId xmlns:a16="http://schemas.microsoft.com/office/drawing/2014/main" id="{B88541FC-BE68-CB16-0FCA-5F1FD1E785B8}"/>
                </a:ext>
              </a:extLst>
            </p:cNvPr>
            <p:cNvPicPr>
              <a:picLocks noChangeAspect="1"/>
            </p:cNvPicPr>
            <p:nvPr/>
          </p:nvPicPr>
          <p:blipFill>
            <a:blip r:embed="rId4"/>
            <a:srcRect l="65685" t="34869" r="23168" b="53526"/>
            <a:stretch/>
          </p:blipFill>
          <p:spPr>
            <a:xfrm>
              <a:off x="3288723" y="2384545"/>
              <a:ext cx="266750" cy="342900"/>
            </a:xfrm>
            <a:prstGeom prst="rect">
              <a:avLst/>
            </a:prstGeom>
          </p:spPr>
        </p:pic>
        <p:pic>
          <p:nvPicPr>
            <p:cNvPr id="2955" name="Imagen 2954">
              <a:extLst>
                <a:ext uri="{FF2B5EF4-FFF2-40B4-BE49-F238E27FC236}">
                  <a16:creationId xmlns:a16="http://schemas.microsoft.com/office/drawing/2014/main" id="{127E701C-DF48-C64A-4CD8-21ED9C6ABE44}"/>
                </a:ext>
              </a:extLst>
            </p:cNvPr>
            <p:cNvPicPr>
              <a:picLocks noChangeAspect="1"/>
            </p:cNvPicPr>
            <p:nvPr/>
          </p:nvPicPr>
          <p:blipFill>
            <a:blip r:embed="rId4"/>
            <a:srcRect l="12605" t="6975" r="76248" b="81420"/>
            <a:stretch/>
          </p:blipFill>
          <p:spPr>
            <a:xfrm>
              <a:off x="2721831" y="2758116"/>
              <a:ext cx="266750" cy="342900"/>
            </a:xfrm>
            <a:prstGeom prst="rect">
              <a:avLst/>
            </a:prstGeom>
          </p:spPr>
        </p:pic>
        <p:pic>
          <p:nvPicPr>
            <p:cNvPr id="2956" name="Imagen 2955">
              <a:extLst>
                <a:ext uri="{FF2B5EF4-FFF2-40B4-BE49-F238E27FC236}">
                  <a16:creationId xmlns:a16="http://schemas.microsoft.com/office/drawing/2014/main" id="{C6163C53-C17C-C314-414D-E2FFB2270F05}"/>
                </a:ext>
              </a:extLst>
            </p:cNvPr>
            <p:cNvPicPr>
              <a:picLocks noChangeAspect="1"/>
            </p:cNvPicPr>
            <p:nvPr/>
          </p:nvPicPr>
          <p:blipFill>
            <a:blip r:embed="rId4"/>
            <a:srcRect l="23278" t="21261" r="65575" b="67134"/>
            <a:stretch/>
          </p:blipFill>
          <p:spPr>
            <a:xfrm>
              <a:off x="4139061" y="2758116"/>
              <a:ext cx="266750" cy="342900"/>
            </a:xfrm>
            <a:prstGeom prst="rect">
              <a:avLst/>
            </a:prstGeom>
          </p:spPr>
        </p:pic>
        <p:pic>
          <p:nvPicPr>
            <p:cNvPr id="2957" name="Imagen 2956">
              <a:extLst>
                <a:ext uri="{FF2B5EF4-FFF2-40B4-BE49-F238E27FC236}">
                  <a16:creationId xmlns:a16="http://schemas.microsoft.com/office/drawing/2014/main" id="{17EFCBFC-AFA2-DC85-C200-2F3ABE83CD39}"/>
                </a:ext>
              </a:extLst>
            </p:cNvPr>
            <p:cNvPicPr>
              <a:picLocks noChangeAspect="1"/>
            </p:cNvPicPr>
            <p:nvPr/>
          </p:nvPicPr>
          <p:blipFill>
            <a:blip r:embed="rId4"/>
            <a:srcRect l="76337" t="34935" r="12515" b="53460"/>
            <a:stretch/>
          </p:blipFill>
          <p:spPr>
            <a:xfrm>
              <a:off x="3855615" y="2758116"/>
              <a:ext cx="266750" cy="342900"/>
            </a:xfrm>
            <a:prstGeom prst="rect">
              <a:avLst/>
            </a:prstGeom>
          </p:spPr>
        </p:pic>
        <p:pic>
          <p:nvPicPr>
            <p:cNvPr id="2958" name="Imagen 2957">
              <a:extLst>
                <a:ext uri="{FF2B5EF4-FFF2-40B4-BE49-F238E27FC236}">
                  <a16:creationId xmlns:a16="http://schemas.microsoft.com/office/drawing/2014/main" id="{A6CDCCAE-1307-5721-43C9-5FD728A8F05E}"/>
                </a:ext>
              </a:extLst>
            </p:cNvPr>
            <p:cNvPicPr>
              <a:picLocks noChangeAspect="1"/>
            </p:cNvPicPr>
            <p:nvPr/>
          </p:nvPicPr>
          <p:blipFill>
            <a:blip r:embed="rId4"/>
            <a:srcRect l="12605" t="6975" r="76248" b="81420"/>
            <a:stretch/>
          </p:blipFill>
          <p:spPr>
            <a:xfrm>
              <a:off x="3288723" y="2758116"/>
              <a:ext cx="266750" cy="342900"/>
            </a:xfrm>
            <a:prstGeom prst="rect">
              <a:avLst/>
            </a:prstGeom>
          </p:spPr>
        </p:pic>
        <p:pic>
          <p:nvPicPr>
            <p:cNvPr id="2959" name="Imagen 2958">
              <a:extLst>
                <a:ext uri="{FF2B5EF4-FFF2-40B4-BE49-F238E27FC236}">
                  <a16:creationId xmlns:a16="http://schemas.microsoft.com/office/drawing/2014/main" id="{05B64292-3F06-8EA4-DFED-504691765CEF}"/>
                </a:ext>
              </a:extLst>
            </p:cNvPr>
            <p:cNvPicPr>
              <a:picLocks noChangeAspect="1"/>
            </p:cNvPicPr>
            <p:nvPr/>
          </p:nvPicPr>
          <p:blipFill>
            <a:blip r:embed="rId4"/>
            <a:srcRect l="76305" t="7039" r="12548" b="81356"/>
            <a:stretch/>
          </p:blipFill>
          <p:spPr>
            <a:xfrm>
              <a:off x="2154939" y="2758116"/>
              <a:ext cx="266750" cy="342900"/>
            </a:xfrm>
            <a:prstGeom prst="rect">
              <a:avLst/>
            </a:prstGeom>
          </p:spPr>
        </p:pic>
        <p:pic>
          <p:nvPicPr>
            <p:cNvPr id="2960" name="Imagen 2959">
              <a:extLst>
                <a:ext uri="{FF2B5EF4-FFF2-40B4-BE49-F238E27FC236}">
                  <a16:creationId xmlns:a16="http://schemas.microsoft.com/office/drawing/2014/main" id="{B4D2C5AE-ECC1-BBAA-2D81-8784B1AC0751}"/>
                </a:ext>
              </a:extLst>
            </p:cNvPr>
            <p:cNvPicPr>
              <a:picLocks noChangeAspect="1"/>
            </p:cNvPicPr>
            <p:nvPr/>
          </p:nvPicPr>
          <p:blipFill>
            <a:blip r:embed="rId4"/>
            <a:srcRect l="55122" t="21082" r="33731" b="67313"/>
            <a:stretch/>
          </p:blipFill>
          <p:spPr>
            <a:xfrm>
              <a:off x="4422507" y="2758116"/>
              <a:ext cx="266750" cy="342900"/>
            </a:xfrm>
            <a:prstGeom prst="rect">
              <a:avLst/>
            </a:prstGeom>
          </p:spPr>
        </p:pic>
        <p:pic>
          <p:nvPicPr>
            <p:cNvPr id="2961" name="Imagen 2960">
              <a:extLst>
                <a:ext uri="{FF2B5EF4-FFF2-40B4-BE49-F238E27FC236}">
                  <a16:creationId xmlns:a16="http://schemas.microsoft.com/office/drawing/2014/main" id="{5B998E37-4EB3-3AFD-D9B9-E01136094AA1}"/>
                </a:ext>
              </a:extLst>
            </p:cNvPr>
            <p:cNvPicPr>
              <a:picLocks noChangeAspect="1"/>
            </p:cNvPicPr>
            <p:nvPr/>
          </p:nvPicPr>
          <p:blipFill>
            <a:blip r:embed="rId4"/>
            <a:srcRect l="33853" t="34951" r="55000" b="53444"/>
            <a:stretch/>
          </p:blipFill>
          <p:spPr>
            <a:xfrm>
              <a:off x="3572169" y="2758116"/>
              <a:ext cx="266750" cy="342900"/>
            </a:xfrm>
            <a:prstGeom prst="rect">
              <a:avLst/>
            </a:prstGeom>
          </p:spPr>
        </p:pic>
        <p:pic>
          <p:nvPicPr>
            <p:cNvPr id="2962" name="Imagen 2961">
              <a:extLst>
                <a:ext uri="{FF2B5EF4-FFF2-40B4-BE49-F238E27FC236}">
                  <a16:creationId xmlns:a16="http://schemas.microsoft.com/office/drawing/2014/main" id="{D8B02675-7DF3-F4F0-5391-CEF7AC6E9B5E}"/>
                </a:ext>
              </a:extLst>
            </p:cNvPr>
            <p:cNvPicPr>
              <a:picLocks noChangeAspect="1"/>
            </p:cNvPicPr>
            <p:nvPr/>
          </p:nvPicPr>
          <p:blipFill>
            <a:blip r:embed="rId4"/>
            <a:srcRect l="76337" t="34935" r="12515" b="53460"/>
            <a:stretch/>
          </p:blipFill>
          <p:spPr>
            <a:xfrm>
              <a:off x="2438385" y="2758116"/>
              <a:ext cx="266750" cy="342900"/>
            </a:xfrm>
            <a:prstGeom prst="rect">
              <a:avLst/>
            </a:prstGeom>
          </p:spPr>
        </p:pic>
        <p:pic>
          <p:nvPicPr>
            <p:cNvPr id="2963" name="Imagen 2962">
              <a:extLst>
                <a:ext uri="{FF2B5EF4-FFF2-40B4-BE49-F238E27FC236}">
                  <a16:creationId xmlns:a16="http://schemas.microsoft.com/office/drawing/2014/main" id="{A2D2B9E7-9ACF-E03B-6A9B-6D90DC289F6F}"/>
                </a:ext>
              </a:extLst>
            </p:cNvPr>
            <p:cNvPicPr>
              <a:picLocks noChangeAspect="1"/>
            </p:cNvPicPr>
            <p:nvPr/>
          </p:nvPicPr>
          <p:blipFill>
            <a:blip r:embed="rId4"/>
            <a:srcRect l="44426" t="49100" r="44426" b="39295"/>
            <a:stretch/>
          </p:blipFill>
          <p:spPr>
            <a:xfrm>
              <a:off x="3005277" y="2758116"/>
              <a:ext cx="266750" cy="342900"/>
            </a:xfrm>
            <a:prstGeom prst="rect">
              <a:avLst/>
            </a:prstGeom>
          </p:spPr>
        </p:pic>
        <p:pic>
          <p:nvPicPr>
            <p:cNvPr id="2964" name="Imagen 2963">
              <a:extLst>
                <a:ext uri="{FF2B5EF4-FFF2-40B4-BE49-F238E27FC236}">
                  <a16:creationId xmlns:a16="http://schemas.microsoft.com/office/drawing/2014/main" id="{52727A82-0554-4677-A907-86F9D5812E5E}"/>
                </a:ext>
              </a:extLst>
            </p:cNvPr>
            <p:cNvPicPr>
              <a:picLocks noChangeAspect="1"/>
            </p:cNvPicPr>
            <p:nvPr/>
          </p:nvPicPr>
          <p:blipFill>
            <a:blip r:embed="rId4"/>
            <a:srcRect l="12605" t="6975" r="76248" b="81420"/>
            <a:stretch/>
          </p:blipFill>
          <p:spPr>
            <a:xfrm>
              <a:off x="2721831" y="3502366"/>
              <a:ext cx="266750" cy="342900"/>
            </a:xfrm>
            <a:prstGeom prst="rect">
              <a:avLst/>
            </a:prstGeom>
          </p:spPr>
        </p:pic>
        <p:pic>
          <p:nvPicPr>
            <p:cNvPr id="2965" name="Imagen 2964">
              <a:extLst>
                <a:ext uri="{FF2B5EF4-FFF2-40B4-BE49-F238E27FC236}">
                  <a16:creationId xmlns:a16="http://schemas.microsoft.com/office/drawing/2014/main" id="{55C64547-49D3-E93D-6736-08BEAEC7E077}"/>
                </a:ext>
              </a:extLst>
            </p:cNvPr>
            <p:cNvPicPr>
              <a:picLocks noChangeAspect="1"/>
            </p:cNvPicPr>
            <p:nvPr/>
          </p:nvPicPr>
          <p:blipFill>
            <a:blip r:embed="rId4"/>
            <a:srcRect l="12601" t="21080" r="76252" b="67315"/>
            <a:stretch/>
          </p:blipFill>
          <p:spPr>
            <a:xfrm>
              <a:off x="3572169" y="3502366"/>
              <a:ext cx="266750" cy="342900"/>
            </a:xfrm>
            <a:prstGeom prst="rect">
              <a:avLst/>
            </a:prstGeom>
          </p:spPr>
        </p:pic>
        <p:pic>
          <p:nvPicPr>
            <p:cNvPr id="2966" name="Imagen 2965">
              <a:extLst>
                <a:ext uri="{FF2B5EF4-FFF2-40B4-BE49-F238E27FC236}">
                  <a16:creationId xmlns:a16="http://schemas.microsoft.com/office/drawing/2014/main" id="{60E9040F-1C17-05B6-957C-E99242522244}"/>
                </a:ext>
              </a:extLst>
            </p:cNvPr>
            <p:cNvPicPr>
              <a:picLocks noChangeAspect="1"/>
            </p:cNvPicPr>
            <p:nvPr/>
          </p:nvPicPr>
          <p:blipFill>
            <a:blip r:embed="rId4"/>
            <a:srcRect l="12605" t="6975" r="76248" b="81420"/>
            <a:stretch/>
          </p:blipFill>
          <p:spPr>
            <a:xfrm>
              <a:off x="3855615" y="3502366"/>
              <a:ext cx="266750" cy="342900"/>
            </a:xfrm>
            <a:prstGeom prst="rect">
              <a:avLst/>
            </a:prstGeom>
          </p:spPr>
        </p:pic>
        <p:pic>
          <p:nvPicPr>
            <p:cNvPr id="2967" name="Imagen 2966">
              <a:extLst>
                <a:ext uri="{FF2B5EF4-FFF2-40B4-BE49-F238E27FC236}">
                  <a16:creationId xmlns:a16="http://schemas.microsoft.com/office/drawing/2014/main" id="{05F5065D-A9E1-DDE8-AA15-18877C031FFB}"/>
                </a:ext>
              </a:extLst>
            </p:cNvPr>
            <p:cNvPicPr>
              <a:picLocks noChangeAspect="1"/>
            </p:cNvPicPr>
            <p:nvPr/>
          </p:nvPicPr>
          <p:blipFill>
            <a:blip r:embed="rId4"/>
            <a:srcRect l="76305" t="7039" r="12548" b="81356"/>
            <a:stretch/>
          </p:blipFill>
          <p:spPr>
            <a:xfrm>
              <a:off x="3288723" y="3502366"/>
              <a:ext cx="266750" cy="342900"/>
            </a:xfrm>
            <a:prstGeom prst="rect">
              <a:avLst/>
            </a:prstGeom>
          </p:spPr>
        </p:pic>
        <p:pic>
          <p:nvPicPr>
            <p:cNvPr id="2968" name="Imagen 2967">
              <a:extLst>
                <a:ext uri="{FF2B5EF4-FFF2-40B4-BE49-F238E27FC236}">
                  <a16:creationId xmlns:a16="http://schemas.microsoft.com/office/drawing/2014/main" id="{15086F7D-2AF7-C4A5-6AD4-D52FA5B55D8F}"/>
                </a:ext>
              </a:extLst>
            </p:cNvPr>
            <p:cNvPicPr>
              <a:picLocks noChangeAspect="1"/>
            </p:cNvPicPr>
            <p:nvPr/>
          </p:nvPicPr>
          <p:blipFill>
            <a:blip r:embed="rId4"/>
            <a:srcRect l="12601" t="21080" r="76252" b="67315"/>
            <a:stretch/>
          </p:blipFill>
          <p:spPr>
            <a:xfrm>
              <a:off x="2438385" y="3502366"/>
              <a:ext cx="266750" cy="342900"/>
            </a:xfrm>
            <a:prstGeom prst="rect">
              <a:avLst/>
            </a:prstGeom>
          </p:spPr>
        </p:pic>
        <p:pic>
          <p:nvPicPr>
            <p:cNvPr id="2969" name="Imagen 2968">
              <a:extLst>
                <a:ext uri="{FF2B5EF4-FFF2-40B4-BE49-F238E27FC236}">
                  <a16:creationId xmlns:a16="http://schemas.microsoft.com/office/drawing/2014/main" id="{2E9F2AA1-27BE-C50F-44BE-5C7FDC3225CB}"/>
                </a:ext>
              </a:extLst>
            </p:cNvPr>
            <p:cNvPicPr>
              <a:picLocks noChangeAspect="1"/>
            </p:cNvPicPr>
            <p:nvPr/>
          </p:nvPicPr>
          <p:blipFill>
            <a:blip r:embed="rId4"/>
            <a:srcRect l="23278" t="21261" r="65575" b="67134"/>
            <a:stretch/>
          </p:blipFill>
          <p:spPr>
            <a:xfrm>
              <a:off x="4139061" y="3502366"/>
              <a:ext cx="266750" cy="342900"/>
            </a:xfrm>
            <a:prstGeom prst="rect">
              <a:avLst/>
            </a:prstGeom>
          </p:spPr>
        </p:pic>
        <p:pic>
          <p:nvPicPr>
            <p:cNvPr id="2970" name="Imagen 2969">
              <a:extLst>
                <a:ext uri="{FF2B5EF4-FFF2-40B4-BE49-F238E27FC236}">
                  <a16:creationId xmlns:a16="http://schemas.microsoft.com/office/drawing/2014/main" id="{935A370B-E173-E5C9-0762-4382F3BACBD4}"/>
                </a:ext>
              </a:extLst>
            </p:cNvPr>
            <p:cNvPicPr>
              <a:picLocks noChangeAspect="1"/>
            </p:cNvPicPr>
            <p:nvPr/>
          </p:nvPicPr>
          <p:blipFill>
            <a:blip r:embed="rId4"/>
            <a:srcRect l="76281" t="21082" r="12572" b="67313"/>
            <a:stretch/>
          </p:blipFill>
          <p:spPr>
            <a:xfrm>
              <a:off x="3005277" y="3502366"/>
              <a:ext cx="266750" cy="342900"/>
            </a:xfrm>
            <a:prstGeom prst="rect">
              <a:avLst/>
            </a:prstGeom>
          </p:spPr>
        </p:pic>
        <p:pic>
          <p:nvPicPr>
            <p:cNvPr id="2971" name="Imagen 2970">
              <a:extLst>
                <a:ext uri="{FF2B5EF4-FFF2-40B4-BE49-F238E27FC236}">
                  <a16:creationId xmlns:a16="http://schemas.microsoft.com/office/drawing/2014/main" id="{F1A3FAA7-313E-BE19-1B25-D176359EA056}"/>
                </a:ext>
              </a:extLst>
            </p:cNvPr>
            <p:cNvPicPr>
              <a:picLocks noChangeAspect="1"/>
            </p:cNvPicPr>
            <p:nvPr/>
          </p:nvPicPr>
          <p:blipFill>
            <a:blip r:embed="rId4"/>
            <a:srcRect l="55103" t="34951" r="33750" b="53444"/>
            <a:stretch/>
          </p:blipFill>
          <p:spPr>
            <a:xfrm>
              <a:off x="2154939" y="3502366"/>
              <a:ext cx="266750" cy="342900"/>
            </a:xfrm>
            <a:prstGeom prst="rect">
              <a:avLst/>
            </a:prstGeom>
          </p:spPr>
        </p:pic>
        <p:pic>
          <p:nvPicPr>
            <p:cNvPr id="2972" name="Imagen 2971">
              <a:extLst>
                <a:ext uri="{FF2B5EF4-FFF2-40B4-BE49-F238E27FC236}">
                  <a16:creationId xmlns:a16="http://schemas.microsoft.com/office/drawing/2014/main" id="{E8E81BDA-7BBF-13E2-FFEB-012C1D461467}"/>
                </a:ext>
              </a:extLst>
            </p:cNvPr>
            <p:cNvPicPr>
              <a:picLocks noChangeAspect="1"/>
            </p:cNvPicPr>
            <p:nvPr/>
          </p:nvPicPr>
          <p:blipFill>
            <a:blip r:embed="rId4"/>
            <a:srcRect l="23315" t="6975" r="65538" b="81420"/>
            <a:stretch/>
          </p:blipFill>
          <p:spPr>
            <a:xfrm>
              <a:off x="3572169" y="3873611"/>
              <a:ext cx="266750" cy="342900"/>
            </a:xfrm>
            <a:prstGeom prst="rect">
              <a:avLst/>
            </a:prstGeom>
          </p:spPr>
        </p:pic>
        <p:pic>
          <p:nvPicPr>
            <p:cNvPr id="2973" name="Imagen 2972">
              <a:extLst>
                <a:ext uri="{FF2B5EF4-FFF2-40B4-BE49-F238E27FC236}">
                  <a16:creationId xmlns:a16="http://schemas.microsoft.com/office/drawing/2014/main" id="{DA4626CF-91E3-B2B3-9DDD-5679B2D75BA0}"/>
                </a:ext>
              </a:extLst>
            </p:cNvPr>
            <p:cNvPicPr>
              <a:picLocks noChangeAspect="1"/>
            </p:cNvPicPr>
            <p:nvPr/>
          </p:nvPicPr>
          <p:blipFill>
            <a:blip r:embed="rId4"/>
            <a:srcRect l="12624" t="34906" r="76229" b="53489"/>
            <a:stretch/>
          </p:blipFill>
          <p:spPr>
            <a:xfrm>
              <a:off x="3005277" y="3873611"/>
              <a:ext cx="266750" cy="342900"/>
            </a:xfrm>
            <a:prstGeom prst="rect">
              <a:avLst/>
            </a:prstGeom>
          </p:spPr>
        </p:pic>
        <p:pic>
          <p:nvPicPr>
            <p:cNvPr id="2974" name="Imagen 2973">
              <a:extLst>
                <a:ext uri="{FF2B5EF4-FFF2-40B4-BE49-F238E27FC236}">
                  <a16:creationId xmlns:a16="http://schemas.microsoft.com/office/drawing/2014/main" id="{BB9B054B-3DDF-3341-2AD9-5FFB2E5875A9}"/>
                </a:ext>
              </a:extLst>
            </p:cNvPr>
            <p:cNvPicPr>
              <a:picLocks noChangeAspect="1"/>
            </p:cNvPicPr>
            <p:nvPr/>
          </p:nvPicPr>
          <p:blipFill>
            <a:blip r:embed="rId4"/>
            <a:srcRect l="33916" t="6975" r="54937" b="81420"/>
            <a:stretch/>
          </p:blipFill>
          <p:spPr>
            <a:xfrm>
              <a:off x="2154939" y="3873611"/>
              <a:ext cx="266750" cy="342900"/>
            </a:xfrm>
            <a:prstGeom prst="rect">
              <a:avLst/>
            </a:prstGeom>
          </p:spPr>
        </p:pic>
        <p:pic>
          <p:nvPicPr>
            <p:cNvPr id="2975" name="Imagen 2974">
              <a:extLst>
                <a:ext uri="{FF2B5EF4-FFF2-40B4-BE49-F238E27FC236}">
                  <a16:creationId xmlns:a16="http://schemas.microsoft.com/office/drawing/2014/main" id="{40701708-2B4B-38A2-457D-15BE6E12FB45}"/>
                </a:ext>
              </a:extLst>
            </p:cNvPr>
            <p:cNvPicPr>
              <a:picLocks noChangeAspect="1"/>
            </p:cNvPicPr>
            <p:nvPr/>
          </p:nvPicPr>
          <p:blipFill>
            <a:blip r:embed="rId4"/>
            <a:srcRect l="55122" t="21082" r="33731" b="67313"/>
            <a:stretch/>
          </p:blipFill>
          <p:spPr>
            <a:xfrm>
              <a:off x="2721831" y="3873611"/>
              <a:ext cx="266750" cy="342900"/>
            </a:xfrm>
            <a:prstGeom prst="rect">
              <a:avLst/>
            </a:prstGeom>
          </p:spPr>
        </p:pic>
        <p:pic>
          <p:nvPicPr>
            <p:cNvPr id="2976" name="Imagen 2975">
              <a:extLst>
                <a:ext uri="{FF2B5EF4-FFF2-40B4-BE49-F238E27FC236}">
                  <a16:creationId xmlns:a16="http://schemas.microsoft.com/office/drawing/2014/main" id="{8E5B7844-52DF-705C-85B3-5CE309B5D6BE}"/>
                </a:ext>
              </a:extLst>
            </p:cNvPr>
            <p:cNvPicPr>
              <a:picLocks noChangeAspect="1"/>
            </p:cNvPicPr>
            <p:nvPr/>
          </p:nvPicPr>
          <p:blipFill>
            <a:blip r:embed="rId4"/>
            <a:srcRect l="65751" t="21142" r="23101" b="67253"/>
            <a:stretch/>
          </p:blipFill>
          <p:spPr>
            <a:xfrm>
              <a:off x="3288723" y="3873611"/>
              <a:ext cx="266750" cy="342900"/>
            </a:xfrm>
            <a:prstGeom prst="rect">
              <a:avLst/>
            </a:prstGeom>
          </p:spPr>
        </p:pic>
        <p:pic>
          <p:nvPicPr>
            <p:cNvPr id="2977" name="Imagen 2976">
              <a:extLst>
                <a:ext uri="{FF2B5EF4-FFF2-40B4-BE49-F238E27FC236}">
                  <a16:creationId xmlns:a16="http://schemas.microsoft.com/office/drawing/2014/main" id="{BD09E351-7A3D-9BFC-89D4-570E9527852F}"/>
                </a:ext>
              </a:extLst>
            </p:cNvPr>
            <p:cNvPicPr>
              <a:picLocks noChangeAspect="1"/>
            </p:cNvPicPr>
            <p:nvPr/>
          </p:nvPicPr>
          <p:blipFill>
            <a:blip r:embed="rId4"/>
            <a:srcRect l="12624" t="34906" r="76229" b="53489"/>
            <a:stretch/>
          </p:blipFill>
          <p:spPr>
            <a:xfrm>
              <a:off x="2438385" y="3873611"/>
              <a:ext cx="266750" cy="342900"/>
            </a:xfrm>
            <a:prstGeom prst="rect">
              <a:avLst/>
            </a:prstGeom>
          </p:spPr>
        </p:pic>
        <p:pic>
          <p:nvPicPr>
            <p:cNvPr id="2978" name="Imagen 2977">
              <a:extLst>
                <a:ext uri="{FF2B5EF4-FFF2-40B4-BE49-F238E27FC236}">
                  <a16:creationId xmlns:a16="http://schemas.microsoft.com/office/drawing/2014/main" id="{20ED27CB-83BC-5D16-47B4-126404E437AA}"/>
                </a:ext>
              </a:extLst>
            </p:cNvPr>
            <p:cNvPicPr>
              <a:picLocks noChangeAspect="1"/>
            </p:cNvPicPr>
            <p:nvPr/>
          </p:nvPicPr>
          <p:blipFill>
            <a:blip r:embed="rId4"/>
            <a:srcRect l="12624" t="34906" r="76229" b="53489"/>
            <a:stretch/>
          </p:blipFill>
          <p:spPr>
            <a:xfrm>
              <a:off x="4139061" y="3873611"/>
              <a:ext cx="266750" cy="342900"/>
            </a:xfrm>
            <a:prstGeom prst="rect">
              <a:avLst/>
            </a:prstGeom>
          </p:spPr>
        </p:pic>
        <p:pic>
          <p:nvPicPr>
            <p:cNvPr id="2979" name="Imagen 2978">
              <a:extLst>
                <a:ext uri="{FF2B5EF4-FFF2-40B4-BE49-F238E27FC236}">
                  <a16:creationId xmlns:a16="http://schemas.microsoft.com/office/drawing/2014/main" id="{C1EE4C9F-4EE4-5C46-9661-E50CEB8011D5}"/>
                </a:ext>
              </a:extLst>
            </p:cNvPr>
            <p:cNvPicPr>
              <a:picLocks noChangeAspect="1"/>
            </p:cNvPicPr>
            <p:nvPr/>
          </p:nvPicPr>
          <p:blipFill>
            <a:blip r:embed="rId4"/>
            <a:srcRect l="12624" t="34906" r="76229" b="53489"/>
            <a:stretch/>
          </p:blipFill>
          <p:spPr>
            <a:xfrm>
              <a:off x="3572169" y="4611739"/>
              <a:ext cx="266750" cy="342900"/>
            </a:xfrm>
            <a:prstGeom prst="rect">
              <a:avLst/>
            </a:prstGeom>
          </p:spPr>
        </p:pic>
        <p:pic>
          <p:nvPicPr>
            <p:cNvPr id="2980" name="Imagen 2979">
              <a:extLst>
                <a:ext uri="{FF2B5EF4-FFF2-40B4-BE49-F238E27FC236}">
                  <a16:creationId xmlns:a16="http://schemas.microsoft.com/office/drawing/2014/main" id="{328849B3-931C-DBF8-13A5-9CC9A4F9DF93}"/>
                </a:ext>
              </a:extLst>
            </p:cNvPr>
            <p:cNvPicPr>
              <a:picLocks noChangeAspect="1"/>
            </p:cNvPicPr>
            <p:nvPr/>
          </p:nvPicPr>
          <p:blipFill>
            <a:blip r:embed="rId4"/>
            <a:srcRect l="65751" t="21142" r="23101" b="67253"/>
            <a:stretch/>
          </p:blipFill>
          <p:spPr>
            <a:xfrm>
              <a:off x="2154939" y="5311489"/>
              <a:ext cx="266750" cy="342900"/>
            </a:xfrm>
            <a:prstGeom prst="rect">
              <a:avLst/>
            </a:prstGeom>
          </p:spPr>
        </p:pic>
        <p:pic>
          <p:nvPicPr>
            <p:cNvPr id="2981" name="Imagen 2980">
              <a:extLst>
                <a:ext uri="{FF2B5EF4-FFF2-40B4-BE49-F238E27FC236}">
                  <a16:creationId xmlns:a16="http://schemas.microsoft.com/office/drawing/2014/main" id="{C54FEC95-7E40-4531-7F00-A8DC2ECB9E0A}"/>
                </a:ext>
              </a:extLst>
            </p:cNvPr>
            <p:cNvPicPr>
              <a:picLocks noChangeAspect="1"/>
            </p:cNvPicPr>
            <p:nvPr/>
          </p:nvPicPr>
          <p:blipFill>
            <a:blip r:embed="rId4"/>
            <a:srcRect l="12624" t="34906" r="76229" b="53489"/>
            <a:stretch/>
          </p:blipFill>
          <p:spPr>
            <a:xfrm>
              <a:off x="2438385" y="4255458"/>
              <a:ext cx="266750" cy="342900"/>
            </a:xfrm>
            <a:prstGeom prst="rect">
              <a:avLst/>
            </a:prstGeom>
          </p:spPr>
        </p:pic>
        <p:pic>
          <p:nvPicPr>
            <p:cNvPr id="2982" name="Imagen 2981">
              <a:extLst>
                <a:ext uri="{FF2B5EF4-FFF2-40B4-BE49-F238E27FC236}">
                  <a16:creationId xmlns:a16="http://schemas.microsoft.com/office/drawing/2014/main" id="{5A0FB9CA-FEF6-4E07-8770-15A4F314FF9F}"/>
                </a:ext>
              </a:extLst>
            </p:cNvPr>
            <p:cNvPicPr>
              <a:picLocks noChangeAspect="1"/>
            </p:cNvPicPr>
            <p:nvPr/>
          </p:nvPicPr>
          <p:blipFill>
            <a:blip r:embed="rId4"/>
            <a:srcRect l="44516" t="6975" r="44337" b="81420"/>
            <a:stretch/>
          </p:blipFill>
          <p:spPr>
            <a:xfrm>
              <a:off x="2154939" y="4255458"/>
              <a:ext cx="266750" cy="342900"/>
            </a:xfrm>
            <a:prstGeom prst="rect">
              <a:avLst/>
            </a:prstGeom>
          </p:spPr>
        </p:pic>
        <p:pic>
          <p:nvPicPr>
            <p:cNvPr id="2983" name="Imagen 2982">
              <a:extLst>
                <a:ext uri="{FF2B5EF4-FFF2-40B4-BE49-F238E27FC236}">
                  <a16:creationId xmlns:a16="http://schemas.microsoft.com/office/drawing/2014/main" id="{D31FD50C-6CA8-7B28-C94A-CB4DF42B14D2}"/>
                </a:ext>
              </a:extLst>
            </p:cNvPr>
            <p:cNvPicPr>
              <a:picLocks noChangeAspect="1"/>
            </p:cNvPicPr>
            <p:nvPr/>
          </p:nvPicPr>
          <p:blipFill>
            <a:blip r:embed="rId4"/>
            <a:srcRect l="12605" t="6975" r="76248" b="81420"/>
            <a:stretch/>
          </p:blipFill>
          <p:spPr>
            <a:xfrm>
              <a:off x="3005277" y="4255458"/>
              <a:ext cx="266750" cy="342900"/>
            </a:xfrm>
            <a:prstGeom prst="rect">
              <a:avLst/>
            </a:prstGeom>
          </p:spPr>
        </p:pic>
        <p:pic>
          <p:nvPicPr>
            <p:cNvPr id="2984" name="Imagen 2983">
              <a:extLst>
                <a:ext uri="{FF2B5EF4-FFF2-40B4-BE49-F238E27FC236}">
                  <a16:creationId xmlns:a16="http://schemas.microsoft.com/office/drawing/2014/main" id="{1BD3BAF1-9A15-35CB-8319-7A29443E71EA}"/>
                </a:ext>
              </a:extLst>
            </p:cNvPr>
            <p:cNvPicPr>
              <a:picLocks noChangeAspect="1"/>
            </p:cNvPicPr>
            <p:nvPr/>
          </p:nvPicPr>
          <p:blipFill>
            <a:blip r:embed="rId4"/>
            <a:srcRect l="12601" t="21080" r="76252" b="67315"/>
            <a:stretch/>
          </p:blipFill>
          <p:spPr>
            <a:xfrm>
              <a:off x="2721831" y="4255458"/>
              <a:ext cx="266750" cy="342900"/>
            </a:xfrm>
            <a:prstGeom prst="rect">
              <a:avLst/>
            </a:prstGeom>
          </p:spPr>
        </p:pic>
        <p:pic>
          <p:nvPicPr>
            <p:cNvPr id="2985" name="Imagen 2984">
              <a:extLst>
                <a:ext uri="{FF2B5EF4-FFF2-40B4-BE49-F238E27FC236}">
                  <a16:creationId xmlns:a16="http://schemas.microsoft.com/office/drawing/2014/main" id="{62FED7BE-1180-F9EA-256B-156F6B5222D4}"/>
                </a:ext>
              </a:extLst>
            </p:cNvPr>
            <p:cNvPicPr>
              <a:picLocks noChangeAspect="1"/>
            </p:cNvPicPr>
            <p:nvPr/>
          </p:nvPicPr>
          <p:blipFill>
            <a:blip r:embed="rId4"/>
            <a:srcRect l="33916" t="6975" r="54937" b="81420"/>
            <a:stretch/>
          </p:blipFill>
          <p:spPr>
            <a:xfrm>
              <a:off x="4139061" y="4611739"/>
              <a:ext cx="266750" cy="342900"/>
            </a:xfrm>
            <a:prstGeom prst="rect">
              <a:avLst/>
            </a:prstGeom>
          </p:spPr>
        </p:pic>
        <p:pic>
          <p:nvPicPr>
            <p:cNvPr id="2986" name="Imagen 2985">
              <a:extLst>
                <a:ext uri="{FF2B5EF4-FFF2-40B4-BE49-F238E27FC236}">
                  <a16:creationId xmlns:a16="http://schemas.microsoft.com/office/drawing/2014/main" id="{E775D960-6252-84DC-AD0E-6CBFA39CE2BA}"/>
                </a:ext>
              </a:extLst>
            </p:cNvPr>
            <p:cNvPicPr>
              <a:picLocks noChangeAspect="1"/>
            </p:cNvPicPr>
            <p:nvPr/>
          </p:nvPicPr>
          <p:blipFill>
            <a:blip r:embed="rId4"/>
            <a:srcRect l="23278" t="21261" r="65575" b="67134"/>
            <a:stretch/>
          </p:blipFill>
          <p:spPr>
            <a:xfrm>
              <a:off x="3005277" y="4611739"/>
              <a:ext cx="266750" cy="342900"/>
            </a:xfrm>
            <a:prstGeom prst="rect">
              <a:avLst/>
            </a:prstGeom>
          </p:spPr>
        </p:pic>
        <p:pic>
          <p:nvPicPr>
            <p:cNvPr id="2987" name="Imagen 2986">
              <a:extLst>
                <a:ext uri="{FF2B5EF4-FFF2-40B4-BE49-F238E27FC236}">
                  <a16:creationId xmlns:a16="http://schemas.microsoft.com/office/drawing/2014/main" id="{93F7F9CB-8A56-62EC-261E-567A1AD480C1}"/>
                </a:ext>
              </a:extLst>
            </p:cNvPr>
            <p:cNvPicPr>
              <a:picLocks noChangeAspect="1"/>
            </p:cNvPicPr>
            <p:nvPr/>
          </p:nvPicPr>
          <p:blipFill>
            <a:blip r:embed="rId4"/>
            <a:srcRect l="65685" t="34869" r="23168" b="53526"/>
            <a:stretch/>
          </p:blipFill>
          <p:spPr>
            <a:xfrm>
              <a:off x="4705953" y="4611739"/>
              <a:ext cx="266750" cy="342900"/>
            </a:xfrm>
            <a:prstGeom prst="rect">
              <a:avLst/>
            </a:prstGeom>
          </p:spPr>
        </p:pic>
        <p:pic>
          <p:nvPicPr>
            <p:cNvPr id="2988" name="Imagen 2987">
              <a:extLst>
                <a:ext uri="{FF2B5EF4-FFF2-40B4-BE49-F238E27FC236}">
                  <a16:creationId xmlns:a16="http://schemas.microsoft.com/office/drawing/2014/main" id="{D03BCE3C-1792-3F14-FD71-9163CFE184E4}"/>
                </a:ext>
              </a:extLst>
            </p:cNvPr>
            <p:cNvPicPr>
              <a:picLocks noChangeAspect="1"/>
            </p:cNvPicPr>
            <p:nvPr/>
          </p:nvPicPr>
          <p:blipFill>
            <a:blip r:embed="rId4"/>
            <a:srcRect l="33916" t="6975" r="54937" b="81420"/>
            <a:stretch/>
          </p:blipFill>
          <p:spPr>
            <a:xfrm>
              <a:off x="3288723" y="4611739"/>
              <a:ext cx="266750" cy="342900"/>
            </a:xfrm>
            <a:prstGeom prst="rect">
              <a:avLst/>
            </a:prstGeom>
          </p:spPr>
        </p:pic>
        <p:pic>
          <p:nvPicPr>
            <p:cNvPr id="2989" name="Imagen 2988">
              <a:extLst>
                <a:ext uri="{FF2B5EF4-FFF2-40B4-BE49-F238E27FC236}">
                  <a16:creationId xmlns:a16="http://schemas.microsoft.com/office/drawing/2014/main" id="{688E8F80-41F2-8A74-E0EA-2E513038C583}"/>
                </a:ext>
              </a:extLst>
            </p:cNvPr>
            <p:cNvPicPr>
              <a:picLocks noChangeAspect="1"/>
            </p:cNvPicPr>
            <p:nvPr/>
          </p:nvPicPr>
          <p:blipFill>
            <a:blip r:embed="rId4"/>
            <a:srcRect l="55117" t="6975" r="33736" b="81420"/>
            <a:stretch/>
          </p:blipFill>
          <p:spPr>
            <a:xfrm>
              <a:off x="2438385" y="4611739"/>
              <a:ext cx="266750" cy="342900"/>
            </a:xfrm>
            <a:prstGeom prst="rect">
              <a:avLst/>
            </a:prstGeom>
          </p:spPr>
        </p:pic>
        <p:pic>
          <p:nvPicPr>
            <p:cNvPr id="2990" name="Imagen 2989">
              <a:extLst>
                <a:ext uri="{FF2B5EF4-FFF2-40B4-BE49-F238E27FC236}">
                  <a16:creationId xmlns:a16="http://schemas.microsoft.com/office/drawing/2014/main" id="{711C7CB1-6703-E399-2A22-D377E0671E44}"/>
                </a:ext>
              </a:extLst>
            </p:cNvPr>
            <p:cNvPicPr>
              <a:picLocks noChangeAspect="1"/>
            </p:cNvPicPr>
            <p:nvPr/>
          </p:nvPicPr>
          <p:blipFill>
            <a:blip r:embed="rId4"/>
            <a:srcRect l="23278" t="21261" r="65575" b="67134"/>
            <a:stretch/>
          </p:blipFill>
          <p:spPr>
            <a:xfrm>
              <a:off x="4422507" y="4611739"/>
              <a:ext cx="266750" cy="342900"/>
            </a:xfrm>
            <a:prstGeom prst="rect">
              <a:avLst/>
            </a:prstGeom>
          </p:spPr>
        </p:pic>
        <p:pic>
          <p:nvPicPr>
            <p:cNvPr id="2991" name="Imagen 2990">
              <a:extLst>
                <a:ext uri="{FF2B5EF4-FFF2-40B4-BE49-F238E27FC236}">
                  <a16:creationId xmlns:a16="http://schemas.microsoft.com/office/drawing/2014/main" id="{E94203AD-5DB4-CABE-81CF-602948C7AE5B}"/>
                </a:ext>
              </a:extLst>
            </p:cNvPr>
            <p:cNvPicPr>
              <a:picLocks noChangeAspect="1"/>
            </p:cNvPicPr>
            <p:nvPr/>
          </p:nvPicPr>
          <p:blipFill>
            <a:blip r:embed="rId4"/>
            <a:srcRect l="33771" t="49050" r="55082" b="39345"/>
            <a:stretch/>
          </p:blipFill>
          <p:spPr>
            <a:xfrm>
              <a:off x="2721831" y="4611739"/>
              <a:ext cx="266750" cy="342900"/>
            </a:xfrm>
            <a:prstGeom prst="rect">
              <a:avLst/>
            </a:prstGeom>
          </p:spPr>
        </p:pic>
        <p:pic>
          <p:nvPicPr>
            <p:cNvPr id="2992" name="Imagen 2991">
              <a:extLst>
                <a:ext uri="{FF2B5EF4-FFF2-40B4-BE49-F238E27FC236}">
                  <a16:creationId xmlns:a16="http://schemas.microsoft.com/office/drawing/2014/main" id="{FFD9D758-CFED-5CFD-9D61-3F9DB7A533FF}"/>
                </a:ext>
              </a:extLst>
            </p:cNvPr>
            <p:cNvPicPr>
              <a:picLocks noChangeAspect="1"/>
            </p:cNvPicPr>
            <p:nvPr/>
          </p:nvPicPr>
          <p:blipFill>
            <a:blip r:embed="rId4"/>
            <a:srcRect l="44426" t="49100" r="44426" b="39295"/>
            <a:stretch/>
          </p:blipFill>
          <p:spPr>
            <a:xfrm>
              <a:off x="4989399" y="4611739"/>
              <a:ext cx="266750" cy="342900"/>
            </a:xfrm>
            <a:prstGeom prst="rect">
              <a:avLst/>
            </a:prstGeom>
          </p:spPr>
        </p:pic>
        <p:grpSp>
          <p:nvGrpSpPr>
            <p:cNvPr id="2993" name="Grupo 2992">
              <a:extLst>
                <a:ext uri="{FF2B5EF4-FFF2-40B4-BE49-F238E27FC236}">
                  <a16:creationId xmlns:a16="http://schemas.microsoft.com/office/drawing/2014/main" id="{5F2BE88A-EA91-E552-9CB6-DE2AA5049DAA}"/>
                </a:ext>
              </a:extLst>
            </p:cNvPr>
            <p:cNvGrpSpPr/>
            <p:nvPr/>
          </p:nvGrpSpPr>
          <p:grpSpPr>
            <a:xfrm>
              <a:off x="3859814" y="1291071"/>
              <a:ext cx="266750" cy="342900"/>
              <a:chOff x="5053733" y="4472706"/>
              <a:chExt cx="764498" cy="795862"/>
            </a:xfrm>
          </p:grpSpPr>
          <p:pic>
            <p:nvPicPr>
              <p:cNvPr id="4054" name="Imagen 4053">
                <a:extLst>
                  <a:ext uri="{FF2B5EF4-FFF2-40B4-BE49-F238E27FC236}">
                    <a16:creationId xmlns:a16="http://schemas.microsoft.com/office/drawing/2014/main" id="{A01BBB26-825C-0958-8118-37B394B0EDC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55" name="Imagen 4054">
                <a:extLst>
                  <a:ext uri="{FF2B5EF4-FFF2-40B4-BE49-F238E27FC236}">
                    <a16:creationId xmlns:a16="http://schemas.microsoft.com/office/drawing/2014/main" id="{9CA354B9-14F6-6279-AA40-37E0D67C5FC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94" name="Grupo 2993">
              <a:extLst>
                <a:ext uri="{FF2B5EF4-FFF2-40B4-BE49-F238E27FC236}">
                  <a16:creationId xmlns:a16="http://schemas.microsoft.com/office/drawing/2014/main" id="{43E356A7-CD3D-5E97-ADB3-9D001375E3CC}"/>
                </a:ext>
              </a:extLst>
            </p:cNvPr>
            <p:cNvGrpSpPr/>
            <p:nvPr/>
          </p:nvGrpSpPr>
          <p:grpSpPr>
            <a:xfrm>
              <a:off x="3573465" y="1656161"/>
              <a:ext cx="266750" cy="342900"/>
              <a:chOff x="5053733" y="4472706"/>
              <a:chExt cx="764498" cy="795862"/>
            </a:xfrm>
          </p:grpSpPr>
          <p:pic>
            <p:nvPicPr>
              <p:cNvPr id="4052" name="Imagen 4051">
                <a:extLst>
                  <a:ext uri="{FF2B5EF4-FFF2-40B4-BE49-F238E27FC236}">
                    <a16:creationId xmlns:a16="http://schemas.microsoft.com/office/drawing/2014/main" id="{C158CD69-7450-84FA-46F3-EB8A10977A8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53" name="Imagen 4052">
                <a:extLst>
                  <a:ext uri="{FF2B5EF4-FFF2-40B4-BE49-F238E27FC236}">
                    <a16:creationId xmlns:a16="http://schemas.microsoft.com/office/drawing/2014/main" id="{8C75E580-EFC0-BF4B-F8A4-577C9CA9979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95" name="Grupo 2994">
              <a:extLst>
                <a:ext uri="{FF2B5EF4-FFF2-40B4-BE49-F238E27FC236}">
                  <a16:creationId xmlns:a16="http://schemas.microsoft.com/office/drawing/2014/main" id="{A92EB9EB-5BB1-0E02-D82C-F92A1FAAAA8F}"/>
                </a:ext>
              </a:extLst>
            </p:cNvPr>
            <p:cNvGrpSpPr/>
            <p:nvPr/>
          </p:nvGrpSpPr>
          <p:grpSpPr>
            <a:xfrm>
              <a:off x="3855615" y="3140200"/>
              <a:ext cx="266750" cy="342900"/>
              <a:chOff x="5053733" y="4472706"/>
              <a:chExt cx="764498" cy="795862"/>
            </a:xfrm>
          </p:grpSpPr>
          <p:pic>
            <p:nvPicPr>
              <p:cNvPr id="4050" name="Imagen 4049">
                <a:extLst>
                  <a:ext uri="{FF2B5EF4-FFF2-40B4-BE49-F238E27FC236}">
                    <a16:creationId xmlns:a16="http://schemas.microsoft.com/office/drawing/2014/main" id="{8E1BBF67-A519-F3C6-9606-371E503E0DF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51" name="Imagen 4050">
                <a:extLst>
                  <a:ext uri="{FF2B5EF4-FFF2-40B4-BE49-F238E27FC236}">
                    <a16:creationId xmlns:a16="http://schemas.microsoft.com/office/drawing/2014/main" id="{65658811-C37C-3704-9F78-FC4A1A8B29B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96" name="Grupo 2995">
              <a:extLst>
                <a:ext uri="{FF2B5EF4-FFF2-40B4-BE49-F238E27FC236}">
                  <a16:creationId xmlns:a16="http://schemas.microsoft.com/office/drawing/2014/main" id="{EDE8A29D-2A52-4613-2FC5-308CCC3A32C9}"/>
                </a:ext>
              </a:extLst>
            </p:cNvPr>
            <p:cNvGrpSpPr/>
            <p:nvPr/>
          </p:nvGrpSpPr>
          <p:grpSpPr>
            <a:xfrm>
              <a:off x="4422507" y="3502366"/>
              <a:ext cx="266750" cy="342900"/>
              <a:chOff x="5053733" y="4472706"/>
              <a:chExt cx="764498" cy="795862"/>
            </a:xfrm>
          </p:grpSpPr>
          <p:pic>
            <p:nvPicPr>
              <p:cNvPr id="4048" name="Imagen 4047">
                <a:extLst>
                  <a:ext uri="{FF2B5EF4-FFF2-40B4-BE49-F238E27FC236}">
                    <a16:creationId xmlns:a16="http://schemas.microsoft.com/office/drawing/2014/main" id="{2C857E55-A50B-4D50-44B9-E61DD313346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49" name="Imagen 4048">
                <a:extLst>
                  <a:ext uri="{FF2B5EF4-FFF2-40B4-BE49-F238E27FC236}">
                    <a16:creationId xmlns:a16="http://schemas.microsoft.com/office/drawing/2014/main" id="{29589850-9407-5ECC-B279-9531F5BE1CC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97" name="Grupo 2996">
              <a:extLst>
                <a:ext uri="{FF2B5EF4-FFF2-40B4-BE49-F238E27FC236}">
                  <a16:creationId xmlns:a16="http://schemas.microsoft.com/office/drawing/2014/main" id="{00C851AB-F040-E251-1896-C5A6BC2BEAB8}"/>
                </a:ext>
              </a:extLst>
            </p:cNvPr>
            <p:cNvGrpSpPr/>
            <p:nvPr/>
          </p:nvGrpSpPr>
          <p:grpSpPr>
            <a:xfrm>
              <a:off x="4422507" y="3873611"/>
              <a:ext cx="266750" cy="342900"/>
              <a:chOff x="5053733" y="4472706"/>
              <a:chExt cx="764498" cy="795862"/>
            </a:xfrm>
          </p:grpSpPr>
          <p:pic>
            <p:nvPicPr>
              <p:cNvPr id="4046" name="Imagen 4045">
                <a:extLst>
                  <a:ext uri="{FF2B5EF4-FFF2-40B4-BE49-F238E27FC236}">
                    <a16:creationId xmlns:a16="http://schemas.microsoft.com/office/drawing/2014/main" id="{10F35FD1-657B-C5CE-E432-96EF3206AC5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47" name="Imagen 4046">
                <a:extLst>
                  <a:ext uri="{FF2B5EF4-FFF2-40B4-BE49-F238E27FC236}">
                    <a16:creationId xmlns:a16="http://schemas.microsoft.com/office/drawing/2014/main" id="{F804AD62-2C7C-67B4-03C0-9B11C39B315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98" name="Grupo 2997">
              <a:extLst>
                <a:ext uri="{FF2B5EF4-FFF2-40B4-BE49-F238E27FC236}">
                  <a16:creationId xmlns:a16="http://schemas.microsoft.com/office/drawing/2014/main" id="{DCCB5F29-51B8-7FE7-7CBE-2C8F6D47157C}"/>
                </a:ext>
              </a:extLst>
            </p:cNvPr>
            <p:cNvGrpSpPr/>
            <p:nvPr/>
          </p:nvGrpSpPr>
          <p:grpSpPr>
            <a:xfrm>
              <a:off x="4705953" y="3873611"/>
              <a:ext cx="266750" cy="342900"/>
              <a:chOff x="5053733" y="4472706"/>
              <a:chExt cx="764498" cy="795862"/>
            </a:xfrm>
          </p:grpSpPr>
          <p:pic>
            <p:nvPicPr>
              <p:cNvPr id="4044" name="Imagen 4043">
                <a:extLst>
                  <a:ext uri="{FF2B5EF4-FFF2-40B4-BE49-F238E27FC236}">
                    <a16:creationId xmlns:a16="http://schemas.microsoft.com/office/drawing/2014/main" id="{543DF4B2-F05D-2E0B-B773-895A2C33FFD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45" name="Imagen 4044">
                <a:extLst>
                  <a:ext uri="{FF2B5EF4-FFF2-40B4-BE49-F238E27FC236}">
                    <a16:creationId xmlns:a16="http://schemas.microsoft.com/office/drawing/2014/main" id="{BF8C9CF1-64E2-3DBF-4F13-0048CE70B07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2999" name="Grupo 2998">
              <a:extLst>
                <a:ext uri="{FF2B5EF4-FFF2-40B4-BE49-F238E27FC236}">
                  <a16:creationId xmlns:a16="http://schemas.microsoft.com/office/drawing/2014/main" id="{09DDAEC0-DBC6-ECA2-FA68-5BE5191E7E46}"/>
                </a:ext>
              </a:extLst>
            </p:cNvPr>
            <p:cNvGrpSpPr/>
            <p:nvPr/>
          </p:nvGrpSpPr>
          <p:grpSpPr>
            <a:xfrm>
              <a:off x="4989399" y="4255458"/>
              <a:ext cx="266750" cy="342900"/>
              <a:chOff x="5053733" y="4472706"/>
              <a:chExt cx="764498" cy="795862"/>
            </a:xfrm>
          </p:grpSpPr>
          <p:pic>
            <p:nvPicPr>
              <p:cNvPr id="4042" name="Imagen 4041">
                <a:extLst>
                  <a:ext uri="{FF2B5EF4-FFF2-40B4-BE49-F238E27FC236}">
                    <a16:creationId xmlns:a16="http://schemas.microsoft.com/office/drawing/2014/main" id="{3E967227-9F29-BF29-8695-CD83D5CD983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43" name="Imagen 4042">
                <a:extLst>
                  <a:ext uri="{FF2B5EF4-FFF2-40B4-BE49-F238E27FC236}">
                    <a16:creationId xmlns:a16="http://schemas.microsoft.com/office/drawing/2014/main" id="{1C7CB8F2-12AA-E92B-0434-DBDBF537FEB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0" name="Grupo 2999">
              <a:extLst>
                <a:ext uri="{FF2B5EF4-FFF2-40B4-BE49-F238E27FC236}">
                  <a16:creationId xmlns:a16="http://schemas.microsoft.com/office/drawing/2014/main" id="{82106DA2-FFAF-63E9-68E3-9F9E0B7160A2}"/>
                </a:ext>
              </a:extLst>
            </p:cNvPr>
            <p:cNvGrpSpPr/>
            <p:nvPr/>
          </p:nvGrpSpPr>
          <p:grpSpPr>
            <a:xfrm>
              <a:off x="4143583" y="1291071"/>
              <a:ext cx="266750" cy="342900"/>
              <a:chOff x="5053733" y="4472706"/>
              <a:chExt cx="764498" cy="795862"/>
            </a:xfrm>
          </p:grpSpPr>
          <p:pic>
            <p:nvPicPr>
              <p:cNvPr id="4040" name="Imagen 4039">
                <a:extLst>
                  <a:ext uri="{FF2B5EF4-FFF2-40B4-BE49-F238E27FC236}">
                    <a16:creationId xmlns:a16="http://schemas.microsoft.com/office/drawing/2014/main" id="{385D497F-D30B-409D-4CDA-A60DDFC1FB8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41" name="Imagen 4040">
                <a:extLst>
                  <a:ext uri="{FF2B5EF4-FFF2-40B4-BE49-F238E27FC236}">
                    <a16:creationId xmlns:a16="http://schemas.microsoft.com/office/drawing/2014/main" id="{75BD7EFE-322A-8663-D964-A6BB26E1F39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1" name="Grupo 3000">
              <a:extLst>
                <a:ext uri="{FF2B5EF4-FFF2-40B4-BE49-F238E27FC236}">
                  <a16:creationId xmlns:a16="http://schemas.microsoft.com/office/drawing/2014/main" id="{AF7409EF-40FB-19AB-68DC-3E23456BD397}"/>
                </a:ext>
              </a:extLst>
            </p:cNvPr>
            <p:cNvGrpSpPr/>
            <p:nvPr/>
          </p:nvGrpSpPr>
          <p:grpSpPr>
            <a:xfrm>
              <a:off x="4427352" y="1291071"/>
              <a:ext cx="266750" cy="342900"/>
              <a:chOff x="5053733" y="4472706"/>
              <a:chExt cx="764498" cy="795862"/>
            </a:xfrm>
          </p:grpSpPr>
          <p:pic>
            <p:nvPicPr>
              <p:cNvPr id="4038" name="Imagen 4037">
                <a:extLst>
                  <a:ext uri="{FF2B5EF4-FFF2-40B4-BE49-F238E27FC236}">
                    <a16:creationId xmlns:a16="http://schemas.microsoft.com/office/drawing/2014/main" id="{CB2BA578-682F-B692-1BBC-55526106804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39" name="Imagen 4038">
                <a:extLst>
                  <a:ext uri="{FF2B5EF4-FFF2-40B4-BE49-F238E27FC236}">
                    <a16:creationId xmlns:a16="http://schemas.microsoft.com/office/drawing/2014/main" id="{3E1FE5D1-AF06-EE04-2DFA-749B055C952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2" name="Grupo 3001">
              <a:extLst>
                <a:ext uri="{FF2B5EF4-FFF2-40B4-BE49-F238E27FC236}">
                  <a16:creationId xmlns:a16="http://schemas.microsoft.com/office/drawing/2014/main" id="{7EF50380-3F05-04F3-E79F-1EC4CEE8667F}"/>
                </a:ext>
              </a:extLst>
            </p:cNvPr>
            <p:cNvGrpSpPr/>
            <p:nvPr/>
          </p:nvGrpSpPr>
          <p:grpSpPr>
            <a:xfrm>
              <a:off x="4139061" y="3140200"/>
              <a:ext cx="266750" cy="342900"/>
              <a:chOff x="5053733" y="4472706"/>
              <a:chExt cx="764498" cy="795862"/>
            </a:xfrm>
          </p:grpSpPr>
          <p:pic>
            <p:nvPicPr>
              <p:cNvPr id="4036" name="Imagen 4035">
                <a:extLst>
                  <a:ext uri="{FF2B5EF4-FFF2-40B4-BE49-F238E27FC236}">
                    <a16:creationId xmlns:a16="http://schemas.microsoft.com/office/drawing/2014/main" id="{531DEF80-88BF-D905-B426-E1F578939C6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37" name="Imagen 4036">
                <a:extLst>
                  <a:ext uri="{FF2B5EF4-FFF2-40B4-BE49-F238E27FC236}">
                    <a16:creationId xmlns:a16="http://schemas.microsoft.com/office/drawing/2014/main" id="{A42D78DF-6DC6-C2D6-8697-194773DA591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3" name="Grupo 3002">
              <a:extLst>
                <a:ext uri="{FF2B5EF4-FFF2-40B4-BE49-F238E27FC236}">
                  <a16:creationId xmlns:a16="http://schemas.microsoft.com/office/drawing/2014/main" id="{4931B906-1DAC-6A43-4C7D-0231B90F9ADC}"/>
                </a:ext>
              </a:extLst>
            </p:cNvPr>
            <p:cNvGrpSpPr/>
            <p:nvPr/>
          </p:nvGrpSpPr>
          <p:grpSpPr>
            <a:xfrm>
              <a:off x="4422507" y="3140200"/>
              <a:ext cx="266750" cy="342900"/>
              <a:chOff x="5053733" y="4472706"/>
              <a:chExt cx="764498" cy="795862"/>
            </a:xfrm>
          </p:grpSpPr>
          <p:pic>
            <p:nvPicPr>
              <p:cNvPr id="4034" name="Imagen 4033">
                <a:extLst>
                  <a:ext uri="{FF2B5EF4-FFF2-40B4-BE49-F238E27FC236}">
                    <a16:creationId xmlns:a16="http://schemas.microsoft.com/office/drawing/2014/main" id="{D8A93E11-342A-9410-591E-80C314F28EA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35" name="Imagen 4034">
                <a:extLst>
                  <a:ext uri="{FF2B5EF4-FFF2-40B4-BE49-F238E27FC236}">
                    <a16:creationId xmlns:a16="http://schemas.microsoft.com/office/drawing/2014/main" id="{D8BBD730-B239-2BC8-1146-8144AEFADEC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4" name="Grupo 3003">
              <a:extLst>
                <a:ext uri="{FF2B5EF4-FFF2-40B4-BE49-F238E27FC236}">
                  <a16:creationId xmlns:a16="http://schemas.microsoft.com/office/drawing/2014/main" id="{2FA46CED-4DBB-76EE-542D-73DE83996468}"/>
                </a:ext>
              </a:extLst>
            </p:cNvPr>
            <p:cNvGrpSpPr/>
            <p:nvPr/>
          </p:nvGrpSpPr>
          <p:grpSpPr>
            <a:xfrm>
              <a:off x="4989399" y="3502366"/>
              <a:ext cx="266750" cy="342900"/>
              <a:chOff x="5053733" y="4472706"/>
              <a:chExt cx="764498" cy="795862"/>
            </a:xfrm>
          </p:grpSpPr>
          <p:pic>
            <p:nvPicPr>
              <p:cNvPr id="4032" name="Imagen 4031">
                <a:extLst>
                  <a:ext uri="{FF2B5EF4-FFF2-40B4-BE49-F238E27FC236}">
                    <a16:creationId xmlns:a16="http://schemas.microsoft.com/office/drawing/2014/main" id="{09A669A2-A96C-9598-18E6-AE88593710E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33" name="Imagen 4032">
                <a:extLst>
                  <a:ext uri="{FF2B5EF4-FFF2-40B4-BE49-F238E27FC236}">
                    <a16:creationId xmlns:a16="http://schemas.microsoft.com/office/drawing/2014/main" id="{738DCBB3-5F94-2750-95F6-92FDCFE3AA9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5" name="Grupo 3004">
              <a:extLst>
                <a:ext uri="{FF2B5EF4-FFF2-40B4-BE49-F238E27FC236}">
                  <a16:creationId xmlns:a16="http://schemas.microsoft.com/office/drawing/2014/main" id="{5FD61413-AB9F-670E-0F5D-F41B185B050E}"/>
                </a:ext>
              </a:extLst>
            </p:cNvPr>
            <p:cNvGrpSpPr/>
            <p:nvPr/>
          </p:nvGrpSpPr>
          <p:grpSpPr>
            <a:xfrm>
              <a:off x="4989399" y="3873611"/>
              <a:ext cx="266750" cy="342900"/>
              <a:chOff x="5053733" y="4472706"/>
              <a:chExt cx="764498" cy="795862"/>
            </a:xfrm>
          </p:grpSpPr>
          <p:pic>
            <p:nvPicPr>
              <p:cNvPr id="4030" name="Imagen 4029">
                <a:extLst>
                  <a:ext uri="{FF2B5EF4-FFF2-40B4-BE49-F238E27FC236}">
                    <a16:creationId xmlns:a16="http://schemas.microsoft.com/office/drawing/2014/main" id="{68EB59A0-7BC2-82F8-D5FC-7949C4819A4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31" name="Imagen 4030">
                <a:extLst>
                  <a:ext uri="{FF2B5EF4-FFF2-40B4-BE49-F238E27FC236}">
                    <a16:creationId xmlns:a16="http://schemas.microsoft.com/office/drawing/2014/main" id="{3F7D39C6-AEE7-C108-F7BB-FCD66A1D954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6" name="Grupo 3005">
              <a:extLst>
                <a:ext uri="{FF2B5EF4-FFF2-40B4-BE49-F238E27FC236}">
                  <a16:creationId xmlns:a16="http://schemas.microsoft.com/office/drawing/2014/main" id="{3B73DDB8-5C4D-78A2-A843-21ED9DA97EF0}"/>
                </a:ext>
              </a:extLst>
            </p:cNvPr>
            <p:cNvGrpSpPr/>
            <p:nvPr/>
          </p:nvGrpSpPr>
          <p:grpSpPr>
            <a:xfrm>
              <a:off x="4994890" y="1291071"/>
              <a:ext cx="266750" cy="342900"/>
              <a:chOff x="5053733" y="4472706"/>
              <a:chExt cx="764498" cy="795862"/>
            </a:xfrm>
          </p:grpSpPr>
          <p:pic>
            <p:nvPicPr>
              <p:cNvPr id="4028" name="Imagen 4027">
                <a:extLst>
                  <a:ext uri="{FF2B5EF4-FFF2-40B4-BE49-F238E27FC236}">
                    <a16:creationId xmlns:a16="http://schemas.microsoft.com/office/drawing/2014/main" id="{87389297-CCD1-D5DE-0BCF-C0048FAF70F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29" name="Imagen 4028">
                <a:extLst>
                  <a:ext uri="{FF2B5EF4-FFF2-40B4-BE49-F238E27FC236}">
                    <a16:creationId xmlns:a16="http://schemas.microsoft.com/office/drawing/2014/main" id="{47D932A5-479C-756E-5ECE-E17CA8BE5A5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7" name="Grupo 3006">
              <a:extLst>
                <a:ext uri="{FF2B5EF4-FFF2-40B4-BE49-F238E27FC236}">
                  <a16:creationId xmlns:a16="http://schemas.microsoft.com/office/drawing/2014/main" id="{1CFC273B-8C63-0102-B089-515F6F66D824}"/>
                </a:ext>
              </a:extLst>
            </p:cNvPr>
            <p:cNvGrpSpPr/>
            <p:nvPr/>
          </p:nvGrpSpPr>
          <p:grpSpPr>
            <a:xfrm>
              <a:off x="4989399" y="3140200"/>
              <a:ext cx="266750" cy="342900"/>
              <a:chOff x="5053733" y="4472706"/>
              <a:chExt cx="764498" cy="795862"/>
            </a:xfrm>
          </p:grpSpPr>
          <p:pic>
            <p:nvPicPr>
              <p:cNvPr id="4026" name="Imagen 4025">
                <a:extLst>
                  <a:ext uri="{FF2B5EF4-FFF2-40B4-BE49-F238E27FC236}">
                    <a16:creationId xmlns:a16="http://schemas.microsoft.com/office/drawing/2014/main" id="{CA02C37B-1208-D06D-C2F0-E0AD001E5E0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27" name="Imagen 4026">
                <a:extLst>
                  <a:ext uri="{FF2B5EF4-FFF2-40B4-BE49-F238E27FC236}">
                    <a16:creationId xmlns:a16="http://schemas.microsoft.com/office/drawing/2014/main" id="{544C58A9-5D7A-64B7-F24E-F08788C4B76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8" name="Grupo 3007">
              <a:extLst>
                <a:ext uri="{FF2B5EF4-FFF2-40B4-BE49-F238E27FC236}">
                  <a16:creationId xmlns:a16="http://schemas.microsoft.com/office/drawing/2014/main" id="{A01E593C-375E-8AA7-CDA2-4DCE22629CF2}"/>
                </a:ext>
              </a:extLst>
            </p:cNvPr>
            <p:cNvGrpSpPr/>
            <p:nvPr/>
          </p:nvGrpSpPr>
          <p:grpSpPr>
            <a:xfrm>
              <a:off x="4705953" y="3502366"/>
              <a:ext cx="266750" cy="342900"/>
              <a:chOff x="5053733" y="4472706"/>
              <a:chExt cx="764498" cy="795862"/>
            </a:xfrm>
          </p:grpSpPr>
          <p:pic>
            <p:nvPicPr>
              <p:cNvPr id="4024" name="Imagen 4023">
                <a:extLst>
                  <a:ext uri="{FF2B5EF4-FFF2-40B4-BE49-F238E27FC236}">
                    <a16:creationId xmlns:a16="http://schemas.microsoft.com/office/drawing/2014/main" id="{B3279B10-1C2D-CB77-2C1A-D7769F34D7D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25" name="Imagen 4024">
                <a:extLst>
                  <a:ext uri="{FF2B5EF4-FFF2-40B4-BE49-F238E27FC236}">
                    <a16:creationId xmlns:a16="http://schemas.microsoft.com/office/drawing/2014/main" id="{D2920C45-A503-4555-9480-FC62FE449BE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09" name="Grupo 3008">
              <a:extLst>
                <a:ext uri="{FF2B5EF4-FFF2-40B4-BE49-F238E27FC236}">
                  <a16:creationId xmlns:a16="http://schemas.microsoft.com/office/drawing/2014/main" id="{952C8070-0AC1-CF55-293A-D06BAB8910CC}"/>
                </a:ext>
              </a:extLst>
            </p:cNvPr>
            <p:cNvGrpSpPr/>
            <p:nvPr/>
          </p:nvGrpSpPr>
          <p:grpSpPr>
            <a:xfrm>
              <a:off x="4711121" y="1291071"/>
              <a:ext cx="266750" cy="342900"/>
              <a:chOff x="5053733" y="4472706"/>
              <a:chExt cx="764498" cy="795862"/>
            </a:xfrm>
          </p:grpSpPr>
          <p:pic>
            <p:nvPicPr>
              <p:cNvPr id="4022" name="Imagen 4021">
                <a:extLst>
                  <a:ext uri="{FF2B5EF4-FFF2-40B4-BE49-F238E27FC236}">
                    <a16:creationId xmlns:a16="http://schemas.microsoft.com/office/drawing/2014/main" id="{CA14AD7D-7966-164C-C563-79E393A83F3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23" name="Imagen 4022">
                <a:extLst>
                  <a:ext uri="{FF2B5EF4-FFF2-40B4-BE49-F238E27FC236}">
                    <a16:creationId xmlns:a16="http://schemas.microsoft.com/office/drawing/2014/main" id="{FEEE220C-3DA1-8889-AA9C-728EDEBCA47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10" name="Grupo 3009">
              <a:extLst>
                <a:ext uri="{FF2B5EF4-FFF2-40B4-BE49-F238E27FC236}">
                  <a16:creationId xmlns:a16="http://schemas.microsoft.com/office/drawing/2014/main" id="{B36C865B-6B3F-9BDF-A425-007E14388D59}"/>
                </a:ext>
              </a:extLst>
            </p:cNvPr>
            <p:cNvGrpSpPr/>
            <p:nvPr/>
          </p:nvGrpSpPr>
          <p:grpSpPr>
            <a:xfrm>
              <a:off x="4705953" y="3140200"/>
              <a:ext cx="266750" cy="342900"/>
              <a:chOff x="5053733" y="4472706"/>
              <a:chExt cx="764498" cy="795862"/>
            </a:xfrm>
          </p:grpSpPr>
          <p:pic>
            <p:nvPicPr>
              <p:cNvPr id="4020" name="Imagen 4019">
                <a:extLst>
                  <a:ext uri="{FF2B5EF4-FFF2-40B4-BE49-F238E27FC236}">
                    <a16:creationId xmlns:a16="http://schemas.microsoft.com/office/drawing/2014/main" id="{9BD826FA-85AF-B7CC-1FDB-3CFB39D6505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21" name="Imagen 4020">
                <a:extLst>
                  <a:ext uri="{FF2B5EF4-FFF2-40B4-BE49-F238E27FC236}">
                    <a16:creationId xmlns:a16="http://schemas.microsoft.com/office/drawing/2014/main" id="{A46BF119-7ED0-0324-73DE-3A94FC6F0E8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11" name="Imagen 3010">
              <a:extLst>
                <a:ext uri="{FF2B5EF4-FFF2-40B4-BE49-F238E27FC236}">
                  <a16:creationId xmlns:a16="http://schemas.microsoft.com/office/drawing/2014/main" id="{2393714D-851E-ABFE-3F72-3814B7CA10A2}"/>
                </a:ext>
              </a:extLst>
            </p:cNvPr>
            <p:cNvPicPr>
              <a:picLocks noChangeAspect="1"/>
            </p:cNvPicPr>
            <p:nvPr/>
          </p:nvPicPr>
          <p:blipFill>
            <a:blip r:embed="rId4"/>
            <a:srcRect l="12601" t="21080" r="76252" b="67315"/>
            <a:stretch/>
          </p:blipFill>
          <p:spPr>
            <a:xfrm>
              <a:off x="2154939" y="4970263"/>
              <a:ext cx="266750" cy="342900"/>
            </a:xfrm>
            <a:prstGeom prst="rect">
              <a:avLst/>
            </a:prstGeom>
          </p:spPr>
        </p:pic>
        <p:pic>
          <p:nvPicPr>
            <p:cNvPr id="3012" name="Imagen 3011">
              <a:extLst>
                <a:ext uri="{FF2B5EF4-FFF2-40B4-BE49-F238E27FC236}">
                  <a16:creationId xmlns:a16="http://schemas.microsoft.com/office/drawing/2014/main" id="{8440CB8D-5812-DA66-C086-90D734E3356C}"/>
                </a:ext>
              </a:extLst>
            </p:cNvPr>
            <p:cNvPicPr>
              <a:picLocks noChangeAspect="1"/>
            </p:cNvPicPr>
            <p:nvPr/>
          </p:nvPicPr>
          <p:blipFill>
            <a:blip r:embed="rId4"/>
            <a:srcRect l="12605" t="6975" r="76248" b="81420"/>
            <a:stretch/>
          </p:blipFill>
          <p:spPr>
            <a:xfrm>
              <a:off x="2438385" y="5311489"/>
              <a:ext cx="266750" cy="342900"/>
            </a:xfrm>
            <a:prstGeom prst="rect">
              <a:avLst/>
            </a:prstGeom>
          </p:spPr>
        </p:pic>
        <p:pic>
          <p:nvPicPr>
            <p:cNvPr id="3013" name="Imagen 3012">
              <a:extLst>
                <a:ext uri="{FF2B5EF4-FFF2-40B4-BE49-F238E27FC236}">
                  <a16:creationId xmlns:a16="http://schemas.microsoft.com/office/drawing/2014/main" id="{81A837CF-38BE-3057-3FAE-45A1D14341BD}"/>
                </a:ext>
              </a:extLst>
            </p:cNvPr>
            <p:cNvPicPr>
              <a:picLocks noChangeAspect="1"/>
            </p:cNvPicPr>
            <p:nvPr/>
          </p:nvPicPr>
          <p:blipFill>
            <a:blip r:embed="rId4"/>
            <a:srcRect l="76281" t="21082" r="12572" b="67313"/>
            <a:stretch/>
          </p:blipFill>
          <p:spPr>
            <a:xfrm>
              <a:off x="2721831" y="4970263"/>
              <a:ext cx="266750" cy="342900"/>
            </a:xfrm>
            <a:prstGeom prst="rect">
              <a:avLst/>
            </a:prstGeom>
          </p:spPr>
        </p:pic>
        <p:pic>
          <p:nvPicPr>
            <p:cNvPr id="3014" name="Imagen 3013">
              <a:extLst>
                <a:ext uri="{FF2B5EF4-FFF2-40B4-BE49-F238E27FC236}">
                  <a16:creationId xmlns:a16="http://schemas.microsoft.com/office/drawing/2014/main" id="{445334B5-B32D-0A64-C6FD-139E5DCA1A83}"/>
                </a:ext>
              </a:extLst>
            </p:cNvPr>
            <p:cNvPicPr>
              <a:picLocks noChangeAspect="1"/>
            </p:cNvPicPr>
            <p:nvPr/>
          </p:nvPicPr>
          <p:blipFill>
            <a:blip r:embed="rId4"/>
            <a:srcRect l="12624" t="34906" r="76229" b="53489"/>
            <a:stretch/>
          </p:blipFill>
          <p:spPr>
            <a:xfrm>
              <a:off x="3005277" y="4970263"/>
              <a:ext cx="266750" cy="342900"/>
            </a:xfrm>
            <a:prstGeom prst="rect">
              <a:avLst/>
            </a:prstGeom>
          </p:spPr>
        </p:pic>
        <p:pic>
          <p:nvPicPr>
            <p:cNvPr id="3015" name="Imagen 3014">
              <a:extLst>
                <a:ext uri="{FF2B5EF4-FFF2-40B4-BE49-F238E27FC236}">
                  <a16:creationId xmlns:a16="http://schemas.microsoft.com/office/drawing/2014/main" id="{BBCC402D-E3B5-49FB-2627-56C78A11264F}"/>
                </a:ext>
              </a:extLst>
            </p:cNvPr>
            <p:cNvPicPr>
              <a:picLocks noChangeAspect="1"/>
            </p:cNvPicPr>
            <p:nvPr/>
          </p:nvPicPr>
          <p:blipFill>
            <a:blip r:embed="rId4"/>
            <a:srcRect l="23278" t="21261" r="65575" b="67134"/>
            <a:stretch/>
          </p:blipFill>
          <p:spPr>
            <a:xfrm>
              <a:off x="3288723" y="4970263"/>
              <a:ext cx="266750" cy="342900"/>
            </a:xfrm>
            <a:prstGeom prst="rect">
              <a:avLst/>
            </a:prstGeom>
          </p:spPr>
        </p:pic>
        <p:grpSp>
          <p:nvGrpSpPr>
            <p:cNvPr id="3016" name="Grupo 3015">
              <a:extLst>
                <a:ext uri="{FF2B5EF4-FFF2-40B4-BE49-F238E27FC236}">
                  <a16:creationId xmlns:a16="http://schemas.microsoft.com/office/drawing/2014/main" id="{9F130905-BA73-2B21-EDE9-D86E1AB1A0A2}"/>
                </a:ext>
              </a:extLst>
            </p:cNvPr>
            <p:cNvGrpSpPr/>
            <p:nvPr/>
          </p:nvGrpSpPr>
          <p:grpSpPr>
            <a:xfrm>
              <a:off x="3572169" y="4970263"/>
              <a:ext cx="266750" cy="342900"/>
              <a:chOff x="5053733" y="4472706"/>
              <a:chExt cx="764498" cy="795862"/>
            </a:xfrm>
          </p:grpSpPr>
          <p:pic>
            <p:nvPicPr>
              <p:cNvPr id="4018" name="Imagen 4017">
                <a:extLst>
                  <a:ext uri="{FF2B5EF4-FFF2-40B4-BE49-F238E27FC236}">
                    <a16:creationId xmlns:a16="http://schemas.microsoft.com/office/drawing/2014/main" id="{7B572638-64E1-0569-52E8-8337CAD53C6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19" name="Imagen 4018">
                <a:extLst>
                  <a:ext uri="{FF2B5EF4-FFF2-40B4-BE49-F238E27FC236}">
                    <a16:creationId xmlns:a16="http://schemas.microsoft.com/office/drawing/2014/main" id="{A450E82B-244C-C676-369C-6492FF51BF8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17" name="Grupo 3016">
              <a:extLst>
                <a:ext uri="{FF2B5EF4-FFF2-40B4-BE49-F238E27FC236}">
                  <a16:creationId xmlns:a16="http://schemas.microsoft.com/office/drawing/2014/main" id="{4C0426F7-3B8F-5980-B223-916D2888A49F}"/>
                </a:ext>
              </a:extLst>
            </p:cNvPr>
            <p:cNvGrpSpPr/>
            <p:nvPr/>
          </p:nvGrpSpPr>
          <p:grpSpPr>
            <a:xfrm>
              <a:off x="3855615" y="4970263"/>
              <a:ext cx="266750" cy="342900"/>
              <a:chOff x="5053733" y="4472706"/>
              <a:chExt cx="764498" cy="795862"/>
            </a:xfrm>
          </p:grpSpPr>
          <p:pic>
            <p:nvPicPr>
              <p:cNvPr id="4016" name="Imagen 4015">
                <a:extLst>
                  <a:ext uri="{FF2B5EF4-FFF2-40B4-BE49-F238E27FC236}">
                    <a16:creationId xmlns:a16="http://schemas.microsoft.com/office/drawing/2014/main" id="{A21A40DD-FA30-4215-12E5-CD2A01827B4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17" name="Imagen 4016">
                <a:extLst>
                  <a:ext uri="{FF2B5EF4-FFF2-40B4-BE49-F238E27FC236}">
                    <a16:creationId xmlns:a16="http://schemas.microsoft.com/office/drawing/2014/main" id="{A6F669A3-EF29-BE49-5383-1F9B7AE08C4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18" name="Grupo 3017">
              <a:extLst>
                <a:ext uri="{FF2B5EF4-FFF2-40B4-BE49-F238E27FC236}">
                  <a16:creationId xmlns:a16="http://schemas.microsoft.com/office/drawing/2014/main" id="{4B7E1F5F-652C-0CAF-56C9-0DD95EF9375A}"/>
                </a:ext>
              </a:extLst>
            </p:cNvPr>
            <p:cNvGrpSpPr/>
            <p:nvPr/>
          </p:nvGrpSpPr>
          <p:grpSpPr>
            <a:xfrm>
              <a:off x="4139061" y="4970263"/>
              <a:ext cx="266750" cy="342900"/>
              <a:chOff x="5053733" y="4472706"/>
              <a:chExt cx="764498" cy="795862"/>
            </a:xfrm>
          </p:grpSpPr>
          <p:pic>
            <p:nvPicPr>
              <p:cNvPr id="4014" name="Imagen 4013">
                <a:extLst>
                  <a:ext uri="{FF2B5EF4-FFF2-40B4-BE49-F238E27FC236}">
                    <a16:creationId xmlns:a16="http://schemas.microsoft.com/office/drawing/2014/main" id="{EBA4036B-6DCB-390B-78A3-1E3B87ECF22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15" name="Imagen 4014">
                <a:extLst>
                  <a:ext uri="{FF2B5EF4-FFF2-40B4-BE49-F238E27FC236}">
                    <a16:creationId xmlns:a16="http://schemas.microsoft.com/office/drawing/2014/main" id="{CBF101F9-0F05-54F8-2FE2-AD03605ABB3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19" name="Grupo 3018">
              <a:extLst>
                <a:ext uri="{FF2B5EF4-FFF2-40B4-BE49-F238E27FC236}">
                  <a16:creationId xmlns:a16="http://schemas.microsoft.com/office/drawing/2014/main" id="{A028A51E-8CD5-2737-E72B-25FD903076AE}"/>
                </a:ext>
              </a:extLst>
            </p:cNvPr>
            <p:cNvGrpSpPr/>
            <p:nvPr/>
          </p:nvGrpSpPr>
          <p:grpSpPr>
            <a:xfrm>
              <a:off x="4422507" y="4970263"/>
              <a:ext cx="266750" cy="342900"/>
              <a:chOff x="5053733" y="4472706"/>
              <a:chExt cx="764498" cy="795862"/>
            </a:xfrm>
          </p:grpSpPr>
          <p:pic>
            <p:nvPicPr>
              <p:cNvPr id="4012" name="Imagen 4011">
                <a:extLst>
                  <a:ext uri="{FF2B5EF4-FFF2-40B4-BE49-F238E27FC236}">
                    <a16:creationId xmlns:a16="http://schemas.microsoft.com/office/drawing/2014/main" id="{0F6E3C95-7DD7-40A3-759E-6D9DAE7EA71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13" name="Imagen 4012">
                <a:extLst>
                  <a:ext uri="{FF2B5EF4-FFF2-40B4-BE49-F238E27FC236}">
                    <a16:creationId xmlns:a16="http://schemas.microsoft.com/office/drawing/2014/main" id="{FDF4ACFE-EF6C-6C6D-BDD6-FD53EA939D5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20" name="Grupo 3019">
              <a:extLst>
                <a:ext uri="{FF2B5EF4-FFF2-40B4-BE49-F238E27FC236}">
                  <a16:creationId xmlns:a16="http://schemas.microsoft.com/office/drawing/2014/main" id="{BD369E75-0C58-0C26-6533-4BCD39DDEAEB}"/>
                </a:ext>
              </a:extLst>
            </p:cNvPr>
            <p:cNvGrpSpPr/>
            <p:nvPr/>
          </p:nvGrpSpPr>
          <p:grpSpPr>
            <a:xfrm>
              <a:off x="4705953" y="4970263"/>
              <a:ext cx="266750" cy="342900"/>
              <a:chOff x="5053733" y="4472706"/>
              <a:chExt cx="764498" cy="795862"/>
            </a:xfrm>
          </p:grpSpPr>
          <p:pic>
            <p:nvPicPr>
              <p:cNvPr id="4010" name="Imagen 4009">
                <a:extLst>
                  <a:ext uri="{FF2B5EF4-FFF2-40B4-BE49-F238E27FC236}">
                    <a16:creationId xmlns:a16="http://schemas.microsoft.com/office/drawing/2014/main" id="{19E73A46-FA0C-BCB9-72F8-35EABFE8260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11" name="Imagen 4010">
                <a:extLst>
                  <a:ext uri="{FF2B5EF4-FFF2-40B4-BE49-F238E27FC236}">
                    <a16:creationId xmlns:a16="http://schemas.microsoft.com/office/drawing/2014/main" id="{6814E37B-0531-625E-F57C-6F573D147B8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21" name="Grupo 3020">
              <a:extLst>
                <a:ext uri="{FF2B5EF4-FFF2-40B4-BE49-F238E27FC236}">
                  <a16:creationId xmlns:a16="http://schemas.microsoft.com/office/drawing/2014/main" id="{76BF4E0F-EF7C-921F-2531-A725663D0D3C}"/>
                </a:ext>
              </a:extLst>
            </p:cNvPr>
            <p:cNvGrpSpPr/>
            <p:nvPr/>
          </p:nvGrpSpPr>
          <p:grpSpPr>
            <a:xfrm>
              <a:off x="4989399" y="4970263"/>
              <a:ext cx="266750" cy="342900"/>
              <a:chOff x="5053733" y="4472706"/>
              <a:chExt cx="764498" cy="795862"/>
            </a:xfrm>
          </p:grpSpPr>
          <p:pic>
            <p:nvPicPr>
              <p:cNvPr id="4008" name="Imagen 4007">
                <a:extLst>
                  <a:ext uri="{FF2B5EF4-FFF2-40B4-BE49-F238E27FC236}">
                    <a16:creationId xmlns:a16="http://schemas.microsoft.com/office/drawing/2014/main" id="{032A639D-96D0-795C-CEE4-ADD9ADE62D9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09" name="Imagen 4008">
                <a:extLst>
                  <a:ext uri="{FF2B5EF4-FFF2-40B4-BE49-F238E27FC236}">
                    <a16:creationId xmlns:a16="http://schemas.microsoft.com/office/drawing/2014/main" id="{4E391A7A-EA46-83B0-4380-9A7BE94E5E3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22" name="Grupo 3021">
              <a:extLst>
                <a:ext uri="{FF2B5EF4-FFF2-40B4-BE49-F238E27FC236}">
                  <a16:creationId xmlns:a16="http://schemas.microsoft.com/office/drawing/2014/main" id="{7135B66C-10AE-79BE-C670-E707D769E7C3}"/>
                </a:ext>
              </a:extLst>
            </p:cNvPr>
            <p:cNvGrpSpPr/>
            <p:nvPr/>
          </p:nvGrpSpPr>
          <p:grpSpPr>
            <a:xfrm>
              <a:off x="4705953" y="4255458"/>
              <a:ext cx="266750" cy="342900"/>
              <a:chOff x="5053733" y="4472706"/>
              <a:chExt cx="764498" cy="795862"/>
            </a:xfrm>
          </p:grpSpPr>
          <p:pic>
            <p:nvPicPr>
              <p:cNvPr id="4006" name="Imagen 4005">
                <a:extLst>
                  <a:ext uri="{FF2B5EF4-FFF2-40B4-BE49-F238E27FC236}">
                    <a16:creationId xmlns:a16="http://schemas.microsoft.com/office/drawing/2014/main" id="{AFCD4BDA-8503-577D-C6A2-556197F8213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07" name="Imagen 4006">
                <a:extLst>
                  <a:ext uri="{FF2B5EF4-FFF2-40B4-BE49-F238E27FC236}">
                    <a16:creationId xmlns:a16="http://schemas.microsoft.com/office/drawing/2014/main" id="{5A0CCC3C-D9FC-19A9-AE34-F22B25CEAF4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23" name="Grupo 3022">
              <a:extLst>
                <a:ext uri="{FF2B5EF4-FFF2-40B4-BE49-F238E27FC236}">
                  <a16:creationId xmlns:a16="http://schemas.microsoft.com/office/drawing/2014/main" id="{B8BEE152-3C50-4016-0E5A-B53FCCC46E3F}"/>
                </a:ext>
              </a:extLst>
            </p:cNvPr>
            <p:cNvGrpSpPr/>
            <p:nvPr/>
          </p:nvGrpSpPr>
          <p:grpSpPr>
            <a:xfrm>
              <a:off x="4422507" y="4255458"/>
              <a:ext cx="266750" cy="342900"/>
              <a:chOff x="5053733" y="4472706"/>
              <a:chExt cx="764498" cy="795862"/>
            </a:xfrm>
          </p:grpSpPr>
          <p:pic>
            <p:nvPicPr>
              <p:cNvPr id="4004" name="Imagen 4003">
                <a:extLst>
                  <a:ext uri="{FF2B5EF4-FFF2-40B4-BE49-F238E27FC236}">
                    <a16:creationId xmlns:a16="http://schemas.microsoft.com/office/drawing/2014/main" id="{B619C965-D6EB-F0F4-86F9-C11F481F995C}"/>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05" name="Imagen 4004">
                <a:extLst>
                  <a:ext uri="{FF2B5EF4-FFF2-40B4-BE49-F238E27FC236}">
                    <a16:creationId xmlns:a16="http://schemas.microsoft.com/office/drawing/2014/main" id="{439968B6-D4D6-B72C-40AE-A0BC3E84774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24" name="Grupo 3023">
              <a:extLst>
                <a:ext uri="{FF2B5EF4-FFF2-40B4-BE49-F238E27FC236}">
                  <a16:creationId xmlns:a16="http://schemas.microsoft.com/office/drawing/2014/main" id="{4BB78011-2AEE-F91E-4C71-F9ACF88D5D5C}"/>
                </a:ext>
              </a:extLst>
            </p:cNvPr>
            <p:cNvGrpSpPr/>
            <p:nvPr/>
          </p:nvGrpSpPr>
          <p:grpSpPr>
            <a:xfrm>
              <a:off x="3855615" y="4255458"/>
              <a:ext cx="266750" cy="342900"/>
              <a:chOff x="5053733" y="4472706"/>
              <a:chExt cx="764498" cy="795862"/>
            </a:xfrm>
          </p:grpSpPr>
          <p:pic>
            <p:nvPicPr>
              <p:cNvPr id="4002" name="Imagen 4001">
                <a:extLst>
                  <a:ext uri="{FF2B5EF4-FFF2-40B4-BE49-F238E27FC236}">
                    <a16:creationId xmlns:a16="http://schemas.microsoft.com/office/drawing/2014/main" id="{8F4328F6-B174-ED6C-6D47-0314DDE5AFB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03" name="Imagen 4002">
                <a:extLst>
                  <a:ext uri="{FF2B5EF4-FFF2-40B4-BE49-F238E27FC236}">
                    <a16:creationId xmlns:a16="http://schemas.microsoft.com/office/drawing/2014/main" id="{64E1AE06-3D65-3FA5-B0E9-3825A3389AD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25" name="Grupo 3024">
              <a:extLst>
                <a:ext uri="{FF2B5EF4-FFF2-40B4-BE49-F238E27FC236}">
                  <a16:creationId xmlns:a16="http://schemas.microsoft.com/office/drawing/2014/main" id="{76C1C073-8BBB-B252-CFCC-7CBA19BE78C4}"/>
                </a:ext>
              </a:extLst>
            </p:cNvPr>
            <p:cNvGrpSpPr/>
            <p:nvPr/>
          </p:nvGrpSpPr>
          <p:grpSpPr>
            <a:xfrm>
              <a:off x="4139061" y="4255458"/>
              <a:ext cx="266750" cy="342900"/>
              <a:chOff x="5053733" y="4472706"/>
              <a:chExt cx="764498" cy="795862"/>
            </a:xfrm>
          </p:grpSpPr>
          <p:pic>
            <p:nvPicPr>
              <p:cNvPr id="4000" name="Imagen 3999">
                <a:extLst>
                  <a:ext uri="{FF2B5EF4-FFF2-40B4-BE49-F238E27FC236}">
                    <a16:creationId xmlns:a16="http://schemas.microsoft.com/office/drawing/2014/main" id="{CC1D94CC-DE1C-F2CF-27EA-10B18F57E54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4001" name="Imagen 4000">
                <a:extLst>
                  <a:ext uri="{FF2B5EF4-FFF2-40B4-BE49-F238E27FC236}">
                    <a16:creationId xmlns:a16="http://schemas.microsoft.com/office/drawing/2014/main" id="{B91772DE-21C0-BE56-0D53-D76A275214D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26" name="Grupo 3025">
              <a:extLst>
                <a:ext uri="{FF2B5EF4-FFF2-40B4-BE49-F238E27FC236}">
                  <a16:creationId xmlns:a16="http://schemas.microsoft.com/office/drawing/2014/main" id="{E2C95F45-D9E2-C8EE-E3ED-1D6247EA761C}"/>
                </a:ext>
              </a:extLst>
            </p:cNvPr>
            <p:cNvGrpSpPr/>
            <p:nvPr/>
          </p:nvGrpSpPr>
          <p:grpSpPr>
            <a:xfrm>
              <a:off x="3288723" y="4255458"/>
              <a:ext cx="266750" cy="342900"/>
              <a:chOff x="5053733" y="4472706"/>
              <a:chExt cx="764498" cy="795862"/>
            </a:xfrm>
          </p:grpSpPr>
          <p:pic>
            <p:nvPicPr>
              <p:cNvPr id="3998" name="Imagen 3997">
                <a:extLst>
                  <a:ext uri="{FF2B5EF4-FFF2-40B4-BE49-F238E27FC236}">
                    <a16:creationId xmlns:a16="http://schemas.microsoft.com/office/drawing/2014/main" id="{0BE2B3C9-2ED9-D73D-F29D-08D793E98D0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99" name="Imagen 3998">
                <a:extLst>
                  <a:ext uri="{FF2B5EF4-FFF2-40B4-BE49-F238E27FC236}">
                    <a16:creationId xmlns:a16="http://schemas.microsoft.com/office/drawing/2014/main" id="{5C8B181C-116D-CB71-CA8F-CF5126AC312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27" name="Imagen 3026">
              <a:extLst>
                <a:ext uri="{FF2B5EF4-FFF2-40B4-BE49-F238E27FC236}">
                  <a16:creationId xmlns:a16="http://schemas.microsoft.com/office/drawing/2014/main" id="{CECA5252-DB55-C525-C926-F480E8E2DA90}"/>
                </a:ext>
              </a:extLst>
            </p:cNvPr>
            <p:cNvPicPr>
              <a:picLocks noChangeAspect="1"/>
            </p:cNvPicPr>
            <p:nvPr/>
          </p:nvPicPr>
          <p:blipFill>
            <a:blip r:embed="rId4"/>
            <a:srcRect l="55122" t="21082" r="33731" b="67313"/>
            <a:stretch/>
          </p:blipFill>
          <p:spPr>
            <a:xfrm>
              <a:off x="2157200" y="1291071"/>
              <a:ext cx="266750" cy="342900"/>
            </a:xfrm>
            <a:prstGeom prst="rect">
              <a:avLst/>
            </a:prstGeom>
          </p:spPr>
        </p:pic>
        <p:pic>
          <p:nvPicPr>
            <p:cNvPr id="3028" name="Imagen 3027">
              <a:extLst>
                <a:ext uri="{FF2B5EF4-FFF2-40B4-BE49-F238E27FC236}">
                  <a16:creationId xmlns:a16="http://schemas.microsoft.com/office/drawing/2014/main" id="{FD71AA98-4920-357C-439E-3D3FB8C7EA02}"/>
                </a:ext>
              </a:extLst>
            </p:cNvPr>
            <p:cNvPicPr>
              <a:picLocks noChangeAspect="1"/>
            </p:cNvPicPr>
            <p:nvPr/>
          </p:nvPicPr>
          <p:blipFill>
            <a:blip r:embed="rId4"/>
            <a:srcRect l="12624" t="34906" r="76229" b="53489"/>
            <a:stretch/>
          </p:blipFill>
          <p:spPr>
            <a:xfrm>
              <a:off x="2440969" y="1291071"/>
              <a:ext cx="266750" cy="342900"/>
            </a:xfrm>
            <a:prstGeom prst="rect">
              <a:avLst/>
            </a:prstGeom>
          </p:spPr>
        </p:pic>
        <p:pic>
          <p:nvPicPr>
            <p:cNvPr id="3029" name="Imagen 3028">
              <a:extLst>
                <a:ext uri="{FF2B5EF4-FFF2-40B4-BE49-F238E27FC236}">
                  <a16:creationId xmlns:a16="http://schemas.microsoft.com/office/drawing/2014/main" id="{7E090647-BE2A-8A19-13FE-065544F1DDFC}"/>
                </a:ext>
              </a:extLst>
            </p:cNvPr>
            <p:cNvPicPr>
              <a:picLocks noChangeAspect="1"/>
            </p:cNvPicPr>
            <p:nvPr/>
          </p:nvPicPr>
          <p:blipFill>
            <a:blip r:embed="rId4"/>
            <a:srcRect l="76281" t="21082" r="12572" b="67313"/>
            <a:stretch/>
          </p:blipFill>
          <p:spPr>
            <a:xfrm>
              <a:off x="2724738" y="1291071"/>
              <a:ext cx="266750" cy="342900"/>
            </a:xfrm>
            <a:prstGeom prst="rect">
              <a:avLst/>
            </a:prstGeom>
          </p:spPr>
        </p:pic>
        <p:pic>
          <p:nvPicPr>
            <p:cNvPr id="3030" name="Imagen 3029">
              <a:extLst>
                <a:ext uri="{FF2B5EF4-FFF2-40B4-BE49-F238E27FC236}">
                  <a16:creationId xmlns:a16="http://schemas.microsoft.com/office/drawing/2014/main" id="{D6C5F406-0D63-025D-3CF9-45D31334F1DB}"/>
                </a:ext>
              </a:extLst>
            </p:cNvPr>
            <p:cNvPicPr>
              <a:picLocks noChangeAspect="1"/>
            </p:cNvPicPr>
            <p:nvPr/>
          </p:nvPicPr>
          <p:blipFill>
            <a:blip r:embed="rId4"/>
            <a:srcRect l="44516" t="6975" r="44337" b="81420"/>
            <a:stretch/>
          </p:blipFill>
          <p:spPr>
            <a:xfrm>
              <a:off x="3008507" y="1291071"/>
              <a:ext cx="266750" cy="342900"/>
            </a:xfrm>
            <a:prstGeom prst="rect">
              <a:avLst/>
            </a:prstGeom>
          </p:spPr>
        </p:pic>
        <p:pic>
          <p:nvPicPr>
            <p:cNvPr id="3031" name="Imagen 3030">
              <a:extLst>
                <a:ext uri="{FF2B5EF4-FFF2-40B4-BE49-F238E27FC236}">
                  <a16:creationId xmlns:a16="http://schemas.microsoft.com/office/drawing/2014/main" id="{F9351259-BD0A-DAAC-3FB1-ECE5D8A1C951}"/>
                </a:ext>
              </a:extLst>
            </p:cNvPr>
            <p:cNvPicPr>
              <a:picLocks noChangeAspect="1"/>
            </p:cNvPicPr>
            <p:nvPr/>
          </p:nvPicPr>
          <p:blipFill>
            <a:blip r:embed="rId4"/>
            <a:srcRect l="66027" t="77100" r="22826" b="11295"/>
            <a:stretch/>
          </p:blipFill>
          <p:spPr>
            <a:xfrm>
              <a:off x="3292276" y="1291071"/>
              <a:ext cx="266750" cy="342900"/>
            </a:xfrm>
            <a:prstGeom prst="rect">
              <a:avLst/>
            </a:prstGeom>
          </p:spPr>
        </p:pic>
        <p:pic>
          <p:nvPicPr>
            <p:cNvPr id="3032" name="Imagen 3031">
              <a:extLst>
                <a:ext uri="{FF2B5EF4-FFF2-40B4-BE49-F238E27FC236}">
                  <a16:creationId xmlns:a16="http://schemas.microsoft.com/office/drawing/2014/main" id="{1F75C674-8F21-B8B5-FD0F-5898545A0972}"/>
                </a:ext>
              </a:extLst>
            </p:cNvPr>
            <p:cNvPicPr>
              <a:picLocks noChangeAspect="1"/>
            </p:cNvPicPr>
            <p:nvPr/>
          </p:nvPicPr>
          <p:blipFill>
            <a:blip r:embed="rId4"/>
            <a:srcRect l="76281" t="21082" r="12572" b="67313"/>
            <a:stretch/>
          </p:blipFill>
          <p:spPr>
            <a:xfrm>
              <a:off x="3576045" y="1291071"/>
              <a:ext cx="266750" cy="342900"/>
            </a:xfrm>
            <a:prstGeom prst="rect">
              <a:avLst/>
            </a:prstGeom>
          </p:spPr>
        </p:pic>
        <p:pic>
          <p:nvPicPr>
            <p:cNvPr id="3033" name="Imagen 3032">
              <a:extLst>
                <a:ext uri="{FF2B5EF4-FFF2-40B4-BE49-F238E27FC236}">
                  <a16:creationId xmlns:a16="http://schemas.microsoft.com/office/drawing/2014/main" id="{9C2A3A00-3444-D4AB-EEE7-00A7590E115B}"/>
                </a:ext>
              </a:extLst>
            </p:cNvPr>
            <p:cNvPicPr>
              <a:picLocks noChangeAspect="1"/>
            </p:cNvPicPr>
            <p:nvPr/>
          </p:nvPicPr>
          <p:blipFill>
            <a:blip r:embed="rId4"/>
            <a:srcRect l="65751" t="21142" r="23101" b="67253"/>
            <a:stretch/>
          </p:blipFill>
          <p:spPr>
            <a:xfrm>
              <a:off x="2154939" y="4611739"/>
              <a:ext cx="266750" cy="342900"/>
            </a:xfrm>
            <a:prstGeom prst="rect">
              <a:avLst/>
            </a:prstGeom>
          </p:spPr>
        </p:pic>
        <p:pic>
          <p:nvPicPr>
            <p:cNvPr id="3034" name="Imagen 3033">
              <a:extLst>
                <a:ext uri="{FF2B5EF4-FFF2-40B4-BE49-F238E27FC236}">
                  <a16:creationId xmlns:a16="http://schemas.microsoft.com/office/drawing/2014/main" id="{4F34F7AC-2221-2355-09E6-155D8AB2C5AB}"/>
                </a:ext>
              </a:extLst>
            </p:cNvPr>
            <p:cNvPicPr>
              <a:picLocks noChangeAspect="1"/>
            </p:cNvPicPr>
            <p:nvPr/>
          </p:nvPicPr>
          <p:blipFill>
            <a:blip r:embed="rId4"/>
            <a:srcRect l="12605" t="6975" r="76248" b="81420"/>
            <a:stretch/>
          </p:blipFill>
          <p:spPr>
            <a:xfrm>
              <a:off x="2438385" y="4970263"/>
              <a:ext cx="266750" cy="342900"/>
            </a:xfrm>
            <a:prstGeom prst="rect">
              <a:avLst/>
            </a:prstGeom>
          </p:spPr>
        </p:pic>
        <p:pic>
          <p:nvPicPr>
            <p:cNvPr id="3035" name="Imagen 3034">
              <a:extLst>
                <a:ext uri="{FF2B5EF4-FFF2-40B4-BE49-F238E27FC236}">
                  <a16:creationId xmlns:a16="http://schemas.microsoft.com/office/drawing/2014/main" id="{1C616E59-F053-9158-9DDB-E176CF10C8AC}"/>
                </a:ext>
              </a:extLst>
            </p:cNvPr>
            <p:cNvPicPr>
              <a:picLocks noChangeAspect="1"/>
            </p:cNvPicPr>
            <p:nvPr/>
          </p:nvPicPr>
          <p:blipFill>
            <a:blip r:embed="rId4"/>
            <a:srcRect l="76281" t="21082" r="12572" b="67313"/>
            <a:stretch/>
          </p:blipFill>
          <p:spPr>
            <a:xfrm>
              <a:off x="2721831" y="5311489"/>
              <a:ext cx="266750" cy="342900"/>
            </a:xfrm>
            <a:prstGeom prst="rect">
              <a:avLst/>
            </a:prstGeom>
          </p:spPr>
        </p:pic>
        <p:pic>
          <p:nvPicPr>
            <p:cNvPr id="3036" name="Imagen 3035">
              <a:extLst>
                <a:ext uri="{FF2B5EF4-FFF2-40B4-BE49-F238E27FC236}">
                  <a16:creationId xmlns:a16="http://schemas.microsoft.com/office/drawing/2014/main" id="{25BE6AE2-7777-7FA5-F984-9D433883B0D6}"/>
                </a:ext>
              </a:extLst>
            </p:cNvPr>
            <p:cNvPicPr>
              <a:picLocks noChangeAspect="1"/>
            </p:cNvPicPr>
            <p:nvPr/>
          </p:nvPicPr>
          <p:blipFill>
            <a:blip r:embed="rId4"/>
            <a:srcRect l="23278" t="21261" r="65575" b="67134"/>
            <a:stretch/>
          </p:blipFill>
          <p:spPr>
            <a:xfrm>
              <a:off x="3005277" y="5311489"/>
              <a:ext cx="266750" cy="342900"/>
            </a:xfrm>
            <a:prstGeom prst="rect">
              <a:avLst/>
            </a:prstGeom>
          </p:spPr>
        </p:pic>
        <p:pic>
          <p:nvPicPr>
            <p:cNvPr id="3037" name="Imagen 3036">
              <a:extLst>
                <a:ext uri="{FF2B5EF4-FFF2-40B4-BE49-F238E27FC236}">
                  <a16:creationId xmlns:a16="http://schemas.microsoft.com/office/drawing/2014/main" id="{A578B2ED-91C3-EF9F-E4C0-7D048A48B185}"/>
                </a:ext>
              </a:extLst>
            </p:cNvPr>
            <p:cNvPicPr>
              <a:picLocks noChangeAspect="1"/>
            </p:cNvPicPr>
            <p:nvPr/>
          </p:nvPicPr>
          <p:blipFill>
            <a:blip r:embed="rId4"/>
            <a:srcRect l="55122" t="21082" r="33731" b="67313"/>
            <a:stretch/>
          </p:blipFill>
          <p:spPr>
            <a:xfrm>
              <a:off x="3288723" y="5311489"/>
              <a:ext cx="266750" cy="342900"/>
            </a:xfrm>
            <a:prstGeom prst="rect">
              <a:avLst/>
            </a:prstGeom>
          </p:spPr>
        </p:pic>
        <p:pic>
          <p:nvPicPr>
            <p:cNvPr id="3038" name="Imagen 3037">
              <a:extLst>
                <a:ext uri="{FF2B5EF4-FFF2-40B4-BE49-F238E27FC236}">
                  <a16:creationId xmlns:a16="http://schemas.microsoft.com/office/drawing/2014/main" id="{233D5629-54FB-8C4B-8848-498C7F586E74}"/>
                </a:ext>
              </a:extLst>
            </p:cNvPr>
            <p:cNvPicPr>
              <a:picLocks noChangeAspect="1"/>
            </p:cNvPicPr>
            <p:nvPr/>
          </p:nvPicPr>
          <p:blipFill>
            <a:blip r:embed="rId4"/>
            <a:srcRect l="12605" t="6975" r="76248" b="81420"/>
            <a:stretch/>
          </p:blipFill>
          <p:spPr>
            <a:xfrm>
              <a:off x="3572169" y="5311489"/>
              <a:ext cx="266750" cy="342900"/>
            </a:xfrm>
            <a:prstGeom prst="rect">
              <a:avLst/>
            </a:prstGeom>
          </p:spPr>
        </p:pic>
        <p:pic>
          <p:nvPicPr>
            <p:cNvPr id="3039" name="Imagen 3038">
              <a:extLst>
                <a:ext uri="{FF2B5EF4-FFF2-40B4-BE49-F238E27FC236}">
                  <a16:creationId xmlns:a16="http://schemas.microsoft.com/office/drawing/2014/main" id="{90964E06-DE06-404F-8950-1CDFA48C9037}"/>
                </a:ext>
              </a:extLst>
            </p:cNvPr>
            <p:cNvPicPr>
              <a:picLocks noChangeAspect="1"/>
            </p:cNvPicPr>
            <p:nvPr/>
          </p:nvPicPr>
          <p:blipFill>
            <a:blip r:embed="rId4"/>
            <a:srcRect l="12601" t="21080" r="76252" b="67315"/>
            <a:stretch/>
          </p:blipFill>
          <p:spPr>
            <a:xfrm>
              <a:off x="2154939" y="5686427"/>
              <a:ext cx="266750" cy="342900"/>
            </a:xfrm>
            <a:prstGeom prst="rect">
              <a:avLst/>
            </a:prstGeom>
          </p:spPr>
        </p:pic>
        <p:pic>
          <p:nvPicPr>
            <p:cNvPr id="3040" name="Imagen 3039">
              <a:extLst>
                <a:ext uri="{FF2B5EF4-FFF2-40B4-BE49-F238E27FC236}">
                  <a16:creationId xmlns:a16="http://schemas.microsoft.com/office/drawing/2014/main" id="{77E8AE82-2CE4-B748-B11A-35EE37CEBC8F}"/>
                </a:ext>
              </a:extLst>
            </p:cNvPr>
            <p:cNvPicPr>
              <a:picLocks noChangeAspect="1"/>
            </p:cNvPicPr>
            <p:nvPr/>
          </p:nvPicPr>
          <p:blipFill>
            <a:blip r:embed="rId4"/>
            <a:srcRect l="12624" t="34906" r="76229" b="53489"/>
            <a:stretch/>
          </p:blipFill>
          <p:spPr>
            <a:xfrm>
              <a:off x="2438385" y="5686427"/>
              <a:ext cx="266750" cy="342900"/>
            </a:xfrm>
            <a:prstGeom prst="rect">
              <a:avLst/>
            </a:prstGeom>
          </p:spPr>
        </p:pic>
        <p:pic>
          <p:nvPicPr>
            <p:cNvPr id="3041" name="Imagen 3040">
              <a:extLst>
                <a:ext uri="{FF2B5EF4-FFF2-40B4-BE49-F238E27FC236}">
                  <a16:creationId xmlns:a16="http://schemas.microsoft.com/office/drawing/2014/main" id="{45086FA0-7B3B-B2F7-4E3D-9AFC79E8F486}"/>
                </a:ext>
              </a:extLst>
            </p:cNvPr>
            <p:cNvPicPr>
              <a:picLocks noChangeAspect="1"/>
            </p:cNvPicPr>
            <p:nvPr/>
          </p:nvPicPr>
          <p:blipFill>
            <a:blip r:embed="rId4"/>
            <a:srcRect l="76281" t="21082" r="12572" b="67313"/>
            <a:stretch/>
          </p:blipFill>
          <p:spPr>
            <a:xfrm>
              <a:off x="2721831" y="5686427"/>
              <a:ext cx="266750" cy="342900"/>
            </a:xfrm>
            <a:prstGeom prst="rect">
              <a:avLst/>
            </a:prstGeom>
          </p:spPr>
        </p:pic>
        <p:pic>
          <p:nvPicPr>
            <p:cNvPr id="3042" name="Imagen 3041">
              <a:extLst>
                <a:ext uri="{FF2B5EF4-FFF2-40B4-BE49-F238E27FC236}">
                  <a16:creationId xmlns:a16="http://schemas.microsoft.com/office/drawing/2014/main" id="{A745C253-A5BA-5CA0-8F77-22BBC5B65542}"/>
                </a:ext>
              </a:extLst>
            </p:cNvPr>
            <p:cNvPicPr>
              <a:picLocks noChangeAspect="1"/>
            </p:cNvPicPr>
            <p:nvPr/>
          </p:nvPicPr>
          <p:blipFill>
            <a:blip r:embed="rId4"/>
            <a:srcRect l="76305" t="7039" r="12548" b="81356"/>
            <a:stretch/>
          </p:blipFill>
          <p:spPr>
            <a:xfrm>
              <a:off x="3005277" y="5686427"/>
              <a:ext cx="266750" cy="342900"/>
            </a:xfrm>
            <a:prstGeom prst="rect">
              <a:avLst/>
            </a:prstGeom>
          </p:spPr>
        </p:pic>
        <p:pic>
          <p:nvPicPr>
            <p:cNvPr id="3043" name="Imagen 3042">
              <a:extLst>
                <a:ext uri="{FF2B5EF4-FFF2-40B4-BE49-F238E27FC236}">
                  <a16:creationId xmlns:a16="http://schemas.microsoft.com/office/drawing/2014/main" id="{D6D11020-9766-14BB-3CE1-6084E617EB01}"/>
                </a:ext>
              </a:extLst>
            </p:cNvPr>
            <p:cNvPicPr>
              <a:picLocks noChangeAspect="1"/>
            </p:cNvPicPr>
            <p:nvPr/>
          </p:nvPicPr>
          <p:blipFill>
            <a:blip r:embed="rId4"/>
            <a:srcRect l="44426" t="21260" r="44426" b="67135"/>
            <a:stretch/>
          </p:blipFill>
          <p:spPr>
            <a:xfrm>
              <a:off x="3288723" y="5686427"/>
              <a:ext cx="266750" cy="342900"/>
            </a:xfrm>
            <a:prstGeom prst="rect">
              <a:avLst/>
            </a:prstGeom>
          </p:spPr>
        </p:pic>
        <p:pic>
          <p:nvPicPr>
            <p:cNvPr id="3044" name="Imagen 3043">
              <a:extLst>
                <a:ext uri="{FF2B5EF4-FFF2-40B4-BE49-F238E27FC236}">
                  <a16:creationId xmlns:a16="http://schemas.microsoft.com/office/drawing/2014/main" id="{2700E0CE-2B0C-96A8-C422-C05394281B69}"/>
                </a:ext>
              </a:extLst>
            </p:cNvPr>
            <p:cNvPicPr>
              <a:picLocks noChangeAspect="1"/>
            </p:cNvPicPr>
            <p:nvPr/>
          </p:nvPicPr>
          <p:blipFill>
            <a:blip r:embed="rId4"/>
            <a:srcRect l="12624" t="34906" r="76229" b="53489"/>
            <a:stretch/>
          </p:blipFill>
          <p:spPr>
            <a:xfrm>
              <a:off x="3572169" y="5686427"/>
              <a:ext cx="266750" cy="342900"/>
            </a:xfrm>
            <a:prstGeom prst="rect">
              <a:avLst/>
            </a:prstGeom>
          </p:spPr>
        </p:pic>
        <p:pic>
          <p:nvPicPr>
            <p:cNvPr id="3045" name="Imagen 3044">
              <a:extLst>
                <a:ext uri="{FF2B5EF4-FFF2-40B4-BE49-F238E27FC236}">
                  <a16:creationId xmlns:a16="http://schemas.microsoft.com/office/drawing/2014/main" id="{94BB9407-C308-F1B8-E51E-9A092C09AECA}"/>
                </a:ext>
              </a:extLst>
            </p:cNvPr>
            <p:cNvPicPr>
              <a:picLocks noChangeAspect="1"/>
            </p:cNvPicPr>
            <p:nvPr/>
          </p:nvPicPr>
          <p:blipFill>
            <a:blip r:embed="rId4"/>
            <a:srcRect l="76281" t="21082" r="12572" b="67313"/>
            <a:stretch/>
          </p:blipFill>
          <p:spPr>
            <a:xfrm>
              <a:off x="3855615" y="5686427"/>
              <a:ext cx="266750" cy="342900"/>
            </a:xfrm>
            <a:prstGeom prst="rect">
              <a:avLst/>
            </a:prstGeom>
          </p:spPr>
        </p:pic>
        <p:pic>
          <p:nvPicPr>
            <p:cNvPr id="3046" name="Imagen 3045">
              <a:extLst>
                <a:ext uri="{FF2B5EF4-FFF2-40B4-BE49-F238E27FC236}">
                  <a16:creationId xmlns:a16="http://schemas.microsoft.com/office/drawing/2014/main" id="{6D1FDA42-3A92-0F3A-1C3B-108EC2B97275}"/>
                </a:ext>
              </a:extLst>
            </p:cNvPr>
            <p:cNvPicPr>
              <a:picLocks noChangeAspect="1"/>
            </p:cNvPicPr>
            <p:nvPr/>
          </p:nvPicPr>
          <p:blipFill>
            <a:blip r:embed="rId4"/>
            <a:srcRect l="76305" t="7039" r="12548" b="81356"/>
            <a:stretch/>
          </p:blipFill>
          <p:spPr>
            <a:xfrm>
              <a:off x="4139061" y="5686427"/>
              <a:ext cx="266750" cy="342900"/>
            </a:xfrm>
            <a:prstGeom prst="rect">
              <a:avLst/>
            </a:prstGeom>
          </p:spPr>
        </p:pic>
        <p:grpSp>
          <p:nvGrpSpPr>
            <p:cNvPr id="3047" name="Grupo 3046">
              <a:extLst>
                <a:ext uri="{FF2B5EF4-FFF2-40B4-BE49-F238E27FC236}">
                  <a16:creationId xmlns:a16="http://schemas.microsoft.com/office/drawing/2014/main" id="{860F17A9-3A52-F51C-92A6-B50432161432}"/>
                </a:ext>
              </a:extLst>
            </p:cNvPr>
            <p:cNvGrpSpPr/>
            <p:nvPr/>
          </p:nvGrpSpPr>
          <p:grpSpPr>
            <a:xfrm>
              <a:off x="4422507" y="5686427"/>
              <a:ext cx="266750" cy="342900"/>
              <a:chOff x="5053733" y="4472706"/>
              <a:chExt cx="764498" cy="795862"/>
            </a:xfrm>
          </p:grpSpPr>
          <p:pic>
            <p:nvPicPr>
              <p:cNvPr id="3996" name="Imagen 3995">
                <a:extLst>
                  <a:ext uri="{FF2B5EF4-FFF2-40B4-BE49-F238E27FC236}">
                    <a16:creationId xmlns:a16="http://schemas.microsoft.com/office/drawing/2014/main" id="{26C17FFF-C840-8DEE-76F0-9D27F1B2C06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97" name="Imagen 3996">
                <a:extLst>
                  <a:ext uri="{FF2B5EF4-FFF2-40B4-BE49-F238E27FC236}">
                    <a16:creationId xmlns:a16="http://schemas.microsoft.com/office/drawing/2014/main" id="{951B16BE-C120-36A1-CB90-DD2240FDADC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48" name="Grupo 3047">
              <a:extLst>
                <a:ext uri="{FF2B5EF4-FFF2-40B4-BE49-F238E27FC236}">
                  <a16:creationId xmlns:a16="http://schemas.microsoft.com/office/drawing/2014/main" id="{CD27974B-E9FE-BC73-A1DA-2C8E20A3EC6E}"/>
                </a:ext>
              </a:extLst>
            </p:cNvPr>
            <p:cNvGrpSpPr/>
            <p:nvPr/>
          </p:nvGrpSpPr>
          <p:grpSpPr>
            <a:xfrm>
              <a:off x="4705953" y="5686427"/>
              <a:ext cx="266750" cy="342900"/>
              <a:chOff x="5053733" y="4472706"/>
              <a:chExt cx="764498" cy="795862"/>
            </a:xfrm>
          </p:grpSpPr>
          <p:pic>
            <p:nvPicPr>
              <p:cNvPr id="3994" name="Imagen 3993">
                <a:extLst>
                  <a:ext uri="{FF2B5EF4-FFF2-40B4-BE49-F238E27FC236}">
                    <a16:creationId xmlns:a16="http://schemas.microsoft.com/office/drawing/2014/main" id="{CF32BF35-2C1F-146A-03EC-2E0ECBB45F4C}"/>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95" name="Imagen 3994">
                <a:extLst>
                  <a:ext uri="{FF2B5EF4-FFF2-40B4-BE49-F238E27FC236}">
                    <a16:creationId xmlns:a16="http://schemas.microsoft.com/office/drawing/2014/main" id="{4DEADD40-DF3E-0B5C-E4D5-00CFCC2E9BC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49" name="Grupo 3048">
              <a:extLst>
                <a:ext uri="{FF2B5EF4-FFF2-40B4-BE49-F238E27FC236}">
                  <a16:creationId xmlns:a16="http://schemas.microsoft.com/office/drawing/2014/main" id="{1D466207-A9F4-603C-6003-0E6A74934319}"/>
                </a:ext>
              </a:extLst>
            </p:cNvPr>
            <p:cNvGrpSpPr/>
            <p:nvPr/>
          </p:nvGrpSpPr>
          <p:grpSpPr>
            <a:xfrm>
              <a:off x="4989399" y="5686427"/>
              <a:ext cx="266750" cy="342900"/>
              <a:chOff x="5053733" y="4472706"/>
              <a:chExt cx="764498" cy="795862"/>
            </a:xfrm>
          </p:grpSpPr>
          <p:pic>
            <p:nvPicPr>
              <p:cNvPr id="3992" name="Imagen 3991">
                <a:extLst>
                  <a:ext uri="{FF2B5EF4-FFF2-40B4-BE49-F238E27FC236}">
                    <a16:creationId xmlns:a16="http://schemas.microsoft.com/office/drawing/2014/main" id="{16758FD6-35C7-92B0-DBFB-A1F3D39EDFB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93" name="Imagen 3992">
                <a:extLst>
                  <a:ext uri="{FF2B5EF4-FFF2-40B4-BE49-F238E27FC236}">
                    <a16:creationId xmlns:a16="http://schemas.microsoft.com/office/drawing/2014/main" id="{A8AC05EA-EF7B-2E69-36C9-25A9D08C03C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50" name="Grupo 3049">
              <a:extLst>
                <a:ext uri="{FF2B5EF4-FFF2-40B4-BE49-F238E27FC236}">
                  <a16:creationId xmlns:a16="http://schemas.microsoft.com/office/drawing/2014/main" id="{E5FD8F8C-A0FB-0C12-9CB6-AF7A5AC2A24D}"/>
                </a:ext>
              </a:extLst>
            </p:cNvPr>
            <p:cNvGrpSpPr/>
            <p:nvPr/>
          </p:nvGrpSpPr>
          <p:grpSpPr>
            <a:xfrm>
              <a:off x="3855615" y="5311489"/>
              <a:ext cx="266750" cy="342900"/>
              <a:chOff x="5053733" y="4472706"/>
              <a:chExt cx="764498" cy="795862"/>
            </a:xfrm>
          </p:grpSpPr>
          <p:pic>
            <p:nvPicPr>
              <p:cNvPr id="3990" name="Imagen 3989">
                <a:extLst>
                  <a:ext uri="{FF2B5EF4-FFF2-40B4-BE49-F238E27FC236}">
                    <a16:creationId xmlns:a16="http://schemas.microsoft.com/office/drawing/2014/main" id="{C4B1A7DF-5B35-A2B8-9F28-4EBA19DAC66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91" name="Imagen 3990">
                <a:extLst>
                  <a:ext uri="{FF2B5EF4-FFF2-40B4-BE49-F238E27FC236}">
                    <a16:creationId xmlns:a16="http://schemas.microsoft.com/office/drawing/2014/main" id="{CECE4880-C289-3501-25E7-49C47B6D45F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51" name="Grupo 3050">
              <a:extLst>
                <a:ext uri="{FF2B5EF4-FFF2-40B4-BE49-F238E27FC236}">
                  <a16:creationId xmlns:a16="http://schemas.microsoft.com/office/drawing/2014/main" id="{3B00C334-EA7E-389C-0752-468E439F95D9}"/>
                </a:ext>
              </a:extLst>
            </p:cNvPr>
            <p:cNvGrpSpPr/>
            <p:nvPr/>
          </p:nvGrpSpPr>
          <p:grpSpPr>
            <a:xfrm>
              <a:off x="4139061" y="5311489"/>
              <a:ext cx="266750" cy="342900"/>
              <a:chOff x="5053733" y="4472706"/>
              <a:chExt cx="764498" cy="795862"/>
            </a:xfrm>
          </p:grpSpPr>
          <p:pic>
            <p:nvPicPr>
              <p:cNvPr id="3988" name="Imagen 3987">
                <a:extLst>
                  <a:ext uri="{FF2B5EF4-FFF2-40B4-BE49-F238E27FC236}">
                    <a16:creationId xmlns:a16="http://schemas.microsoft.com/office/drawing/2014/main" id="{C3DACCDA-580F-5331-2C73-165066C672A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89" name="Imagen 3988">
                <a:extLst>
                  <a:ext uri="{FF2B5EF4-FFF2-40B4-BE49-F238E27FC236}">
                    <a16:creationId xmlns:a16="http://schemas.microsoft.com/office/drawing/2014/main" id="{E53A9FAB-B433-6C0B-2F74-5B969D02399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52" name="Grupo 3051">
              <a:extLst>
                <a:ext uri="{FF2B5EF4-FFF2-40B4-BE49-F238E27FC236}">
                  <a16:creationId xmlns:a16="http://schemas.microsoft.com/office/drawing/2014/main" id="{11A4C024-D1C2-CF74-DA6F-26D89BAE6765}"/>
                </a:ext>
              </a:extLst>
            </p:cNvPr>
            <p:cNvGrpSpPr/>
            <p:nvPr/>
          </p:nvGrpSpPr>
          <p:grpSpPr>
            <a:xfrm>
              <a:off x="4422507" y="5311489"/>
              <a:ext cx="266750" cy="342900"/>
              <a:chOff x="5053733" y="4472706"/>
              <a:chExt cx="764498" cy="795862"/>
            </a:xfrm>
          </p:grpSpPr>
          <p:pic>
            <p:nvPicPr>
              <p:cNvPr id="3986" name="Imagen 3985">
                <a:extLst>
                  <a:ext uri="{FF2B5EF4-FFF2-40B4-BE49-F238E27FC236}">
                    <a16:creationId xmlns:a16="http://schemas.microsoft.com/office/drawing/2014/main" id="{7EBBA7AD-8BD4-6897-376C-07EC41C7A37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87" name="Imagen 3986">
                <a:extLst>
                  <a:ext uri="{FF2B5EF4-FFF2-40B4-BE49-F238E27FC236}">
                    <a16:creationId xmlns:a16="http://schemas.microsoft.com/office/drawing/2014/main" id="{6633EC48-9864-3E30-5F78-32819D33F26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53" name="Grupo 3052">
              <a:extLst>
                <a:ext uri="{FF2B5EF4-FFF2-40B4-BE49-F238E27FC236}">
                  <a16:creationId xmlns:a16="http://schemas.microsoft.com/office/drawing/2014/main" id="{328DA7DA-671F-16E4-5472-7C4EE28DC3F4}"/>
                </a:ext>
              </a:extLst>
            </p:cNvPr>
            <p:cNvGrpSpPr/>
            <p:nvPr/>
          </p:nvGrpSpPr>
          <p:grpSpPr>
            <a:xfrm>
              <a:off x="4705953" y="5311489"/>
              <a:ext cx="266750" cy="342900"/>
              <a:chOff x="5053733" y="4472706"/>
              <a:chExt cx="764498" cy="795862"/>
            </a:xfrm>
          </p:grpSpPr>
          <p:pic>
            <p:nvPicPr>
              <p:cNvPr id="3984" name="Imagen 3983">
                <a:extLst>
                  <a:ext uri="{FF2B5EF4-FFF2-40B4-BE49-F238E27FC236}">
                    <a16:creationId xmlns:a16="http://schemas.microsoft.com/office/drawing/2014/main" id="{64FD7192-8874-D4A9-4D87-4C46ED4CB47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85" name="Imagen 3984">
                <a:extLst>
                  <a:ext uri="{FF2B5EF4-FFF2-40B4-BE49-F238E27FC236}">
                    <a16:creationId xmlns:a16="http://schemas.microsoft.com/office/drawing/2014/main" id="{E487C07B-84F5-B75C-EC56-3B9608C4E10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54" name="Grupo 3053">
              <a:extLst>
                <a:ext uri="{FF2B5EF4-FFF2-40B4-BE49-F238E27FC236}">
                  <a16:creationId xmlns:a16="http://schemas.microsoft.com/office/drawing/2014/main" id="{4018FCA3-89CF-26D7-9BBE-CE8B1679A24A}"/>
                </a:ext>
              </a:extLst>
            </p:cNvPr>
            <p:cNvGrpSpPr/>
            <p:nvPr/>
          </p:nvGrpSpPr>
          <p:grpSpPr>
            <a:xfrm>
              <a:off x="4989399" y="5311489"/>
              <a:ext cx="266750" cy="342900"/>
              <a:chOff x="5053733" y="4472706"/>
              <a:chExt cx="764498" cy="795862"/>
            </a:xfrm>
          </p:grpSpPr>
          <p:pic>
            <p:nvPicPr>
              <p:cNvPr id="3982" name="Imagen 3981">
                <a:extLst>
                  <a:ext uri="{FF2B5EF4-FFF2-40B4-BE49-F238E27FC236}">
                    <a16:creationId xmlns:a16="http://schemas.microsoft.com/office/drawing/2014/main" id="{1C159AC4-B34B-0ECE-7EE0-2B0DB704224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83" name="Imagen 3982">
                <a:extLst>
                  <a:ext uri="{FF2B5EF4-FFF2-40B4-BE49-F238E27FC236}">
                    <a16:creationId xmlns:a16="http://schemas.microsoft.com/office/drawing/2014/main" id="{3B787FE3-8447-0725-9E34-C87C591ED22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55" name="Imagen 3054">
              <a:extLst>
                <a:ext uri="{FF2B5EF4-FFF2-40B4-BE49-F238E27FC236}">
                  <a16:creationId xmlns:a16="http://schemas.microsoft.com/office/drawing/2014/main" id="{FCE5B57B-CD89-BDD0-4533-F6A0788E4578}"/>
                </a:ext>
              </a:extLst>
            </p:cNvPr>
            <p:cNvPicPr>
              <a:picLocks noChangeAspect="1"/>
            </p:cNvPicPr>
            <p:nvPr/>
          </p:nvPicPr>
          <p:blipFill>
            <a:blip r:embed="rId4"/>
            <a:srcRect l="12605" t="6975" r="76248" b="81420"/>
            <a:stretch/>
          </p:blipFill>
          <p:spPr>
            <a:xfrm>
              <a:off x="2154939" y="3140200"/>
              <a:ext cx="266750" cy="342900"/>
            </a:xfrm>
            <a:prstGeom prst="rect">
              <a:avLst/>
            </a:prstGeom>
          </p:spPr>
        </p:pic>
        <p:pic>
          <p:nvPicPr>
            <p:cNvPr id="3056" name="Imagen 3055">
              <a:extLst>
                <a:ext uri="{FF2B5EF4-FFF2-40B4-BE49-F238E27FC236}">
                  <a16:creationId xmlns:a16="http://schemas.microsoft.com/office/drawing/2014/main" id="{3E610985-7A5B-0060-E638-FE8C94C1F2A1}"/>
                </a:ext>
              </a:extLst>
            </p:cNvPr>
            <p:cNvPicPr>
              <a:picLocks noChangeAspect="1"/>
            </p:cNvPicPr>
            <p:nvPr/>
          </p:nvPicPr>
          <p:blipFill>
            <a:blip r:embed="rId4"/>
            <a:srcRect l="23315" t="6975" r="65538" b="81420"/>
            <a:stretch/>
          </p:blipFill>
          <p:spPr>
            <a:xfrm>
              <a:off x="2438385" y="3140200"/>
              <a:ext cx="266750" cy="342900"/>
            </a:xfrm>
            <a:prstGeom prst="rect">
              <a:avLst/>
            </a:prstGeom>
          </p:spPr>
        </p:pic>
        <p:pic>
          <p:nvPicPr>
            <p:cNvPr id="3057" name="Imagen 3056">
              <a:extLst>
                <a:ext uri="{FF2B5EF4-FFF2-40B4-BE49-F238E27FC236}">
                  <a16:creationId xmlns:a16="http://schemas.microsoft.com/office/drawing/2014/main" id="{2B387CB5-890B-8BE9-890A-7A0257AE014A}"/>
                </a:ext>
              </a:extLst>
            </p:cNvPr>
            <p:cNvPicPr>
              <a:picLocks noChangeAspect="1"/>
            </p:cNvPicPr>
            <p:nvPr/>
          </p:nvPicPr>
          <p:blipFill>
            <a:blip r:embed="rId4"/>
            <a:srcRect l="76337" t="34935" r="12515" b="53460"/>
            <a:stretch/>
          </p:blipFill>
          <p:spPr>
            <a:xfrm>
              <a:off x="2721831" y="3140200"/>
              <a:ext cx="266750" cy="342900"/>
            </a:xfrm>
            <a:prstGeom prst="rect">
              <a:avLst/>
            </a:prstGeom>
          </p:spPr>
        </p:pic>
        <p:pic>
          <p:nvPicPr>
            <p:cNvPr id="3058" name="Imagen 3057">
              <a:extLst>
                <a:ext uri="{FF2B5EF4-FFF2-40B4-BE49-F238E27FC236}">
                  <a16:creationId xmlns:a16="http://schemas.microsoft.com/office/drawing/2014/main" id="{C4E9BD36-97CD-61E0-F319-9F60318A44B2}"/>
                </a:ext>
              </a:extLst>
            </p:cNvPr>
            <p:cNvPicPr>
              <a:picLocks noChangeAspect="1"/>
            </p:cNvPicPr>
            <p:nvPr/>
          </p:nvPicPr>
          <p:blipFill>
            <a:blip r:embed="rId4"/>
            <a:srcRect l="44426" t="49100" r="44426" b="39295"/>
            <a:stretch/>
          </p:blipFill>
          <p:spPr>
            <a:xfrm>
              <a:off x="3005277" y="3140200"/>
              <a:ext cx="266750" cy="342900"/>
            </a:xfrm>
            <a:prstGeom prst="rect">
              <a:avLst/>
            </a:prstGeom>
          </p:spPr>
        </p:pic>
        <p:pic>
          <p:nvPicPr>
            <p:cNvPr id="3059" name="Imagen 3058">
              <a:extLst>
                <a:ext uri="{FF2B5EF4-FFF2-40B4-BE49-F238E27FC236}">
                  <a16:creationId xmlns:a16="http://schemas.microsoft.com/office/drawing/2014/main" id="{A2A28194-1072-67A3-B8F7-E91BF016CAD5}"/>
                </a:ext>
              </a:extLst>
            </p:cNvPr>
            <p:cNvPicPr>
              <a:picLocks noChangeAspect="1"/>
            </p:cNvPicPr>
            <p:nvPr/>
          </p:nvPicPr>
          <p:blipFill>
            <a:blip r:embed="rId4"/>
            <a:srcRect l="12605" t="6975" r="76248" b="81420"/>
            <a:stretch/>
          </p:blipFill>
          <p:spPr>
            <a:xfrm>
              <a:off x="3288723" y="3140200"/>
              <a:ext cx="266750" cy="342900"/>
            </a:xfrm>
            <a:prstGeom prst="rect">
              <a:avLst/>
            </a:prstGeom>
          </p:spPr>
        </p:pic>
        <p:grpSp>
          <p:nvGrpSpPr>
            <p:cNvPr id="3060" name="Grupo 3059">
              <a:extLst>
                <a:ext uri="{FF2B5EF4-FFF2-40B4-BE49-F238E27FC236}">
                  <a16:creationId xmlns:a16="http://schemas.microsoft.com/office/drawing/2014/main" id="{AE325D2C-BE16-9FC7-F7C2-B1ED1BB04F32}"/>
                </a:ext>
              </a:extLst>
            </p:cNvPr>
            <p:cNvGrpSpPr/>
            <p:nvPr/>
          </p:nvGrpSpPr>
          <p:grpSpPr>
            <a:xfrm>
              <a:off x="3572169" y="3140200"/>
              <a:ext cx="266750" cy="342900"/>
              <a:chOff x="5053733" y="4472706"/>
              <a:chExt cx="764498" cy="795862"/>
            </a:xfrm>
          </p:grpSpPr>
          <p:pic>
            <p:nvPicPr>
              <p:cNvPr id="3980" name="Imagen 3979">
                <a:extLst>
                  <a:ext uri="{FF2B5EF4-FFF2-40B4-BE49-F238E27FC236}">
                    <a16:creationId xmlns:a16="http://schemas.microsoft.com/office/drawing/2014/main" id="{5A1B09E1-FA2F-3E53-23C5-5C062AAC295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81" name="Imagen 3980">
                <a:extLst>
                  <a:ext uri="{FF2B5EF4-FFF2-40B4-BE49-F238E27FC236}">
                    <a16:creationId xmlns:a16="http://schemas.microsoft.com/office/drawing/2014/main" id="{160F4330-3DFB-14F0-DE2A-01960F6759E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1" name="Grupo 3060">
              <a:extLst>
                <a:ext uri="{FF2B5EF4-FFF2-40B4-BE49-F238E27FC236}">
                  <a16:creationId xmlns:a16="http://schemas.microsoft.com/office/drawing/2014/main" id="{6DCC4F38-981A-9787-D925-4D92DDF8A83A}"/>
                </a:ext>
              </a:extLst>
            </p:cNvPr>
            <p:cNvGrpSpPr/>
            <p:nvPr/>
          </p:nvGrpSpPr>
          <p:grpSpPr>
            <a:xfrm>
              <a:off x="3565169" y="6062704"/>
              <a:ext cx="266750" cy="342900"/>
              <a:chOff x="5053733" y="4472706"/>
              <a:chExt cx="764498" cy="795862"/>
            </a:xfrm>
          </p:grpSpPr>
          <p:pic>
            <p:nvPicPr>
              <p:cNvPr id="3978" name="Imagen 3977">
                <a:extLst>
                  <a:ext uri="{FF2B5EF4-FFF2-40B4-BE49-F238E27FC236}">
                    <a16:creationId xmlns:a16="http://schemas.microsoft.com/office/drawing/2014/main" id="{2104C0C1-5CD3-D532-3B36-6DD85376B33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79" name="Imagen 3978">
                <a:extLst>
                  <a:ext uri="{FF2B5EF4-FFF2-40B4-BE49-F238E27FC236}">
                    <a16:creationId xmlns:a16="http://schemas.microsoft.com/office/drawing/2014/main" id="{8AF0ECDE-4AE0-C8D3-ADED-0FA51C98F20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2" name="Grupo 3061">
              <a:extLst>
                <a:ext uri="{FF2B5EF4-FFF2-40B4-BE49-F238E27FC236}">
                  <a16:creationId xmlns:a16="http://schemas.microsoft.com/office/drawing/2014/main" id="{EC208C6B-646A-7CE0-00C7-80A8C8E74FD4}"/>
                </a:ext>
              </a:extLst>
            </p:cNvPr>
            <p:cNvGrpSpPr/>
            <p:nvPr/>
          </p:nvGrpSpPr>
          <p:grpSpPr>
            <a:xfrm>
              <a:off x="3848615" y="6062704"/>
              <a:ext cx="266750" cy="342900"/>
              <a:chOff x="5053733" y="4472706"/>
              <a:chExt cx="764498" cy="795862"/>
            </a:xfrm>
          </p:grpSpPr>
          <p:pic>
            <p:nvPicPr>
              <p:cNvPr id="3976" name="Imagen 3975">
                <a:extLst>
                  <a:ext uri="{FF2B5EF4-FFF2-40B4-BE49-F238E27FC236}">
                    <a16:creationId xmlns:a16="http://schemas.microsoft.com/office/drawing/2014/main" id="{8A8F268B-A0FE-8231-1B5A-620E103873C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77" name="Imagen 3976">
                <a:extLst>
                  <a:ext uri="{FF2B5EF4-FFF2-40B4-BE49-F238E27FC236}">
                    <a16:creationId xmlns:a16="http://schemas.microsoft.com/office/drawing/2014/main" id="{BEF87E01-051F-E071-7A67-5B9BD34942C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3" name="Grupo 3062">
              <a:extLst>
                <a:ext uri="{FF2B5EF4-FFF2-40B4-BE49-F238E27FC236}">
                  <a16:creationId xmlns:a16="http://schemas.microsoft.com/office/drawing/2014/main" id="{5728641E-E962-7FE8-9188-C65853C865C3}"/>
                </a:ext>
              </a:extLst>
            </p:cNvPr>
            <p:cNvGrpSpPr/>
            <p:nvPr/>
          </p:nvGrpSpPr>
          <p:grpSpPr>
            <a:xfrm>
              <a:off x="4132061" y="6062704"/>
              <a:ext cx="266750" cy="342900"/>
              <a:chOff x="5053733" y="4472706"/>
              <a:chExt cx="764498" cy="795862"/>
            </a:xfrm>
          </p:grpSpPr>
          <p:pic>
            <p:nvPicPr>
              <p:cNvPr id="3974" name="Imagen 3973">
                <a:extLst>
                  <a:ext uri="{FF2B5EF4-FFF2-40B4-BE49-F238E27FC236}">
                    <a16:creationId xmlns:a16="http://schemas.microsoft.com/office/drawing/2014/main" id="{5C81D2EE-7FBB-6F71-DE93-B653702C071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75" name="Imagen 3974">
                <a:extLst>
                  <a:ext uri="{FF2B5EF4-FFF2-40B4-BE49-F238E27FC236}">
                    <a16:creationId xmlns:a16="http://schemas.microsoft.com/office/drawing/2014/main" id="{BD891C51-9125-10EE-CD36-83A3166A171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4" name="Grupo 3063">
              <a:extLst>
                <a:ext uri="{FF2B5EF4-FFF2-40B4-BE49-F238E27FC236}">
                  <a16:creationId xmlns:a16="http://schemas.microsoft.com/office/drawing/2014/main" id="{1F1E9BD6-8863-85FD-9DBF-F3563B4B3356}"/>
                </a:ext>
              </a:extLst>
            </p:cNvPr>
            <p:cNvGrpSpPr/>
            <p:nvPr/>
          </p:nvGrpSpPr>
          <p:grpSpPr>
            <a:xfrm>
              <a:off x="1860944" y="6054270"/>
              <a:ext cx="266750" cy="342900"/>
              <a:chOff x="5053733" y="4472706"/>
              <a:chExt cx="764498" cy="795862"/>
            </a:xfrm>
          </p:grpSpPr>
          <p:pic>
            <p:nvPicPr>
              <p:cNvPr id="3972" name="Imagen 3971">
                <a:extLst>
                  <a:ext uri="{FF2B5EF4-FFF2-40B4-BE49-F238E27FC236}">
                    <a16:creationId xmlns:a16="http://schemas.microsoft.com/office/drawing/2014/main" id="{44A6FD60-010B-2655-B495-23FA118F08D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73" name="Imagen 3972">
                <a:extLst>
                  <a:ext uri="{FF2B5EF4-FFF2-40B4-BE49-F238E27FC236}">
                    <a16:creationId xmlns:a16="http://schemas.microsoft.com/office/drawing/2014/main" id="{5C789F97-E445-BF0E-C97A-139D1A7CB64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5" name="Grupo 3064">
              <a:extLst>
                <a:ext uri="{FF2B5EF4-FFF2-40B4-BE49-F238E27FC236}">
                  <a16:creationId xmlns:a16="http://schemas.microsoft.com/office/drawing/2014/main" id="{52C481CD-E6E1-ADBE-BEFA-E2A1CC51737E}"/>
                </a:ext>
              </a:extLst>
            </p:cNvPr>
            <p:cNvGrpSpPr/>
            <p:nvPr/>
          </p:nvGrpSpPr>
          <p:grpSpPr>
            <a:xfrm>
              <a:off x="4422507" y="6062704"/>
              <a:ext cx="266750" cy="342900"/>
              <a:chOff x="5053733" y="4472706"/>
              <a:chExt cx="764498" cy="795862"/>
            </a:xfrm>
          </p:grpSpPr>
          <p:pic>
            <p:nvPicPr>
              <p:cNvPr id="3970" name="Imagen 3969">
                <a:extLst>
                  <a:ext uri="{FF2B5EF4-FFF2-40B4-BE49-F238E27FC236}">
                    <a16:creationId xmlns:a16="http://schemas.microsoft.com/office/drawing/2014/main" id="{A4EFFF53-6D1B-441C-7EE0-7CD249483E0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71" name="Imagen 3970">
                <a:extLst>
                  <a:ext uri="{FF2B5EF4-FFF2-40B4-BE49-F238E27FC236}">
                    <a16:creationId xmlns:a16="http://schemas.microsoft.com/office/drawing/2014/main" id="{FF0FC933-6783-8F8B-ACD4-B8F17E56387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6" name="Grupo 3065">
              <a:extLst>
                <a:ext uri="{FF2B5EF4-FFF2-40B4-BE49-F238E27FC236}">
                  <a16:creationId xmlns:a16="http://schemas.microsoft.com/office/drawing/2014/main" id="{7AD543A6-307B-D74F-25C5-3EC59A3731FC}"/>
                </a:ext>
              </a:extLst>
            </p:cNvPr>
            <p:cNvGrpSpPr/>
            <p:nvPr/>
          </p:nvGrpSpPr>
          <p:grpSpPr>
            <a:xfrm>
              <a:off x="4705953" y="6062704"/>
              <a:ext cx="266750" cy="342900"/>
              <a:chOff x="5053733" y="4472706"/>
              <a:chExt cx="764498" cy="795862"/>
            </a:xfrm>
          </p:grpSpPr>
          <p:pic>
            <p:nvPicPr>
              <p:cNvPr id="3968" name="Imagen 3967">
                <a:extLst>
                  <a:ext uri="{FF2B5EF4-FFF2-40B4-BE49-F238E27FC236}">
                    <a16:creationId xmlns:a16="http://schemas.microsoft.com/office/drawing/2014/main" id="{AED5464E-2CB6-A2F0-2FF3-A4C150FBCD9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69" name="Imagen 3968">
                <a:extLst>
                  <a:ext uri="{FF2B5EF4-FFF2-40B4-BE49-F238E27FC236}">
                    <a16:creationId xmlns:a16="http://schemas.microsoft.com/office/drawing/2014/main" id="{822AB8A4-0D3B-1669-B043-481DA438E6C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7" name="Grupo 3066">
              <a:extLst>
                <a:ext uri="{FF2B5EF4-FFF2-40B4-BE49-F238E27FC236}">
                  <a16:creationId xmlns:a16="http://schemas.microsoft.com/office/drawing/2014/main" id="{05CA3046-37EE-5C19-8990-65935B3927B9}"/>
                </a:ext>
              </a:extLst>
            </p:cNvPr>
            <p:cNvGrpSpPr/>
            <p:nvPr/>
          </p:nvGrpSpPr>
          <p:grpSpPr>
            <a:xfrm>
              <a:off x="3857019" y="1656161"/>
              <a:ext cx="266750" cy="342900"/>
              <a:chOff x="5053733" y="4472706"/>
              <a:chExt cx="764498" cy="795862"/>
            </a:xfrm>
          </p:grpSpPr>
          <p:pic>
            <p:nvPicPr>
              <p:cNvPr id="3966" name="Imagen 3965">
                <a:extLst>
                  <a:ext uri="{FF2B5EF4-FFF2-40B4-BE49-F238E27FC236}">
                    <a16:creationId xmlns:a16="http://schemas.microsoft.com/office/drawing/2014/main" id="{5FFEE383-FFF7-2B21-4761-3172EEE77CC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67" name="Imagen 3966">
                <a:extLst>
                  <a:ext uri="{FF2B5EF4-FFF2-40B4-BE49-F238E27FC236}">
                    <a16:creationId xmlns:a16="http://schemas.microsoft.com/office/drawing/2014/main" id="{BC4446C3-0CF2-F1CE-6D2D-A0E32A43165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8" name="Grupo 3067">
              <a:extLst>
                <a:ext uri="{FF2B5EF4-FFF2-40B4-BE49-F238E27FC236}">
                  <a16:creationId xmlns:a16="http://schemas.microsoft.com/office/drawing/2014/main" id="{970B62CC-83E2-C667-F633-B9CC3DCB04B7}"/>
                </a:ext>
              </a:extLst>
            </p:cNvPr>
            <p:cNvGrpSpPr/>
            <p:nvPr/>
          </p:nvGrpSpPr>
          <p:grpSpPr>
            <a:xfrm>
              <a:off x="4140573" y="1656161"/>
              <a:ext cx="266750" cy="342900"/>
              <a:chOff x="5053733" y="4472706"/>
              <a:chExt cx="764498" cy="795862"/>
            </a:xfrm>
          </p:grpSpPr>
          <p:pic>
            <p:nvPicPr>
              <p:cNvPr id="3964" name="Imagen 3963">
                <a:extLst>
                  <a:ext uri="{FF2B5EF4-FFF2-40B4-BE49-F238E27FC236}">
                    <a16:creationId xmlns:a16="http://schemas.microsoft.com/office/drawing/2014/main" id="{BB0B976D-9E76-E15E-D2DA-16558C68076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65" name="Imagen 3964">
                <a:extLst>
                  <a:ext uri="{FF2B5EF4-FFF2-40B4-BE49-F238E27FC236}">
                    <a16:creationId xmlns:a16="http://schemas.microsoft.com/office/drawing/2014/main" id="{9C718E7A-3872-3CB0-98BC-A3210A58649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69" name="Grupo 3068">
              <a:extLst>
                <a:ext uri="{FF2B5EF4-FFF2-40B4-BE49-F238E27FC236}">
                  <a16:creationId xmlns:a16="http://schemas.microsoft.com/office/drawing/2014/main" id="{EBA05731-F207-7F23-A217-67AA28F0B0B7}"/>
                </a:ext>
              </a:extLst>
            </p:cNvPr>
            <p:cNvGrpSpPr/>
            <p:nvPr/>
          </p:nvGrpSpPr>
          <p:grpSpPr>
            <a:xfrm>
              <a:off x="4424127" y="1656161"/>
              <a:ext cx="266750" cy="342900"/>
              <a:chOff x="5053733" y="4472706"/>
              <a:chExt cx="764498" cy="795862"/>
            </a:xfrm>
          </p:grpSpPr>
          <p:pic>
            <p:nvPicPr>
              <p:cNvPr id="3962" name="Imagen 3961">
                <a:extLst>
                  <a:ext uri="{FF2B5EF4-FFF2-40B4-BE49-F238E27FC236}">
                    <a16:creationId xmlns:a16="http://schemas.microsoft.com/office/drawing/2014/main" id="{0B26E301-E734-8689-35CF-DA629DB0FAE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63" name="Imagen 3962">
                <a:extLst>
                  <a:ext uri="{FF2B5EF4-FFF2-40B4-BE49-F238E27FC236}">
                    <a16:creationId xmlns:a16="http://schemas.microsoft.com/office/drawing/2014/main" id="{602432BC-8290-BA78-D1E0-DB0E59DC897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70" name="Grupo 3069">
              <a:extLst>
                <a:ext uri="{FF2B5EF4-FFF2-40B4-BE49-F238E27FC236}">
                  <a16:creationId xmlns:a16="http://schemas.microsoft.com/office/drawing/2014/main" id="{20838E89-D6BF-717F-F565-CAC71E60187F}"/>
                </a:ext>
              </a:extLst>
            </p:cNvPr>
            <p:cNvGrpSpPr/>
            <p:nvPr/>
          </p:nvGrpSpPr>
          <p:grpSpPr>
            <a:xfrm>
              <a:off x="4991235" y="1656161"/>
              <a:ext cx="266750" cy="342900"/>
              <a:chOff x="5053733" y="4472706"/>
              <a:chExt cx="764498" cy="795862"/>
            </a:xfrm>
          </p:grpSpPr>
          <p:pic>
            <p:nvPicPr>
              <p:cNvPr id="3960" name="Imagen 3959">
                <a:extLst>
                  <a:ext uri="{FF2B5EF4-FFF2-40B4-BE49-F238E27FC236}">
                    <a16:creationId xmlns:a16="http://schemas.microsoft.com/office/drawing/2014/main" id="{E2649C62-7A93-C2C4-C326-58DE4020EFF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61" name="Imagen 3960">
                <a:extLst>
                  <a:ext uri="{FF2B5EF4-FFF2-40B4-BE49-F238E27FC236}">
                    <a16:creationId xmlns:a16="http://schemas.microsoft.com/office/drawing/2014/main" id="{2B19C6EF-69D6-80B1-DF86-789D24C51D5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71" name="Grupo 3070">
              <a:extLst>
                <a:ext uri="{FF2B5EF4-FFF2-40B4-BE49-F238E27FC236}">
                  <a16:creationId xmlns:a16="http://schemas.microsoft.com/office/drawing/2014/main" id="{739CE2BE-5C41-9E9D-B41C-8C5A685FBEC9}"/>
                </a:ext>
              </a:extLst>
            </p:cNvPr>
            <p:cNvGrpSpPr/>
            <p:nvPr/>
          </p:nvGrpSpPr>
          <p:grpSpPr>
            <a:xfrm>
              <a:off x="4707681" y="1656161"/>
              <a:ext cx="266750" cy="342900"/>
              <a:chOff x="5053733" y="4472706"/>
              <a:chExt cx="764498" cy="795862"/>
            </a:xfrm>
          </p:grpSpPr>
          <p:pic>
            <p:nvPicPr>
              <p:cNvPr id="3958" name="Imagen 3957">
                <a:extLst>
                  <a:ext uri="{FF2B5EF4-FFF2-40B4-BE49-F238E27FC236}">
                    <a16:creationId xmlns:a16="http://schemas.microsoft.com/office/drawing/2014/main" id="{938F4973-8576-30B0-C46A-F6495CFD93B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59" name="Imagen 3958">
                <a:extLst>
                  <a:ext uri="{FF2B5EF4-FFF2-40B4-BE49-F238E27FC236}">
                    <a16:creationId xmlns:a16="http://schemas.microsoft.com/office/drawing/2014/main" id="{AA39643F-A4A6-4C47-CD11-5058F534F0B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72" name="Grupo 3071">
              <a:extLst>
                <a:ext uri="{FF2B5EF4-FFF2-40B4-BE49-F238E27FC236}">
                  <a16:creationId xmlns:a16="http://schemas.microsoft.com/office/drawing/2014/main" id="{9702A394-3A48-24E2-51FB-7009FF8CE385}"/>
                </a:ext>
              </a:extLst>
            </p:cNvPr>
            <p:cNvGrpSpPr/>
            <p:nvPr/>
          </p:nvGrpSpPr>
          <p:grpSpPr>
            <a:xfrm>
              <a:off x="3572169" y="2025139"/>
              <a:ext cx="266750" cy="342900"/>
              <a:chOff x="5053733" y="4472706"/>
              <a:chExt cx="764498" cy="795862"/>
            </a:xfrm>
          </p:grpSpPr>
          <p:pic>
            <p:nvPicPr>
              <p:cNvPr id="3956" name="Imagen 3955">
                <a:extLst>
                  <a:ext uri="{FF2B5EF4-FFF2-40B4-BE49-F238E27FC236}">
                    <a16:creationId xmlns:a16="http://schemas.microsoft.com/office/drawing/2014/main" id="{AEB57161-D8F3-B357-D132-E3213FD8D52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57" name="Imagen 3956">
                <a:extLst>
                  <a:ext uri="{FF2B5EF4-FFF2-40B4-BE49-F238E27FC236}">
                    <a16:creationId xmlns:a16="http://schemas.microsoft.com/office/drawing/2014/main" id="{82F7118B-0967-A75B-894A-5257FC9D93A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73" name="Grupo 3072">
              <a:extLst>
                <a:ext uri="{FF2B5EF4-FFF2-40B4-BE49-F238E27FC236}">
                  <a16:creationId xmlns:a16="http://schemas.microsoft.com/office/drawing/2014/main" id="{AB40AD8F-DDA5-1897-0B8B-69BA17306320}"/>
                </a:ext>
              </a:extLst>
            </p:cNvPr>
            <p:cNvGrpSpPr/>
            <p:nvPr/>
          </p:nvGrpSpPr>
          <p:grpSpPr>
            <a:xfrm>
              <a:off x="3855615" y="2025139"/>
              <a:ext cx="266750" cy="342900"/>
              <a:chOff x="5053733" y="4472706"/>
              <a:chExt cx="764498" cy="795862"/>
            </a:xfrm>
          </p:grpSpPr>
          <p:pic>
            <p:nvPicPr>
              <p:cNvPr id="3954" name="Imagen 3953">
                <a:extLst>
                  <a:ext uri="{FF2B5EF4-FFF2-40B4-BE49-F238E27FC236}">
                    <a16:creationId xmlns:a16="http://schemas.microsoft.com/office/drawing/2014/main" id="{8F54FDD9-40CF-D71A-032D-AD77182A72C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55" name="Imagen 3954">
                <a:extLst>
                  <a:ext uri="{FF2B5EF4-FFF2-40B4-BE49-F238E27FC236}">
                    <a16:creationId xmlns:a16="http://schemas.microsoft.com/office/drawing/2014/main" id="{F8184B9A-86E0-7338-26D9-8ECE30CB78C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74" name="Grupo 3073">
              <a:extLst>
                <a:ext uri="{FF2B5EF4-FFF2-40B4-BE49-F238E27FC236}">
                  <a16:creationId xmlns:a16="http://schemas.microsoft.com/office/drawing/2014/main" id="{5C939BD3-1032-7A81-5A13-CD64F497A077}"/>
                </a:ext>
              </a:extLst>
            </p:cNvPr>
            <p:cNvGrpSpPr/>
            <p:nvPr/>
          </p:nvGrpSpPr>
          <p:grpSpPr>
            <a:xfrm>
              <a:off x="4139061" y="2025139"/>
              <a:ext cx="266750" cy="342900"/>
              <a:chOff x="5053733" y="4472706"/>
              <a:chExt cx="764498" cy="795862"/>
            </a:xfrm>
          </p:grpSpPr>
          <p:pic>
            <p:nvPicPr>
              <p:cNvPr id="3952" name="Imagen 3951">
                <a:extLst>
                  <a:ext uri="{FF2B5EF4-FFF2-40B4-BE49-F238E27FC236}">
                    <a16:creationId xmlns:a16="http://schemas.microsoft.com/office/drawing/2014/main" id="{DF245B2F-53E2-F9E2-B638-E88B13075C7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53" name="Imagen 3952">
                <a:extLst>
                  <a:ext uri="{FF2B5EF4-FFF2-40B4-BE49-F238E27FC236}">
                    <a16:creationId xmlns:a16="http://schemas.microsoft.com/office/drawing/2014/main" id="{FDCB0E3D-5314-B392-2895-2F7B469B24D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75" name="Grupo 3074">
              <a:extLst>
                <a:ext uri="{FF2B5EF4-FFF2-40B4-BE49-F238E27FC236}">
                  <a16:creationId xmlns:a16="http://schemas.microsoft.com/office/drawing/2014/main" id="{26740007-C800-6D07-7BB7-E46539F84870}"/>
                </a:ext>
              </a:extLst>
            </p:cNvPr>
            <p:cNvGrpSpPr/>
            <p:nvPr/>
          </p:nvGrpSpPr>
          <p:grpSpPr>
            <a:xfrm>
              <a:off x="4422507" y="2025139"/>
              <a:ext cx="266750" cy="342900"/>
              <a:chOff x="5053733" y="4472706"/>
              <a:chExt cx="764498" cy="795862"/>
            </a:xfrm>
          </p:grpSpPr>
          <p:pic>
            <p:nvPicPr>
              <p:cNvPr id="3950" name="Imagen 3949">
                <a:extLst>
                  <a:ext uri="{FF2B5EF4-FFF2-40B4-BE49-F238E27FC236}">
                    <a16:creationId xmlns:a16="http://schemas.microsoft.com/office/drawing/2014/main" id="{C213367C-0D82-2AF6-4A8B-C3135489CB0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51" name="Imagen 3950">
                <a:extLst>
                  <a:ext uri="{FF2B5EF4-FFF2-40B4-BE49-F238E27FC236}">
                    <a16:creationId xmlns:a16="http://schemas.microsoft.com/office/drawing/2014/main" id="{560DE1BA-0655-DEC6-9D33-6AD4B1E5F03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76" name="Grupo 3075">
              <a:extLst>
                <a:ext uri="{FF2B5EF4-FFF2-40B4-BE49-F238E27FC236}">
                  <a16:creationId xmlns:a16="http://schemas.microsoft.com/office/drawing/2014/main" id="{DC33CF16-0FBD-AEE4-1268-D1BE6A35AADC}"/>
                </a:ext>
              </a:extLst>
            </p:cNvPr>
            <p:cNvGrpSpPr/>
            <p:nvPr/>
          </p:nvGrpSpPr>
          <p:grpSpPr>
            <a:xfrm>
              <a:off x="3855615" y="2384545"/>
              <a:ext cx="266750" cy="342900"/>
              <a:chOff x="5053733" y="4472706"/>
              <a:chExt cx="764498" cy="795862"/>
            </a:xfrm>
          </p:grpSpPr>
          <p:pic>
            <p:nvPicPr>
              <p:cNvPr id="3948" name="Imagen 3947">
                <a:extLst>
                  <a:ext uri="{FF2B5EF4-FFF2-40B4-BE49-F238E27FC236}">
                    <a16:creationId xmlns:a16="http://schemas.microsoft.com/office/drawing/2014/main" id="{FDA9F5E2-B4F8-65BE-AD63-FEC8EEAD39D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49" name="Imagen 3948">
                <a:extLst>
                  <a:ext uri="{FF2B5EF4-FFF2-40B4-BE49-F238E27FC236}">
                    <a16:creationId xmlns:a16="http://schemas.microsoft.com/office/drawing/2014/main" id="{0AA76061-63B1-D91E-9AD9-7CEE8D34AB2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77" name="Imagen 3076">
              <a:extLst>
                <a:ext uri="{FF2B5EF4-FFF2-40B4-BE49-F238E27FC236}">
                  <a16:creationId xmlns:a16="http://schemas.microsoft.com/office/drawing/2014/main" id="{CCF6CE94-A225-087C-D31B-51D3D7BB7F77}"/>
                </a:ext>
              </a:extLst>
            </p:cNvPr>
            <p:cNvPicPr>
              <a:picLocks noChangeAspect="1"/>
            </p:cNvPicPr>
            <p:nvPr/>
          </p:nvPicPr>
          <p:blipFill>
            <a:blip r:embed="rId4"/>
            <a:srcRect l="23315" t="6975" r="65538" b="81420"/>
            <a:stretch/>
          </p:blipFill>
          <p:spPr>
            <a:xfrm>
              <a:off x="5846197" y="1291071"/>
              <a:ext cx="266750" cy="342900"/>
            </a:xfrm>
            <a:prstGeom prst="rect">
              <a:avLst/>
            </a:prstGeom>
          </p:spPr>
        </p:pic>
        <p:grpSp>
          <p:nvGrpSpPr>
            <p:cNvPr id="3078" name="Grupo 3077">
              <a:extLst>
                <a:ext uri="{FF2B5EF4-FFF2-40B4-BE49-F238E27FC236}">
                  <a16:creationId xmlns:a16="http://schemas.microsoft.com/office/drawing/2014/main" id="{56EA0D39-F53E-40C5-BA5E-854EC54FB6B8}"/>
                </a:ext>
              </a:extLst>
            </p:cNvPr>
            <p:cNvGrpSpPr/>
            <p:nvPr/>
          </p:nvGrpSpPr>
          <p:grpSpPr>
            <a:xfrm>
              <a:off x="4139061" y="2384545"/>
              <a:ext cx="266750" cy="342900"/>
              <a:chOff x="5053733" y="4472706"/>
              <a:chExt cx="764498" cy="795862"/>
            </a:xfrm>
          </p:grpSpPr>
          <p:pic>
            <p:nvPicPr>
              <p:cNvPr id="3946" name="Imagen 3945">
                <a:extLst>
                  <a:ext uri="{FF2B5EF4-FFF2-40B4-BE49-F238E27FC236}">
                    <a16:creationId xmlns:a16="http://schemas.microsoft.com/office/drawing/2014/main" id="{A31C905F-9985-4180-4E5E-554110497EC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47" name="Imagen 3946">
                <a:extLst>
                  <a:ext uri="{FF2B5EF4-FFF2-40B4-BE49-F238E27FC236}">
                    <a16:creationId xmlns:a16="http://schemas.microsoft.com/office/drawing/2014/main" id="{CF6D2894-C700-3208-4950-7D630E7FD39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79" name="Imagen 3078">
              <a:extLst>
                <a:ext uri="{FF2B5EF4-FFF2-40B4-BE49-F238E27FC236}">
                  <a16:creationId xmlns:a16="http://schemas.microsoft.com/office/drawing/2014/main" id="{BA2AD81F-EFCE-1C1A-B7F8-DFB24BB8C32D}"/>
                </a:ext>
              </a:extLst>
            </p:cNvPr>
            <p:cNvPicPr>
              <a:picLocks noChangeAspect="1"/>
            </p:cNvPicPr>
            <p:nvPr/>
          </p:nvPicPr>
          <p:blipFill>
            <a:blip r:embed="rId4"/>
            <a:srcRect l="12605" t="6975" r="76248" b="81420"/>
            <a:stretch/>
          </p:blipFill>
          <p:spPr>
            <a:xfrm>
              <a:off x="6129966" y="1291071"/>
              <a:ext cx="266750" cy="342900"/>
            </a:xfrm>
            <a:prstGeom prst="rect">
              <a:avLst/>
            </a:prstGeom>
          </p:spPr>
        </p:pic>
        <p:grpSp>
          <p:nvGrpSpPr>
            <p:cNvPr id="3080" name="Grupo 3079">
              <a:extLst>
                <a:ext uri="{FF2B5EF4-FFF2-40B4-BE49-F238E27FC236}">
                  <a16:creationId xmlns:a16="http://schemas.microsoft.com/office/drawing/2014/main" id="{DB4B6598-E072-B403-0146-32D493AB7C90}"/>
                </a:ext>
              </a:extLst>
            </p:cNvPr>
            <p:cNvGrpSpPr/>
            <p:nvPr/>
          </p:nvGrpSpPr>
          <p:grpSpPr>
            <a:xfrm>
              <a:off x="4422507" y="2384545"/>
              <a:ext cx="266750" cy="342900"/>
              <a:chOff x="5053733" y="4472706"/>
              <a:chExt cx="764498" cy="795862"/>
            </a:xfrm>
          </p:grpSpPr>
          <p:pic>
            <p:nvPicPr>
              <p:cNvPr id="3944" name="Imagen 3943">
                <a:extLst>
                  <a:ext uri="{FF2B5EF4-FFF2-40B4-BE49-F238E27FC236}">
                    <a16:creationId xmlns:a16="http://schemas.microsoft.com/office/drawing/2014/main" id="{7B495216-3A12-116B-9D51-A8DDC015993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45" name="Imagen 3944">
                <a:extLst>
                  <a:ext uri="{FF2B5EF4-FFF2-40B4-BE49-F238E27FC236}">
                    <a16:creationId xmlns:a16="http://schemas.microsoft.com/office/drawing/2014/main" id="{FB4512E8-19AD-8842-82B8-AD411B7B413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081" name="Grupo 3080">
              <a:extLst>
                <a:ext uri="{FF2B5EF4-FFF2-40B4-BE49-F238E27FC236}">
                  <a16:creationId xmlns:a16="http://schemas.microsoft.com/office/drawing/2014/main" id="{B82B8C39-0DFF-0B8F-AE2E-8148C4EBCB07}"/>
                </a:ext>
              </a:extLst>
            </p:cNvPr>
            <p:cNvGrpSpPr/>
            <p:nvPr/>
          </p:nvGrpSpPr>
          <p:grpSpPr>
            <a:xfrm>
              <a:off x="4989399" y="2384545"/>
              <a:ext cx="266750" cy="342900"/>
              <a:chOff x="5053733" y="4472706"/>
              <a:chExt cx="764498" cy="795862"/>
            </a:xfrm>
          </p:grpSpPr>
          <p:pic>
            <p:nvPicPr>
              <p:cNvPr id="3942" name="Imagen 3941">
                <a:extLst>
                  <a:ext uri="{FF2B5EF4-FFF2-40B4-BE49-F238E27FC236}">
                    <a16:creationId xmlns:a16="http://schemas.microsoft.com/office/drawing/2014/main" id="{46355874-AEEC-B37A-F857-926306F000A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43" name="Imagen 3942">
                <a:extLst>
                  <a:ext uri="{FF2B5EF4-FFF2-40B4-BE49-F238E27FC236}">
                    <a16:creationId xmlns:a16="http://schemas.microsoft.com/office/drawing/2014/main" id="{D1A1E634-2F95-9699-7AD7-9167F488FD8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82" name="Imagen 3081">
              <a:extLst>
                <a:ext uri="{FF2B5EF4-FFF2-40B4-BE49-F238E27FC236}">
                  <a16:creationId xmlns:a16="http://schemas.microsoft.com/office/drawing/2014/main" id="{88E9054B-7CE3-E3CB-584B-C1329A365569}"/>
                </a:ext>
              </a:extLst>
            </p:cNvPr>
            <p:cNvPicPr>
              <a:picLocks noChangeAspect="1"/>
            </p:cNvPicPr>
            <p:nvPr/>
          </p:nvPicPr>
          <p:blipFill>
            <a:blip r:embed="rId4"/>
            <a:srcRect l="33921" t="21142" r="54932" b="67253"/>
            <a:stretch/>
          </p:blipFill>
          <p:spPr>
            <a:xfrm>
              <a:off x="5841897" y="1656161"/>
              <a:ext cx="266750" cy="342900"/>
            </a:xfrm>
            <a:prstGeom prst="rect">
              <a:avLst/>
            </a:prstGeom>
          </p:spPr>
        </p:pic>
        <p:grpSp>
          <p:nvGrpSpPr>
            <p:cNvPr id="3083" name="Grupo 3082">
              <a:extLst>
                <a:ext uri="{FF2B5EF4-FFF2-40B4-BE49-F238E27FC236}">
                  <a16:creationId xmlns:a16="http://schemas.microsoft.com/office/drawing/2014/main" id="{2B0344BB-A4B6-9338-FCB1-5A772AEE5F63}"/>
                </a:ext>
              </a:extLst>
            </p:cNvPr>
            <p:cNvGrpSpPr/>
            <p:nvPr/>
          </p:nvGrpSpPr>
          <p:grpSpPr>
            <a:xfrm>
              <a:off x="4705953" y="2384545"/>
              <a:ext cx="266750" cy="342900"/>
              <a:chOff x="5053733" y="4472706"/>
              <a:chExt cx="764498" cy="795862"/>
            </a:xfrm>
          </p:grpSpPr>
          <p:pic>
            <p:nvPicPr>
              <p:cNvPr id="3940" name="Imagen 3939">
                <a:extLst>
                  <a:ext uri="{FF2B5EF4-FFF2-40B4-BE49-F238E27FC236}">
                    <a16:creationId xmlns:a16="http://schemas.microsoft.com/office/drawing/2014/main" id="{CA71DA7D-92DF-12BD-B99E-83A970438A2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41" name="Imagen 3940">
                <a:extLst>
                  <a:ext uri="{FF2B5EF4-FFF2-40B4-BE49-F238E27FC236}">
                    <a16:creationId xmlns:a16="http://schemas.microsoft.com/office/drawing/2014/main" id="{BC9EEE61-2638-03FE-2EAF-5723B694F91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84" name="Imagen 3083">
              <a:extLst>
                <a:ext uri="{FF2B5EF4-FFF2-40B4-BE49-F238E27FC236}">
                  <a16:creationId xmlns:a16="http://schemas.microsoft.com/office/drawing/2014/main" id="{FEA29196-D64D-B4E6-0975-C428AE0941AA}"/>
                </a:ext>
              </a:extLst>
            </p:cNvPr>
            <p:cNvPicPr>
              <a:picLocks noChangeAspect="1"/>
            </p:cNvPicPr>
            <p:nvPr/>
          </p:nvPicPr>
          <p:blipFill>
            <a:blip r:embed="rId4"/>
            <a:srcRect l="12605" t="6975" r="76248" b="81420"/>
            <a:stretch/>
          </p:blipFill>
          <p:spPr>
            <a:xfrm>
              <a:off x="6125451" y="1656161"/>
              <a:ext cx="266750" cy="342900"/>
            </a:xfrm>
            <a:prstGeom prst="rect">
              <a:avLst/>
            </a:prstGeom>
          </p:spPr>
        </p:pic>
        <p:grpSp>
          <p:nvGrpSpPr>
            <p:cNvPr id="3085" name="Grupo 3084">
              <a:extLst>
                <a:ext uri="{FF2B5EF4-FFF2-40B4-BE49-F238E27FC236}">
                  <a16:creationId xmlns:a16="http://schemas.microsoft.com/office/drawing/2014/main" id="{F108E9B5-F32A-B57F-DD1A-28E553ED1F23}"/>
                </a:ext>
              </a:extLst>
            </p:cNvPr>
            <p:cNvGrpSpPr/>
            <p:nvPr/>
          </p:nvGrpSpPr>
          <p:grpSpPr>
            <a:xfrm>
              <a:off x="4989399" y="2758116"/>
              <a:ext cx="266750" cy="342900"/>
              <a:chOff x="5053733" y="4472706"/>
              <a:chExt cx="764498" cy="795862"/>
            </a:xfrm>
          </p:grpSpPr>
          <p:pic>
            <p:nvPicPr>
              <p:cNvPr id="3938" name="Imagen 3937">
                <a:extLst>
                  <a:ext uri="{FF2B5EF4-FFF2-40B4-BE49-F238E27FC236}">
                    <a16:creationId xmlns:a16="http://schemas.microsoft.com/office/drawing/2014/main" id="{0D8E4EA0-27C4-B4AD-6B0F-CFF33364299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39" name="Imagen 3938">
                <a:extLst>
                  <a:ext uri="{FF2B5EF4-FFF2-40B4-BE49-F238E27FC236}">
                    <a16:creationId xmlns:a16="http://schemas.microsoft.com/office/drawing/2014/main" id="{89146BF2-1173-6E06-4827-D984AEE305B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86" name="Imagen 3085">
              <a:extLst>
                <a:ext uri="{FF2B5EF4-FFF2-40B4-BE49-F238E27FC236}">
                  <a16:creationId xmlns:a16="http://schemas.microsoft.com/office/drawing/2014/main" id="{7D61789A-24EC-01F8-9213-9FD99F55C936}"/>
                </a:ext>
              </a:extLst>
            </p:cNvPr>
            <p:cNvPicPr>
              <a:picLocks noChangeAspect="1"/>
            </p:cNvPicPr>
            <p:nvPr/>
          </p:nvPicPr>
          <p:blipFill>
            <a:blip r:embed="rId4"/>
            <a:srcRect l="12605" t="6975" r="76248" b="81420"/>
            <a:stretch/>
          </p:blipFill>
          <p:spPr>
            <a:xfrm>
              <a:off x="5854003" y="2025139"/>
              <a:ext cx="266750" cy="342900"/>
            </a:xfrm>
            <a:prstGeom prst="rect">
              <a:avLst/>
            </a:prstGeom>
          </p:spPr>
        </p:pic>
        <p:grpSp>
          <p:nvGrpSpPr>
            <p:cNvPr id="3087" name="Grupo 3086">
              <a:extLst>
                <a:ext uri="{FF2B5EF4-FFF2-40B4-BE49-F238E27FC236}">
                  <a16:creationId xmlns:a16="http://schemas.microsoft.com/office/drawing/2014/main" id="{B60068BB-C3A4-DBC1-5607-ED9146A90241}"/>
                </a:ext>
              </a:extLst>
            </p:cNvPr>
            <p:cNvGrpSpPr/>
            <p:nvPr/>
          </p:nvGrpSpPr>
          <p:grpSpPr>
            <a:xfrm>
              <a:off x="4705953" y="2758116"/>
              <a:ext cx="266750" cy="342900"/>
              <a:chOff x="5053733" y="4472706"/>
              <a:chExt cx="764498" cy="795862"/>
            </a:xfrm>
          </p:grpSpPr>
          <p:pic>
            <p:nvPicPr>
              <p:cNvPr id="3936" name="Imagen 3935">
                <a:extLst>
                  <a:ext uri="{FF2B5EF4-FFF2-40B4-BE49-F238E27FC236}">
                    <a16:creationId xmlns:a16="http://schemas.microsoft.com/office/drawing/2014/main" id="{586F12C3-F4DE-E9CB-2D96-F1209808180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37" name="Imagen 3936">
                <a:extLst>
                  <a:ext uri="{FF2B5EF4-FFF2-40B4-BE49-F238E27FC236}">
                    <a16:creationId xmlns:a16="http://schemas.microsoft.com/office/drawing/2014/main" id="{FA59AA37-32A2-43A8-8EDD-EACBD3B29CE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88" name="Imagen 3087">
              <a:extLst>
                <a:ext uri="{FF2B5EF4-FFF2-40B4-BE49-F238E27FC236}">
                  <a16:creationId xmlns:a16="http://schemas.microsoft.com/office/drawing/2014/main" id="{5C05829C-E8CB-0575-40CA-4B3F86E96978}"/>
                </a:ext>
              </a:extLst>
            </p:cNvPr>
            <p:cNvPicPr>
              <a:picLocks noChangeAspect="1"/>
            </p:cNvPicPr>
            <p:nvPr/>
          </p:nvPicPr>
          <p:blipFill>
            <a:blip r:embed="rId4"/>
            <a:srcRect l="12624" t="34906" r="76229" b="53489"/>
            <a:stretch/>
          </p:blipFill>
          <p:spPr>
            <a:xfrm>
              <a:off x="3855615" y="3873611"/>
              <a:ext cx="266750" cy="342900"/>
            </a:xfrm>
            <a:prstGeom prst="rect">
              <a:avLst/>
            </a:prstGeom>
          </p:spPr>
        </p:pic>
        <p:pic>
          <p:nvPicPr>
            <p:cNvPr id="3089" name="Imagen 3088">
              <a:extLst>
                <a:ext uri="{FF2B5EF4-FFF2-40B4-BE49-F238E27FC236}">
                  <a16:creationId xmlns:a16="http://schemas.microsoft.com/office/drawing/2014/main" id="{E6DABD00-E604-74E2-3436-FEAB8B21056D}"/>
                </a:ext>
              </a:extLst>
            </p:cNvPr>
            <p:cNvPicPr>
              <a:picLocks noChangeAspect="1"/>
            </p:cNvPicPr>
            <p:nvPr/>
          </p:nvPicPr>
          <p:blipFill>
            <a:blip r:embed="rId4"/>
            <a:srcRect l="65717" t="6975" r="23136" b="81420"/>
            <a:stretch/>
          </p:blipFill>
          <p:spPr>
            <a:xfrm>
              <a:off x="6137449" y="2025139"/>
              <a:ext cx="266750" cy="342900"/>
            </a:xfrm>
            <a:prstGeom prst="rect">
              <a:avLst/>
            </a:prstGeom>
          </p:spPr>
        </p:pic>
        <p:grpSp>
          <p:nvGrpSpPr>
            <p:cNvPr id="3090" name="Grupo 3089">
              <a:extLst>
                <a:ext uri="{FF2B5EF4-FFF2-40B4-BE49-F238E27FC236}">
                  <a16:creationId xmlns:a16="http://schemas.microsoft.com/office/drawing/2014/main" id="{97AF37D3-612D-A7AE-1684-BEFE918FF444}"/>
                </a:ext>
              </a:extLst>
            </p:cNvPr>
            <p:cNvGrpSpPr/>
            <p:nvPr/>
          </p:nvGrpSpPr>
          <p:grpSpPr>
            <a:xfrm>
              <a:off x="3572169" y="4255458"/>
              <a:ext cx="266750" cy="342900"/>
              <a:chOff x="5053733" y="4472706"/>
              <a:chExt cx="764498" cy="795862"/>
            </a:xfrm>
          </p:grpSpPr>
          <p:pic>
            <p:nvPicPr>
              <p:cNvPr id="3934" name="Imagen 3933">
                <a:extLst>
                  <a:ext uri="{FF2B5EF4-FFF2-40B4-BE49-F238E27FC236}">
                    <a16:creationId xmlns:a16="http://schemas.microsoft.com/office/drawing/2014/main" id="{C063F318-9B54-0B68-E50D-88795C4A8AAC}"/>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35" name="Imagen 3934">
                <a:extLst>
                  <a:ext uri="{FF2B5EF4-FFF2-40B4-BE49-F238E27FC236}">
                    <a16:creationId xmlns:a16="http://schemas.microsoft.com/office/drawing/2014/main" id="{5A5B0F22-4AE6-E7E7-1EDC-13BA4C94C08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91" name="Imagen 3090">
              <a:extLst>
                <a:ext uri="{FF2B5EF4-FFF2-40B4-BE49-F238E27FC236}">
                  <a16:creationId xmlns:a16="http://schemas.microsoft.com/office/drawing/2014/main" id="{6C62AD50-B385-B90E-3A2E-319288C965C3}"/>
                </a:ext>
              </a:extLst>
            </p:cNvPr>
            <p:cNvPicPr>
              <a:picLocks noChangeAspect="1"/>
            </p:cNvPicPr>
            <p:nvPr/>
          </p:nvPicPr>
          <p:blipFill>
            <a:blip r:embed="rId4"/>
            <a:srcRect l="12605" t="6975" r="76248" b="81420"/>
            <a:stretch/>
          </p:blipFill>
          <p:spPr>
            <a:xfrm>
              <a:off x="5839737" y="2384545"/>
              <a:ext cx="266750" cy="342900"/>
            </a:xfrm>
            <a:prstGeom prst="rect">
              <a:avLst/>
            </a:prstGeom>
          </p:spPr>
        </p:pic>
        <p:grpSp>
          <p:nvGrpSpPr>
            <p:cNvPr id="3092" name="Grupo 3091">
              <a:extLst>
                <a:ext uri="{FF2B5EF4-FFF2-40B4-BE49-F238E27FC236}">
                  <a16:creationId xmlns:a16="http://schemas.microsoft.com/office/drawing/2014/main" id="{C1487A9E-8A29-B208-0B93-160F3BBF4D97}"/>
                </a:ext>
              </a:extLst>
            </p:cNvPr>
            <p:cNvGrpSpPr/>
            <p:nvPr/>
          </p:nvGrpSpPr>
          <p:grpSpPr>
            <a:xfrm>
              <a:off x="3855615" y="4611739"/>
              <a:ext cx="266750" cy="342900"/>
              <a:chOff x="5053733" y="4472706"/>
              <a:chExt cx="764498" cy="795862"/>
            </a:xfrm>
          </p:grpSpPr>
          <p:pic>
            <p:nvPicPr>
              <p:cNvPr id="3932" name="Imagen 3931">
                <a:extLst>
                  <a:ext uri="{FF2B5EF4-FFF2-40B4-BE49-F238E27FC236}">
                    <a16:creationId xmlns:a16="http://schemas.microsoft.com/office/drawing/2014/main" id="{2B0CBD37-CED9-0902-A786-521D44B2E7E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33" name="Imagen 3932">
                <a:extLst>
                  <a:ext uri="{FF2B5EF4-FFF2-40B4-BE49-F238E27FC236}">
                    <a16:creationId xmlns:a16="http://schemas.microsoft.com/office/drawing/2014/main" id="{F51EB858-2580-B5DD-CF20-96CD211516F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093" name="Imagen 3092">
              <a:extLst>
                <a:ext uri="{FF2B5EF4-FFF2-40B4-BE49-F238E27FC236}">
                  <a16:creationId xmlns:a16="http://schemas.microsoft.com/office/drawing/2014/main" id="{9DBBEB11-5AAC-961B-E7FF-C5E342752042}"/>
                </a:ext>
              </a:extLst>
            </p:cNvPr>
            <p:cNvPicPr>
              <a:picLocks noChangeAspect="1"/>
            </p:cNvPicPr>
            <p:nvPr/>
          </p:nvPicPr>
          <p:blipFill>
            <a:blip r:embed="rId4"/>
            <a:srcRect l="12506" t="49167" r="76346" b="39228"/>
            <a:stretch/>
          </p:blipFill>
          <p:spPr>
            <a:xfrm>
              <a:off x="6123183" y="2384545"/>
              <a:ext cx="266750" cy="342900"/>
            </a:xfrm>
            <a:prstGeom prst="rect">
              <a:avLst/>
            </a:prstGeom>
          </p:spPr>
        </p:pic>
        <p:pic>
          <p:nvPicPr>
            <p:cNvPr id="3094" name="Imagen 3093">
              <a:extLst>
                <a:ext uri="{FF2B5EF4-FFF2-40B4-BE49-F238E27FC236}">
                  <a16:creationId xmlns:a16="http://schemas.microsoft.com/office/drawing/2014/main" id="{E4B312E9-F7B7-08FF-013C-6A51414ADD6B}"/>
                </a:ext>
              </a:extLst>
            </p:cNvPr>
            <p:cNvPicPr>
              <a:picLocks noChangeAspect="1"/>
            </p:cNvPicPr>
            <p:nvPr/>
          </p:nvPicPr>
          <p:blipFill>
            <a:blip r:embed="rId4"/>
            <a:srcRect l="76281" t="21082" r="12572" b="67313"/>
            <a:stretch/>
          </p:blipFill>
          <p:spPr>
            <a:xfrm>
              <a:off x="5839737" y="2758116"/>
              <a:ext cx="266750" cy="342900"/>
            </a:xfrm>
            <a:prstGeom prst="rect">
              <a:avLst/>
            </a:prstGeom>
          </p:spPr>
        </p:pic>
        <p:pic>
          <p:nvPicPr>
            <p:cNvPr id="3095" name="Imagen 3094">
              <a:extLst>
                <a:ext uri="{FF2B5EF4-FFF2-40B4-BE49-F238E27FC236}">
                  <a16:creationId xmlns:a16="http://schemas.microsoft.com/office/drawing/2014/main" id="{1A0975D3-58F5-BE33-3833-9CA64D6B73F1}"/>
                </a:ext>
              </a:extLst>
            </p:cNvPr>
            <p:cNvPicPr>
              <a:picLocks noChangeAspect="1"/>
            </p:cNvPicPr>
            <p:nvPr/>
          </p:nvPicPr>
          <p:blipFill>
            <a:blip r:embed="rId4"/>
            <a:srcRect l="12605" t="6975" r="76248" b="81420"/>
            <a:stretch/>
          </p:blipFill>
          <p:spPr>
            <a:xfrm>
              <a:off x="6123183" y="2758116"/>
              <a:ext cx="266750" cy="342900"/>
            </a:xfrm>
            <a:prstGeom prst="rect">
              <a:avLst/>
            </a:prstGeom>
          </p:spPr>
        </p:pic>
        <p:pic>
          <p:nvPicPr>
            <p:cNvPr id="3096" name="Imagen 3095">
              <a:extLst>
                <a:ext uri="{FF2B5EF4-FFF2-40B4-BE49-F238E27FC236}">
                  <a16:creationId xmlns:a16="http://schemas.microsoft.com/office/drawing/2014/main" id="{7DD9BC03-03E5-0D95-5C19-3245C155395C}"/>
                </a:ext>
              </a:extLst>
            </p:cNvPr>
            <p:cNvPicPr>
              <a:picLocks noChangeAspect="1"/>
            </p:cNvPicPr>
            <p:nvPr/>
          </p:nvPicPr>
          <p:blipFill>
            <a:blip r:embed="rId4"/>
            <a:srcRect l="12601" t="21080" r="76252" b="67315"/>
            <a:stretch/>
          </p:blipFill>
          <p:spPr>
            <a:xfrm>
              <a:off x="5839737" y="3140200"/>
              <a:ext cx="266750" cy="342900"/>
            </a:xfrm>
            <a:prstGeom prst="rect">
              <a:avLst/>
            </a:prstGeom>
          </p:spPr>
        </p:pic>
        <p:pic>
          <p:nvPicPr>
            <p:cNvPr id="3097" name="Imagen 3096">
              <a:extLst>
                <a:ext uri="{FF2B5EF4-FFF2-40B4-BE49-F238E27FC236}">
                  <a16:creationId xmlns:a16="http://schemas.microsoft.com/office/drawing/2014/main" id="{EDC7F018-7210-79AC-E214-9F6248E9BAF0}"/>
                </a:ext>
              </a:extLst>
            </p:cNvPr>
            <p:cNvPicPr>
              <a:picLocks noChangeAspect="1"/>
            </p:cNvPicPr>
            <p:nvPr/>
          </p:nvPicPr>
          <p:blipFill>
            <a:blip r:embed="rId4"/>
            <a:srcRect l="12605" t="6975" r="76248" b="81420"/>
            <a:stretch/>
          </p:blipFill>
          <p:spPr>
            <a:xfrm>
              <a:off x="6123183" y="3140200"/>
              <a:ext cx="266750" cy="342900"/>
            </a:xfrm>
            <a:prstGeom prst="rect">
              <a:avLst/>
            </a:prstGeom>
          </p:spPr>
        </p:pic>
        <p:pic>
          <p:nvPicPr>
            <p:cNvPr id="3098" name="Imagen 3097">
              <a:extLst>
                <a:ext uri="{FF2B5EF4-FFF2-40B4-BE49-F238E27FC236}">
                  <a16:creationId xmlns:a16="http://schemas.microsoft.com/office/drawing/2014/main" id="{D733F0DD-6E85-6DC2-3FD8-6449DD946008}"/>
                </a:ext>
              </a:extLst>
            </p:cNvPr>
            <p:cNvPicPr>
              <a:picLocks noChangeAspect="1"/>
            </p:cNvPicPr>
            <p:nvPr/>
          </p:nvPicPr>
          <p:blipFill>
            <a:blip r:embed="rId4"/>
            <a:srcRect l="65751" t="21142" r="23101" b="67253"/>
            <a:stretch/>
          </p:blipFill>
          <p:spPr>
            <a:xfrm>
              <a:off x="5839737" y="3502366"/>
              <a:ext cx="266750" cy="342900"/>
            </a:xfrm>
            <a:prstGeom prst="rect">
              <a:avLst/>
            </a:prstGeom>
          </p:spPr>
        </p:pic>
        <p:pic>
          <p:nvPicPr>
            <p:cNvPr id="3099" name="Imagen 3098">
              <a:extLst>
                <a:ext uri="{FF2B5EF4-FFF2-40B4-BE49-F238E27FC236}">
                  <a16:creationId xmlns:a16="http://schemas.microsoft.com/office/drawing/2014/main" id="{D5E7F128-72D5-55A3-9BA6-26EB603ECDBA}"/>
                </a:ext>
              </a:extLst>
            </p:cNvPr>
            <p:cNvPicPr>
              <a:picLocks noChangeAspect="1"/>
            </p:cNvPicPr>
            <p:nvPr/>
          </p:nvPicPr>
          <p:blipFill>
            <a:blip r:embed="rId4"/>
            <a:srcRect l="12605" t="6975" r="76248" b="81420"/>
            <a:stretch/>
          </p:blipFill>
          <p:spPr>
            <a:xfrm>
              <a:off x="6123183" y="3502366"/>
              <a:ext cx="266750" cy="342900"/>
            </a:xfrm>
            <a:prstGeom prst="rect">
              <a:avLst/>
            </a:prstGeom>
          </p:spPr>
        </p:pic>
        <p:pic>
          <p:nvPicPr>
            <p:cNvPr id="3100" name="Imagen 3099">
              <a:extLst>
                <a:ext uri="{FF2B5EF4-FFF2-40B4-BE49-F238E27FC236}">
                  <a16:creationId xmlns:a16="http://schemas.microsoft.com/office/drawing/2014/main" id="{27DBA07A-EC22-C021-4221-1F95E5588545}"/>
                </a:ext>
              </a:extLst>
            </p:cNvPr>
            <p:cNvPicPr>
              <a:picLocks noChangeAspect="1"/>
            </p:cNvPicPr>
            <p:nvPr/>
          </p:nvPicPr>
          <p:blipFill>
            <a:blip r:embed="rId4"/>
            <a:srcRect l="12605" t="6975" r="76248" b="81420"/>
            <a:stretch/>
          </p:blipFill>
          <p:spPr>
            <a:xfrm>
              <a:off x="5839737" y="4611739"/>
              <a:ext cx="266750" cy="342900"/>
            </a:xfrm>
            <a:prstGeom prst="rect">
              <a:avLst/>
            </a:prstGeom>
          </p:spPr>
        </p:pic>
        <p:pic>
          <p:nvPicPr>
            <p:cNvPr id="3101" name="Imagen 3100">
              <a:extLst>
                <a:ext uri="{FF2B5EF4-FFF2-40B4-BE49-F238E27FC236}">
                  <a16:creationId xmlns:a16="http://schemas.microsoft.com/office/drawing/2014/main" id="{B854AE3C-1E2A-0B2B-23C5-52064D34258F}"/>
                </a:ext>
              </a:extLst>
            </p:cNvPr>
            <p:cNvPicPr>
              <a:picLocks noChangeAspect="1"/>
            </p:cNvPicPr>
            <p:nvPr/>
          </p:nvPicPr>
          <p:blipFill>
            <a:blip r:embed="rId4"/>
            <a:srcRect l="65751" t="21142" r="23101" b="67253"/>
            <a:stretch/>
          </p:blipFill>
          <p:spPr>
            <a:xfrm>
              <a:off x="6123183" y="4611739"/>
              <a:ext cx="266750" cy="342900"/>
            </a:xfrm>
            <a:prstGeom prst="rect">
              <a:avLst/>
            </a:prstGeom>
          </p:spPr>
        </p:pic>
        <p:pic>
          <p:nvPicPr>
            <p:cNvPr id="3102" name="Imagen 3101">
              <a:extLst>
                <a:ext uri="{FF2B5EF4-FFF2-40B4-BE49-F238E27FC236}">
                  <a16:creationId xmlns:a16="http://schemas.microsoft.com/office/drawing/2014/main" id="{756EF27F-7D5C-B494-9ED3-B8ECA8BF7B66}"/>
                </a:ext>
              </a:extLst>
            </p:cNvPr>
            <p:cNvPicPr>
              <a:picLocks noChangeAspect="1"/>
            </p:cNvPicPr>
            <p:nvPr/>
          </p:nvPicPr>
          <p:blipFill>
            <a:blip r:embed="rId4"/>
            <a:srcRect l="12506" t="49167" r="76346" b="39228"/>
            <a:stretch/>
          </p:blipFill>
          <p:spPr>
            <a:xfrm>
              <a:off x="5839737" y="4970263"/>
              <a:ext cx="266750" cy="342900"/>
            </a:xfrm>
            <a:prstGeom prst="rect">
              <a:avLst/>
            </a:prstGeom>
          </p:spPr>
        </p:pic>
        <p:pic>
          <p:nvPicPr>
            <p:cNvPr id="3103" name="Imagen 3102">
              <a:extLst>
                <a:ext uri="{FF2B5EF4-FFF2-40B4-BE49-F238E27FC236}">
                  <a16:creationId xmlns:a16="http://schemas.microsoft.com/office/drawing/2014/main" id="{F1FA212F-695C-0CF6-CC4F-CA964D71089B}"/>
                </a:ext>
              </a:extLst>
            </p:cNvPr>
            <p:cNvPicPr>
              <a:picLocks noChangeAspect="1"/>
            </p:cNvPicPr>
            <p:nvPr/>
          </p:nvPicPr>
          <p:blipFill>
            <a:blip r:embed="rId4"/>
            <a:srcRect l="12605" t="6975" r="76248" b="81420"/>
            <a:stretch/>
          </p:blipFill>
          <p:spPr>
            <a:xfrm>
              <a:off x="6123183" y="4970263"/>
              <a:ext cx="266750" cy="342900"/>
            </a:xfrm>
            <a:prstGeom prst="rect">
              <a:avLst/>
            </a:prstGeom>
          </p:spPr>
        </p:pic>
        <p:pic>
          <p:nvPicPr>
            <p:cNvPr id="3104" name="Imagen 3103">
              <a:extLst>
                <a:ext uri="{FF2B5EF4-FFF2-40B4-BE49-F238E27FC236}">
                  <a16:creationId xmlns:a16="http://schemas.microsoft.com/office/drawing/2014/main" id="{61CFDE84-913B-EDD4-48EC-A85195F57B2F}"/>
                </a:ext>
              </a:extLst>
            </p:cNvPr>
            <p:cNvPicPr>
              <a:picLocks noChangeAspect="1"/>
            </p:cNvPicPr>
            <p:nvPr/>
          </p:nvPicPr>
          <p:blipFill>
            <a:blip r:embed="rId4"/>
            <a:srcRect l="65717" t="6975" r="23136" b="81420"/>
            <a:stretch/>
          </p:blipFill>
          <p:spPr>
            <a:xfrm>
              <a:off x="5839737" y="5311489"/>
              <a:ext cx="266750" cy="342900"/>
            </a:xfrm>
            <a:prstGeom prst="rect">
              <a:avLst/>
            </a:prstGeom>
          </p:spPr>
        </p:pic>
        <p:pic>
          <p:nvPicPr>
            <p:cNvPr id="3105" name="Imagen 3104">
              <a:extLst>
                <a:ext uri="{FF2B5EF4-FFF2-40B4-BE49-F238E27FC236}">
                  <a16:creationId xmlns:a16="http://schemas.microsoft.com/office/drawing/2014/main" id="{33FEC85E-9E05-76DF-C1B4-2BB914B34176}"/>
                </a:ext>
              </a:extLst>
            </p:cNvPr>
            <p:cNvPicPr>
              <a:picLocks noChangeAspect="1"/>
            </p:cNvPicPr>
            <p:nvPr/>
          </p:nvPicPr>
          <p:blipFill>
            <a:blip r:embed="rId4"/>
            <a:srcRect l="12605" t="6975" r="76248" b="81420"/>
            <a:stretch/>
          </p:blipFill>
          <p:spPr>
            <a:xfrm>
              <a:off x="6123183" y="5311489"/>
              <a:ext cx="266750" cy="342900"/>
            </a:xfrm>
            <a:prstGeom prst="rect">
              <a:avLst/>
            </a:prstGeom>
          </p:spPr>
        </p:pic>
        <p:pic>
          <p:nvPicPr>
            <p:cNvPr id="3106" name="Imagen 3105">
              <a:extLst>
                <a:ext uri="{FF2B5EF4-FFF2-40B4-BE49-F238E27FC236}">
                  <a16:creationId xmlns:a16="http://schemas.microsoft.com/office/drawing/2014/main" id="{D11F8879-242C-1D56-43A3-8B47CA598C67}"/>
                </a:ext>
              </a:extLst>
            </p:cNvPr>
            <p:cNvPicPr>
              <a:picLocks noChangeAspect="1"/>
            </p:cNvPicPr>
            <p:nvPr/>
          </p:nvPicPr>
          <p:blipFill>
            <a:blip r:embed="rId4"/>
            <a:srcRect l="33916" t="6975" r="54937" b="81420"/>
            <a:stretch/>
          </p:blipFill>
          <p:spPr>
            <a:xfrm>
              <a:off x="5839737" y="5686427"/>
              <a:ext cx="266750" cy="342900"/>
            </a:xfrm>
            <a:prstGeom prst="rect">
              <a:avLst/>
            </a:prstGeom>
          </p:spPr>
        </p:pic>
        <p:pic>
          <p:nvPicPr>
            <p:cNvPr id="3107" name="Imagen 3106">
              <a:extLst>
                <a:ext uri="{FF2B5EF4-FFF2-40B4-BE49-F238E27FC236}">
                  <a16:creationId xmlns:a16="http://schemas.microsoft.com/office/drawing/2014/main" id="{49C51AB6-55DF-C2AE-EFD0-C0425272464B}"/>
                </a:ext>
              </a:extLst>
            </p:cNvPr>
            <p:cNvPicPr>
              <a:picLocks noChangeAspect="1"/>
            </p:cNvPicPr>
            <p:nvPr/>
          </p:nvPicPr>
          <p:blipFill>
            <a:blip r:embed="rId4"/>
            <a:srcRect l="23536" t="34892" r="65317" b="53503"/>
            <a:stretch/>
          </p:blipFill>
          <p:spPr>
            <a:xfrm>
              <a:off x="6123183" y="5686427"/>
              <a:ext cx="266750" cy="342900"/>
            </a:xfrm>
            <a:prstGeom prst="rect">
              <a:avLst/>
            </a:prstGeom>
          </p:spPr>
        </p:pic>
        <p:pic>
          <p:nvPicPr>
            <p:cNvPr id="3108" name="Imagen 3107">
              <a:extLst>
                <a:ext uri="{FF2B5EF4-FFF2-40B4-BE49-F238E27FC236}">
                  <a16:creationId xmlns:a16="http://schemas.microsoft.com/office/drawing/2014/main" id="{8E6C1800-04A6-652B-F99C-49B729F017C7}"/>
                </a:ext>
              </a:extLst>
            </p:cNvPr>
            <p:cNvPicPr>
              <a:picLocks noChangeAspect="1"/>
            </p:cNvPicPr>
            <p:nvPr/>
          </p:nvPicPr>
          <p:blipFill>
            <a:blip r:embed="rId4"/>
            <a:srcRect l="65685" t="34869" r="23168" b="53526"/>
            <a:stretch/>
          </p:blipFill>
          <p:spPr>
            <a:xfrm>
              <a:off x="2147939" y="6062704"/>
              <a:ext cx="266750" cy="342900"/>
            </a:xfrm>
            <a:prstGeom prst="rect">
              <a:avLst/>
            </a:prstGeom>
          </p:spPr>
        </p:pic>
        <p:pic>
          <p:nvPicPr>
            <p:cNvPr id="3109" name="Imagen 3108">
              <a:extLst>
                <a:ext uri="{FF2B5EF4-FFF2-40B4-BE49-F238E27FC236}">
                  <a16:creationId xmlns:a16="http://schemas.microsoft.com/office/drawing/2014/main" id="{58AB8F6B-0FB0-5513-6F0A-F078DC9963CE}"/>
                </a:ext>
              </a:extLst>
            </p:cNvPr>
            <p:cNvPicPr>
              <a:picLocks noChangeAspect="1"/>
            </p:cNvPicPr>
            <p:nvPr/>
          </p:nvPicPr>
          <p:blipFill>
            <a:blip r:embed="rId4"/>
            <a:srcRect l="55117" t="6975" r="33736" b="81420"/>
            <a:stretch/>
          </p:blipFill>
          <p:spPr>
            <a:xfrm>
              <a:off x="2431385" y="6062704"/>
              <a:ext cx="266750" cy="342900"/>
            </a:xfrm>
            <a:prstGeom prst="rect">
              <a:avLst/>
            </a:prstGeom>
          </p:spPr>
        </p:pic>
        <p:pic>
          <p:nvPicPr>
            <p:cNvPr id="3110" name="Imagen 3109">
              <a:extLst>
                <a:ext uri="{FF2B5EF4-FFF2-40B4-BE49-F238E27FC236}">
                  <a16:creationId xmlns:a16="http://schemas.microsoft.com/office/drawing/2014/main" id="{C1C110AC-B8C9-C976-8D28-50F77BBAEB24}"/>
                </a:ext>
              </a:extLst>
            </p:cNvPr>
            <p:cNvPicPr>
              <a:picLocks noChangeAspect="1"/>
            </p:cNvPicPr>
            <p:nvPr/>
          </p:nvPicPr>
          <p:blipFill>
            <a:blip r:embed="rId4"/>
            <a:srcRect l="44479" t="34951" r="44374" b="53444"/>
            <a:stretch/>
          </p:blipFill>
          <p:spPr>
            <a:xfrm>
              <a:off x="2714831" y="6062704"/>
              <a:ext cx="266750" cy="342900"/>
            </a:xfrm>
            <a:prstGeom prst="rect">
              <a:avLst/>
            </a:prstGeom>
          </p:spPr>
        </p:pic>
        <p:pic>
          <p:nvPicPr>
            <p:cNvPr id="3111" name="Imagen 3110">
              <a:extLst>
                <a:ext uri="{FF2B5EF4-FFF2-40B4-BE49-F238E27FC236}">
                  <a16:creationId xmlns:a16="http://schemas.microsoft.com/office/drawing/2014/main" id="{806030EA-43D3-6475-A5CE-7ECCF3F909EE}"/>
                </a:ext>
              </a:extLst>
            </p:cNvPr>
            <p:cNvPicPr>
              <a:picLocks noChangeAspect="1"/>
            </p:cNvPicPr>
            <p:nvPr/>
          </p:nvPicPr>
          <p:blipFill>
            <a:blip r:embed="rId4"/>
            <a:srcRect l="12605" t="6975" r="76248" b="81420"/>
            <a:stretch/>
          </p:blipFill>
          <p:spPr>
            <a:xfrm>
              <a:off x="2998277" y="6062704"/>
              <a:ext cx="266750" cy="342900"/>
            </a:xfrm>
            <a:prstGeom prst="rect">
              <a:avLst/>
            </a:prstGeom>
          </p:spPr>
        </p:pic>
        <p:pic>
          <p:nvPicPr>
            <p:cNvPr id="3112" name="Imagen 3111">
              <a:extLst>
                <a:ext uri="{FF2B5EF4-FFF2-40B4-BE49-F238E27FC236}">
                  <a16:creationId xmlns:a16="http://schemas.microsoft.com/office/drawing/2014/main" id="{B8C23EFA-2BE8-A581-7C66-18B8C37FD85E}"/>
                </a:ext>
              </a:extLst>
            </p:cNvPr>
            <p:cNvPicPr>
              <a:picLocks noChangeAspect="1"/>
            </p:cNvPicPr>
            <p:nvPr/>
          </p:nvPicPr>
          <p:blipFill>
            <a:blip r:embed="rId4"/>
            <a:srcRect l="76281" t="21082" r="12572" b="67313"/>
            <a:stretch/>
          </p:blipFill>
          <p:spPr>
            <a:xfrm>
              <a:off x="3281723" y="6062704"/>
              <a:ext cx="266750" cy="342900"/>
            </a:xfrm>
            <a:prstGeom prst="rect">
              <a:avLst/>
            </a:prstGeom>
          </p:spPr>
        </p:pic>
        <p:pic>
          <p:nvPicPr>
            <p:cNvPr id="3113" name="Imagen 3112">
              <a:extLst>
                <a:ext uri="{FF2B5EF4-FFF2-40B4-BE49-F238E27FC236}">
                  <a16:creationId xmlns:a16="http://schemas.microsoft.com/office/drawing/2014/main" id="{3FFDD525-6EC8-4640-A4D7-C4013E4E9E7E}"/>
                </a:ext>
              </a:extLst>
            </p:cNvPr>
            <p:cNvPicPr>
              <a:picLocks noChangeAspect="1"/>
            </p:cNvPicPr>
            <p:nvPr/>
          </p:nvPicPr>
          <p:blipFill>
            <a:blip r:embed="rId4"/>
            <a:srcRect l="23278" t="21261" r="65575" b="67134"/>
            <a:stretch/>
          </p:blipFill>
          <p:spPr>
            <a:xfrm>
              <a:off x="5839737" y="6062704"/>
              <a:ext cx="266750" cy="342900"/>
            </a:xfrm>
            <a:prstGeom prst="rect">
              <a:avLst/>
            </a:prstGeom>
          </p:spPr>
        </p:pic>
        <p:pic>
          <p:nvPicPr>
            <p:cNvPr id="3114" name="Imagen 3113">
              <a:extLst>
                <a:ext uri="{FF2B5EF4-FFF2-40B4-BE49-F238E27FC236}">
                  <a16:creationId xmlns:a16="http://schemas.microsoft.com/office/drawing/2014/main" id="{63FACCB2-1309-5993-34C3-9928E007C9A0}"/>
                </a:ext>
              </a:extLst>
            </p:cNvPr>
            <p:cNvPicPr>
              <a:picLocks noChangeAspect="1"/>
            </p:cNvPicPr>
            <p:nvPr/>
          </p:nvPicPr>
          <p:blipFill>
            <a:blip r:embed="rId4"/>
            <a:srcRect l="12605" t="6975" r="76248" b="81420"/>
            <a:stretch/>
          </p:blipFill>
          <p:spPr>
            <a:xfrm>
              <a:off x="6123183" y="6062704"/>
              <a:ext cx="266750" cy="342900"/>
            </a:xfrm>
            <a:prstGeom prst="rect">
              <a:avLst/>
            </a:prstGeom>
          </p:spPr>
        </p:pic>
        <p:pic>
          <p:nvPicPr>
            <p:cNvPr id="3115" name="Imagen 3114">
              <a:extLst>
                <a:ext uri="{FF2B5EF4-FFF2-40B4-BE49-F238E27FC236}">
                  <a16:creationId xmlns:a16="http://schemas.microsoft.com/office/drawing/2014/main" id="{DA583F15-9EC6-B69A-ED85-A659483AB6F9}"/>
                </a:ext>
              </a:extLst>
            </p:cNvPr>
            <p:cNvPicPr>
              <a:picLocks noChangeAspect="1"/>
            </p:cNvPicPr>
            <p:nvPr/>
          </p:nvPicPr>
          <p:blipFill>
            <a:blip r:embed="rId4"/>
            <a:srcRect l="44426" t="63168" r="44426" b="25227"/>
            <a:stretch/>
          </p:blipFill>
          <p:spPr>
            <a:xfrm>
              <a:off x="6406629" y="5311489"/>
              <a:ext cx="266750" cy="342900"/>
            </a:xfrm>
            <a:prstGeom prst="rect">
              <a:avLst/>
            </a:prstGeom>
          </p:spPr>
        </p:pic>
        <p:pic>
          <p:nvPicPr>
            <p:cNvPr id="3116" name="Imagen 3115">
              <a:extLst>
                <a:ext uri="{FF2B5EF4-FFF2-40B4-BE49-F238E27FC236}">
                  <a16:creationId xmlns:a16="http://schemas.microsoft.com/office/drawing/2014/main" id="{691B3A1E-44EF-9E9E-D093-F26950537883}"/>
                </a:ext>
              </a:extLst>
            </p:cNvPr>
            <p:cNvPicPr>
              <a:picLocks noChangeAspect="1"/>
            </p:cNvPicPr>
            <p:nvPr/>
          </p:nvPicPr>
          <p:blipFill>
            <a:blip r:embed="rId4"/>
            <a:srcRect l="55142" t="63168" r="33711" b="25227"/>
            <a:stretch/>
          </p:blipFill>
          <p:spPr>
            <a:xfrm>
              <a:off x="6406629" y="5686427"/>
              <a:ext cx="266750" cy="342900"/>
            </a:xfrm>
            <a:prstGeom prst="rect">
              <a:avLst/>
            </a:prstGeom>
          </p:spPr>
        </p:pic>
        <p:pic>
          <p:nvPicPr>
            <p:cNvPr id="3117" name="Imagen 3116">
              <a:extLst>
                <a:ext uri="{FF2B5EF4-FFF2-40B4-BE49-F238E27FC236}">
                  <a16:creationId xmlns:a16="http://schemas.microsoft.com/office/drawing/2014/main" id="{8E31D0A3-BCE8-3E68-B986-8CCF394E7E8A}"/>
                </a:ext>
              </a:extLst>
            </p:cNvPr>
            <p:cNvPicPr>
              <a:picLocks noChangeAspect="1"/>
            </p:cNvPicPr>
            <p:nvPr/>
          </p:nvPicPr>
          <p:blipFill>
            <a:blip r:embed="rId4"/>
            <a:srcRect l="65725" t="63168" r="23128" b="25227"/>
            <a:stretch/>
          </p:blipFill>
          <p:spPr>
            <a:xfrm>
              <a:off x="6406629" y="4611739"/>
              <a:ext cx="266750" cy="342900"/>
            </a:xfrm>
            <a:prstGeom prst="rect">
              <a:avLst/>
            </a:prstGeom>
          </p:spPr>
        </p:pic>
        <p:pic>
          <p:nvPicPr>
            <p:cNvPr id="3118" name="Imagen 3117">
              <a:extLst>
                <a:ext uri="{FF2B5EF4-FFF2-40B4-BE49-F238E27FC236}">
                  <a16:creationId xmlns:a16="http://schemas.microsoft.com/office/drawing/2014/main" id="{CA0968DA-F44D-81D4-B23F-ABF3E9CF5657}"/>
                </a:ext>
              </a:extLst>
            </p:cNvPr>
            <p:cNvPicPr>
              <a:picLocks noChangeAspect="1"/>
            </p:cNvPicPr>
            <p:nvPr/>
          </p:nvPicPr>
          <p:blipFill>
            <a:blip r:embed="rId4"/>
            <a:srcRect l="44778" t="77100" r="44075" b="11295"/>
            <a:stretch/>
          </p:blipFill>
          <p:spPr>
            <a:xfrm>
              <a:off x="6406629" y="6062704"/>
              <a:ext cx="266750" cy="342900"/>
            </a:xfrm>
            <a:prstGeom prst="rect">
              <a:avLst/>
            </a:prstGeom>
          </p:spPr>
        </p:pic>
        <p:pic>
          <p:nvPicPr>
            <p:cNvPr id="3119" name="Imagen 3118">
              <a:extLst>
                <a:ext uri="{FF2B5EF4-FFF2-40B4-BE49-F238E27FC236}">
                  <a16:creationId xmlns:a16="http://schemas.microsoft.com/office/drawing/2014/main" id="{BF90B2D7-5483-7E4C-FE3B-2489AFDFA71D}"/>
                </a:ext>
              </a:extLst>
            </p:cNvPr>
            <p:cNvPicPr>
              <a:picLocks noChangeAspect="1"/>
            </p:cNvPicPr>
            <p:nvPr/>
          </p:nvPicPr>
          <p:blipFill>
            <a:blip r:embed="rId4"/>
            <a:srcRect l="66027" t="77100" r="22826" b="11295"/>
            <a:stretch/>
          </p:blipFill>
          <p:spPr>
            <a:xfrm>
              <a:off x="6406629" y="3502366"/>
              <a:ext cx="266750" cy="342900"/>
            </a:xfrm>
            <a:prstGeom prst="rect">
              <a:avLst/>
            </a:prstGeom>
          </p:spPr>
        </p:pic>
        <p:pic>
          <p:nvPicPr>
            <p:cNvPr id="3120" name="Imagen 3119">
              <a:extLst>
                <a:ext uri="{FF2B5EF4-FFF2-40B4-BE49-F238E27FC236}">
                  <a16:creationId xmlns:a16="http://schemas.microsoft.com/office/drawing/2014/main" id="{4321D64C-E2E9-A6B8-66E6-1175562BEA30}"/>
                </a:ext>
              </a:extLst>
            </p:cNvPr>
            <p:cNvPicPr>
              <a:picLocks noChangeAspect="1"/>
            </p:cNvPicPr>
            <p:nvPr/>
          </p:nvPicPr>
          <p:blipFill>
            <a:blip r:embed="rId4"/>
            <a:srcRect l="76360" t="63168" r="12493" b="25227"/>
            <a:stretch/>
          </p:blipFill>
          <p:spPr>
            <a:xfrm>
              <a:off x="6406629" y="3140200"/>
              <a:ext cx="266750" cy="342900"/>
            </a:xfrm>
            <a:prstGeom prst="rect">
              <a:avLst/>
            </a:prstGeom>
          </p:spPr>
        </p:pic>
        <p:pic>
          <p:nvPicPr>
            <p:cNvPr id="3121" name="Imagen 3120">
              <a:extLst>
                <a:ext uri="{FF2B5EF4-FFF2-40B4-BE49-F238E27FC236}">
                  <a16:creationId xmlns:a16="http://schemas.microsoft.com/office/drawing/2014/main" id="{2965D165-0125-3FC9-7AA7-EEE205038523}"/>
                </a:ext>
              </a:extLst>
            </p:cNvPr>
            <p:cNvPicPr>
              <a:picLocks noChangeAspect="1"/>
            </p:cNvPicPr>
            <p:nvPr/>
          </p:nvPicPr>
          <p:blipFill>
            <a:blip r:embed="rId4"/>
            <a:srcRect l="23178" t="77100" r="65675" b="11295"/>
            <a:stretch/>
          </p:blipFill>
          <p:spPr>
            <a:xfrm>
              <a:off x="6409005" y="1656161"/>
              <a:ext cx="266750" cy="342900"/>
            </a:xfrm>
            <a:prstGeom prst="rect">
              <a:avLst/>
            </a:prstGeom>
          </p:spPr>
        </p:pic>
        <p:pic>
          <p:nvPicPr>
            <p:cNvPr id="3122" name="Imagen 3121">
              <a:extLst>
                <a:ext uri="{FF2B5EF4-FFF2-40B4-BE49-F238E27FC236}">
                  <a16:creationId xmlns:a16="http://schemas.microsoft.com/office/drawing/2014/main" id="{8A8AE485-C609-C96A-4146-E6D58AF622A0}"/>
                </a:ext>
              </a:extLst>
            </p:cNvPr>
            <p:cNvPicPr>
              <a:picLocks noChangeAspect="1"/>
            </p:cNvPicPr>
            <p:nvPr/>
          </p:nvPicPr>
          <p:blipFill>
            <a:blip r:embed="rId4"/>
            <a:srcRect l="23178" t="77100" r="65675" b="11295"/>
            <a:stretch/>
          </p:blipFill>
          <p:spPr>
            <a:xfrm>
              <a:off x="6692559" y="1656161"/>
              <a:ext cx="266750" cy="342900"/>
            </a:xfrm>
            <a:prstGeom prst="rect">
              <a:avLst/>
            </a:prstGeom>
          </p:spPr>
        </p:pic>
        <p:pic>
          <p:nvPicPr>
            <p:cNvPr id="3123" name="Imagen 3122">
              <a:extLst>
                <a:ext uri="{FF2B5EF4-FFF2-40B4-BE49-F238E27FC236}">
                  <a16:creationId xmlns:a16="http://schemas.microsoft.com/office/drawing/2014/main" id="{05C6AB51-1983-799F-7499-DF0093ECB45E}"/>
                </a:ext>
              </a:extLst>
            </p:cNvPr>
            <p:cNvPicPr>
              <a:picLocks noChangeAspect="1"/>
            </p:cNvPicPr>
            <p:nvPr/>
          </p:nvPicPr>
          <p:blipFill>
            <a:blip r:embed="rId4"/>
            <a:srcRect l="33923" t="63168" r="54930" b="25227"/>
            <a:stretch/>
          </p:blipFill>
          <p:spPr>
            <a:xfrm>
              <a:off x="6697504" y="1291071"/>
              <a:ext cx="266750" cy="342900"/>
            </a:xfrm>
            <a:prstGeom prst="rect">
              <a:avLst/>
            </a:prstGeom>
          </p:spPr>
        </p:pic>
        <p:pic>
          <p:nvPicPr>
            <p:cNvPr id="3124" name="Imagen 3123">
              <a:extLst>
                <a:ext uri="{FF2B5EF4-FFF2-40B4-BE49-F238E27FC236}">
                  <a16:creationId xmlns:a16="http://schemas.microsoft.com/office/drawing/2014/main" id="{70BDB3D7-6B18-34F4-9F01-9D3A21BA136B}"/>
                </a:ext>
              </a:extLst>
            </p:cNvPr>
            <p:cNvPicPr>
              <a:picLocks noChangeAspect="1"/>
            </p:cNvPicPr>
            <p:nvPr/>
          </p:nvPicPr>
          <p:blipFill>
            <a:blip r:embed="rId4"/>
            <a:srcRect l="33923" t="63168" r="54930" b="25227"/>
            <a:stretch/>
          </p:blipFill>
          <p:spPr>
            <a:xfrm>
              <a:off x="6973521" y="4611739"/>
              <a:ext cx="266750" cy="342900"/>
            </a:xfrm>
            <a:prstGeom prst="rect">
              <a:avLst/>
            </a:prstGeom>
          </p:spPr>
        </p:pic>
        <p:pic>
          <p:nvPicPr>
            <p:cNvPr id="3125" name="Imagen 3124">
              <a:extLst>
                <a:ext uri="{FF2B5EF4-FFF2-40B4-BE49-F238E27FC236}">
                  <a16:creationId xmlns:a16="http://schemas.microsoft.com/office/drawing/2014/main" id="{E61AA9C1-540A-B4D3-60C7-E17D1C9CEDF8}"/>
                </a:ext>
              </a:extLst>
            </p:cNvPr>
            <p:cNvPicPr>
              <a:picLocks noChangeAspect="1"/>
            </p:cNvPicPr>
            <p:nvPr/>
          </p:nvPicPr>
          <p:blipFill>
            <a:blip r:embed="rId4"/>
            <a:srcRect l="33923" t="63168" r="54930" b="25227"/>
            <a:stretch/>
          </p:blipFill>
          <p:spPr>
            <a:xfrm>
              <a:off x="6690075" y="6062704"/>
              <a:ext cx="266750" cy="342900"/>
            </a:xfrm>
            <a:prstGeom prst="rect">
              <a:avLst/>
            </a:prstGeom>
          </p:spPr>
        </p:pic>
        <p:pic>
          <p:nvPicPr>
            <p:cNvPr id="3126" name="Imagen 3125">
              <a:extLst>
                <a:ext uri="{FF2B5EF4-FFF2-40B4-BE49-F238E27FC236}">
                  <a16:creationId xmlns:a16="http://schemas.microsoft.com/office/drawing/2014/main" id="{FC0B30EE-2292-CD94-6760-2326D4E91620}"/>
                </a:ext>
              </a:extLst>
            </p:cNvPr>
            <p:cNvPicPr>
              <a:picLocks noChangeAspect="1"/>
            </p:cNvPicPr>
            <p:nvPr/>
          </p:nvPicPr>
          <p:blipFill>
            <a:blip r:embed="rId4"/>
            <a:srcRect l="44426" t="63168" r="44426" b="25227"/>
            <a:stretch/>
          </p:blipFill>
          <p:spPr>
            <a:xfrm>
              <a:off x="6973521" y="4970263"/>
              <a:ext cx="266750" cy="342900"/>
            </a:xfrm>
            <a:prstGeom prst="rect">
              <a:avLst/>
            </a:prstGeom>
          </p:spPr>
        </p:pic>
        <p:pic>
          <p:nvPicPr>
            <p:cNvPr id="3127" name="Imagen 3126">
              <a:extLst>
                <a:ext uri="{FF2B5EF4-FFF2-40B4-BE49-F238E27FC236}">
                  <a16:creationId xmlns:a16="http://schemas.microsoft.com/office/drawing/2014/main" id="{F58A334F-1DF0-E75E-E3A7-3D6118A01163}"/>
                </a:ext>
              </a:extLst>
            </p:cNvPr>
            <p:cNvPicPr>
              <a:picLocks noChangeAspect="1"/>
            </p:cNvPicPr>
            <p:nvPr/>
          </p:nvPicPr>
          <p:blipFill>
            <a:blip r:embed="rId4"/>
            <a:srcRect l="55379" t="77100" r="33474" b="11295"/>
            <a:stretch/>
          </p:blipFill>
          <p:spPr>
            <a:xfrm>
              <a:off x="6690075" y="4611739"/>
              <a:ext cx="266750" cy="342900"/>
            </a:xfrm>
            <a:prstGeom prst="rect">
              <a:avLst/>
            </a:prstGeom>
          </p:spPr>
        </p:pic>
        <p:pic>
          <p:nvPicPr>
            <p:cNvPr id="3128" name="Imagen 3127">
              <a:extLst>
                <a:ext uri="{FF2B5EF4-FFF2-40B4-BE49-F238E27FC236}">
                  <a16:creationId xmlns:a16="http://schemas.microsoft.com/office/drawing/2014/main" id="{996A162E-06B3-31CB-E859-E46092B7E359}"/>
                </a:ext>
              </a:extLst>
            </p:cNvPr>
            <p:cNvPicPr>
              <a:picLocks noChangeAspect="1"/>
            </p:cNvPicPr>
            <p:nvPr/>
          </p:nvPicPr>
          <p:blipFill>
            <a:blip r:embed="rId4"/>
            <a:srcRect l="55142" t="63168" r="33711" b="25227"/>
            <a:stretch/>
          </p:blipFill>
          <p:spPr>
            <a:xfrm>
              <a:off x="6690075" y="2384545"/>
              <a:ext cx="266750" cy="342900"/>
            </a:xfrm>
            <a:prstGeom prst="rect">
              <a:avLst/>
            </a:prstGeom>
          </p:spPr>
        </p:pic>
        <p:pic>
          <p:nvPicPr>
            <p:cNvPr id="3129" name="Imagen 3128">
              <a:extLst>
                <a:ext uri="{FF2B5EF4-FFF2-40B4-BE49-F238E27FC236}">
                  <a16:creationId xmlns:a16="http://schemas.microsoft.com/office/drawing/2014/main" id="{5D54B67B-0AE5-9F2A-343B-D211E6F7A136}"/>
                </a:ext>
              </a:extLst>
            </p:cNvPr>
            <p:cNvPicPr>
              <a:picLocks noChangeAspect="1"/>
            </p:cNvPicPr>
            <p:nvPr/>
          </p:nvPicPr>
          <p:blipFill>
            <a:blip r:embed="rId4"/>
            <a:srcRect l="55142" t="63168" r="33711" b="25227"/>
            <a:stretch/>
          </p:blipFill>
          <p:spPr>
            <a:xfrm>
              <a:off x="6973521" y="2758116"/>
              <a:ext cx="266750" cy="342900"/>
            </a:xfrm>
            <a:prstGeom prst="rect">
              <a:avLst/>
            </a:prstGeom>
          </p:spPr>
        </p:pic>
        <p:pic>
          <p:nvPicPr>
            <p:cNvPr id="3130" name="Imagen 3129">
              <a:extLst>
                <a:ext uri="{FF2B5EF4-FFF2-40B4-BE49-F238E27FC236}">
                  <a16:creationId xmlns:a16="http://schemas.microsoft.com/office/drawing/2014/main" id="{FE7351DF-F998-B28C-712C-98F3F3C48150}"/>
                </a:ext>
              </a:extLst>
            </p:cNvPr>
            <p:cNvPicPr>
              <a:picLocks noChangeAspect="1"/>
            </p:cNvPicPr>
            <p:nvPr/>
          </p:nvPicPr>
          <p:blipFill>
            <a:blip r:embed="rId4"/>
            <a:srcRect l="65725" t="63168" r="23128" b="25227"/>
            <a:stretch/>
          </p:blipFill>
          <p:spPr>
            <a:xfrm>
              <a:off x="6690075" y="2758116"/>
              <a:ext cx="266750" cy="342900"/>
            </a:xfrm>
            <a:prstGeom prst="rect">
              <a:avLst/>
            </a:prstGeom>
          </p:spPr>
        </p:pic>
        <p:pic>
          <p:nvPicPr>
            <p:cNvPr id="3131" name="Imagen 3130">
              <a:extLst>
                <a:ext uri="{FF2B5EF4-FFF2-40B4-BE49-F238E27FC236}">
                  <a16:creationId xmlns:a16="http://schemas.microsoft.com/office/drawing/2014/main" id="{57B1AC23-42C6-CCD6-544B-603F4263B485}"/>
                </a:ext>
              </a:extLst>
            </p:cNvPr>
            <p:cNvPicPr>
              <a:picLocks noChangeAspect="1"/>
            </p:cNvPicPr>
            <p:nvPr/>
          </p:nvPicPr>
          <p:blipFill>
            <a:blip r:embed="rId4"/>
            <a:srcRect l="55142" t="63168" r="33711" b="25227"/>
            <a:stretch/>
          </p:blipFill>
          <p:spPr>
            <a:xfrm>
              <a:off x="6987787" y="2025139"/>
              <a:ext cx="266750" cy="342900"/>
            </a:xfrm>
            <a:prstGeom prst="rect">
              <a:avLst/>
            </a:prstGeom>
          </p:spPr>
        </p:pic>
        <p:pic>
          <p:nvPicPr>
            <p:cNvPr id="3132" name="Imagen 3131">
              <a:extLst>
                <a:ext uri="{FF2B5EF4-FFF2-40B4-BE49-F238E27FC236}">
                  <a16:creationId xmlns:a16="http://schemas.microsoft.com/office/drawing/2014/main" id="{B3113E5B-8DB2-6564-F9BB-534D42B33733}"/>
                </a:ext>
              </a:extLst>
            </p:cNvPr>
            <p:cNvPicPr>
              <a:picLocks noChangeAspect="1"/>
            </p:cNvPicPr>
            <p:nvPr/>
          </p:nvPicPr>
          <p:blipFill>
            <a:blip r:embed="rId4"/>
            <a:srcRect l="66027" t="77100" r="22826" b="11295"/>
            <a:stretch/>
          </p:blipFill>
          <p:spPr>
            <a:xfrm>
              <a:off x="6413735" y="1291071"/>
              <a:ext cx="266750" cy="342900"/>
            </a:xfrm>
            <a:prstGeom prst="rect">
              <a:avLst/>
            </a:prstGeom>
          </p:spPr>
        </p:pic>
        <p:pic>
          <p:nvPicPr>
            <p:cNvPr id="3133" name="Imagen 3132">
              <a:extLst>
                <a:ext uri="{FF2B5EF4-FFF2-40B4-BE49-F238E27FC236}">
                  <a16:creationId xmlns:a16="http://schemas.microsoft.com/office/drawing/2014/main" id="{08AB7343-536E-4490-B079-A65B8596AFEA}"/>
                </a:ext>
              </a:extLst>
            </p:cNvPr>
            <p:cNvPicPr>
              <a:picLocks noChangeAspect="1"/>
            </p:cNvPicPr>
            <p:nvPr/>
          </p:nvPicPr>
          <p:blipFill>
            <a:blip r:embed="rId4"/>
            <a:srcRect l="66027" t="77100" r="22826" b="11295"/>
            <a:stretch/>
          </p:blipFill>
          <p:spPr>
            <a:xfrm>
              <a:off x="6981273" y="1291071"/>
              <a:ext cx="266750" cy="342900"/>
            </a:xfrm>
            <a:prstGeom prst="rect">
              <a:avLst/>
            </a:prstGeom>
          </p:spPr>
        </p:pic>
        <p:pic>
          <p:nvPicPr>
            <p:cNvPr id="3134" name="Imagen 3133">
              <a:extLst>
                <a:ext uri="{FF2B5EF4-FFF2-40B4-BE49-F238E27FC236}">
                  <a16:creationId xmlns:a16="http://schemas.microsoft.com/office/drawing/2014/main" id="{CD470EF4-59F1-B9E7-BC0D-EAAE2CD0EFD2}"/>
                </a:ext>
              </a:extLst>
            </p:cNvPr>
            <p:cNvPicPr>
              <a:picLocks noChangeAspect="1"/>
            </p:cNvPicPr>
            <p:nvPr/>
          </p:nvPicPr>
          <p:blipFill>
            <a:blip r:embed="rId4"/>
            <a:srcRect l="65725" t="63168" r="23128" b="25227"/>
            <a:stretch/>
          </p:blipFill>
          <p:spPr>
            <a:xfrm>
              <a:off x="6690075" y="5686427"/>
              <a:ext cx="266750" cy="342900"/>
            </a:xfrm>
            <a:prstGeom prst="rect">
              <a:avLst/>
            </a:prstGeom>
          </p:spPr>
        </p:pic>
        <p:pic>
          <p:nvPicPr>
            <p:cNvPr id="3135" name="Imagen 3134">
              <a:extLst>
                <a:ext uri="{FF2B5EF4-FFF2-40B4-BE49-F238E27FC236}">
                  <a16:creationId xmlns:a16="http://schemas.microsoft.com/office/drawing/2014/main" id="{66E0618F-7C63-7986-7F79-F745C7F33738}"/>
                </a:ext>
              </a:extLst>
            </p:cNvPr>
            <p:cNvPicPr>
              <a:picLocks noChangeAspect="1"/>
            </p:cNvPicPr>
            <p:nvPr/>
          </p:nvPicPr>
          <p:blipFill>
            <a:blip r:embed="rId4"/>
            <a:srcRect l="33923" t="63168" r="54930" b="25227"/>
            <a:stretch/>
          </p:blipFill>
          <p:spPr>
            <a:xfrm>
              <a:off x="6690075" y="5311489"/>
              <a:ext cx="266750" cy="342900"/>
            </a:xfrm>
            <a:prstGeom prst="rect">
              <a:avLst/>
            </a:prstGeom>
          </p:spPr>
        </p:pic>
        <p:pic>
          <p:nvPicPr>
            <p:cNvPr id="3136" name="Imagen 3135">
              <a:extLst>
                <a:ext uri="{FF2B5EF4-FFF2-40B4-BE49-F238E27FC236}">
                  <a16:creationId xmlns:a16="http://schemas.microsoft.com/office/drawing/2014/main" id="{302EFC4B-C8F4-141F-7000-C9593E671078}"/>
                </a:ext>
              </a:extLst>
            </p:cNvPr>
            <p:cNvPicPr>
              <a:picLocks noChangeAspect="1"/>
            </p:cNvPicPr>
            <p:nvPr/>
          </p:nvPicPr>
          <p:blipFill>
            <a:blip r:embed="rId4"/>
            <a:srcRect l="33923" t="63168" r="54930" b="25227"/>
            <a:stretch/>
          </p:blipFill>
          <p:spPr>
            <a:xfrm>
              <a:off x="6973521" y="6062704"/>
              <a:ext cx="266750" cy="342900"/>
            </a:xfrm>
            <a:prstGeom prst="rect">
              <a:avLst/>
            </a:prstGeom>
          </p:spPr>
        </p:pic>
        <p:pic>
          <p:nvPicPr>
            <p:cNvPr id="3137" name="Imagen 3136">
              <a:extLst>
                <a:ext uri="{FF2B5EF4-FFF2-40B4-BE49-F238E27FC236}">
                  <a16:creationId xmlns:a16="http://schemas.microsoft.com/office/drawing/2014/main" id="{2CEB9916-80B5-0C33-EEAF-CED4B9A1204C}"/>
                </a:ext>
              </a:extLst>
            </p:cNvPr>
            <p:cNvPicPr>
              <a:picLocks noChangeAspect="1"/>
            </p:cNvPicPr>
            <p:nvPr/>
          </p:nvPicPr>
          <p:blipFill>
            <a:blip r:embed="rId4"/>
            <a:srcRect l="33923" t="63168" r="54930" b="25227"/>
            <a:stretch/>
          </p:blipFill>
          <p:spPr>
            <a:xfrm>
              <a:off x="6973521" y="5686427"/>
              <a:ext cx="266750" cy="342900"/>
            </a:xfrm>
            <a:prstGeom prst="rect">
              <a:avLst/>
            </a:prstGeom>
          </p:spPr>
        </p:pic>
        <p:pic>
          <p:nvPicPr>
            <p:cNvPr id="3138" name="Imagen 3137">
              <a:extLst>
                <a:ext uri="{FF2B5EF4-FFF2-40B4-BE49-F238E27FC236}">
                  <a16:creationId xmlns:a16="http://schemas.microsoft.com/office/drawing/2014/main" id="{CAC8F019-664A-1C69-541D-498F6F2E0668}"/>
                </a:ext>
              </a:extLst>
            </p:cNvPr>
            <p:cNvPicPr>
              <a:picLocks noChangeAspect="1"/>
            </p:cNvPicPr>
            <p:nvPr/>
          </p:nvPicPr>
          <p:blipFill>
            <a:blip r:embed="rId4"/>
            <a:srcRect l="34130" t="77100" r="54723" b="11295"/>
            <a:stretch/>
          </p:blipFill>
          <p:spPr>
            <a:xfrm>
              <a:off x="6690075" y="4970263"/>
              <a:ext cx="266750" cy="342900"/>
            </a:xfrm>
            <a:prstGeom prst="rect">
              <a:avLst/>
            </a:prstGeom>
          </p:spPr>
        </p:pic>
        <p:pic>
          <p:nvPicPr>
            <p:cNvPr id="3139" name="Imagen 3138">
              <a:extLst>
                <a:ext uri="{FF2B5EF4-FFF2-40B4-BE49-F238E27FC236}">
                  <a16:creationId xmlns:a16="http://schemas.microsoft.com/office/drawing/2014/main" id="{7B9A0EF7-AADB-372C-4B89-EC529C89D6C0}"/>
                </a:ext>
              </a:extLst>
            </p:cNvPr>
            <p:cNvPicPr>
              <a:picLocks noChangeAspect="1"/>
            </p:cNvPicPr>
            <p:nvPr/>
          </p:nvPicPr>
          <p:blipFill>
            <a:blip r:embed="rId4"/>
            <a:srcRect l="66027" t="77100" r="22826" b="11295"/>
            <a:stretch/>
          </p:blipFill>
          <p:spPr>
            <a:xfrm>
              <a:off x="6973521" y="3873611"/>
              <a:ext cx="266750" cy="342900"/>
            </a:xfrm>
            <a:prstGeom prst="rect">
              <a:avLst/>
            </a:prstGeom>
          </p:spPr>
        </p:pic>
        <p:pic>
          <p:nvPicPr>
            <p:cNvPr id="3140" name="Imagen 3139">
              <a:extLst>
                <a:ext uri="{FF2B5EF4-FFF2-40B4-BE49-F238E27FC236}">
                  <a16:creationId xmlns:a16="http://schemas.microsoft.com/office/drawing/2014/main" id="{94CD888B-6A3D-0A3A-02CE-66355AA3585B}"/>
                </a:ext>
              </a:extLst>
            </p:cNvPr>
            <p:cNvPicPr>
              <a:picLocks noChangeAspect="1"/>
            </p:cNvPicPr>
            <p:nvPr/>
          </p:nvPicPr>
          <p:blipFill>
            <a:blip r:embed="rId4"/>
            <a:srcRect l="55379" t="77100" r="33474" b="11295"/>
            <a:stretch/>
          </p:blipFill>
          <p:spPr>
            <a:xfrm>
              <a:off x="6690075" y="3140200"/>
              <a:ext cx="266750" cy="342900"/>
            </a:xfrm>
            <a:prstGeom prst="rect">
              <a:avLst/>
            </a:prstGeom>
          </p:spPr>
        </p:pic>
        <p:pic>
          <p:nvPicPr>
            <p:cNvPr id="3141" name="Imagen 3140">
              <a:extLst>
                <a:ext uri="{FF2B5EF4-FFF2-40B4-BE49-F238E27FC236}">
                  <a16:creationId xmlns:a16="http://schemas.microsoft.com/office/drawing/2014/main" id="{EC91F120-3B79-A203-B1BD-08A9CE89B632}"/>
                </a:ext>
              </a:extLst>
            </p:cNvPr>
            <p:cNvPicPr>
              <a:picLocks noChangeAspect="1"/>
            </p:cNvPicPr>
            <p:nvPr/>
          </p:nvPicPr>
          <p:blipFill>
            <a:blip r:embed="rId4"/>
            <a:srcRect l="23178" t="77100" r="65675" b="11295"/>
            <a:stretch/>
          </p:blipFill>
          <p:spPr>
            <a:xfrm>
              <a:off x="6973521" y="4255458"/>
              <a:ext cx="266750" cy="342900"/>
            </a:xfrm>
            <a:prstGeom prst="rect">
              <a:avLst/>
            </a:prstGeom>
          </p:spPr>
        </p:pic>
        <p:pic>
          <p:nvPicPr>
            <p:cNvPr id="3142" name="Imagen 3141">
              <a:extLst>
                <a:ext uri="{FF2B5EF4-FFF2-40B4-BE49-F238E27FC236}">
                  <a16:creationId xmlns:a16="http://schemas.microsoft.com/office/drawing/2014/main" id="{F614C5E3-D686-5DCB-39E6-2CD676CBDE83}"/>
                </a:ext>
              </a:extLst>
            </p:cNvPr>
            <p:cNvPicPr>
              <a:picLocks noChangeAspect="1"/>
            </p:cNvPicPr>
            <p:nvPr/>
          </p:nvPicPr>
          <p:blipFill>
            <a:blip r:embed="rId4"/>
            <a:srcRect l="23178" t="77100" r="65675" b="11295"/>
            <a:stretch/>
          </p:blipFill>
          <p:spPr>
            <a:xfrm>
              <a:off x="6406629" y="4970263"/>
              <a:ext cx="266750" cy="342900"/>
            </a:xfrm>
            <a:prstGeom prst="rect">
              <a:avLst/>
            </a:prstGeom>
          </p:spPr>
        </p:pic>
        <p:pic>
          <p:nvPicPr>
            <p:cNvPr id="3143" name="Imagen 3142">
              <a:extLst>
                <a:ext uri="{FF2B5EF4-FFF2-40B4-BE49-F238E27FC236}">
                  <a16:creationId xmlns:a16="http://schemas.microsoft.com/office/drawing/2014/main" id="{40622C18-0B80-6994-052B-D09D252D9264}"/>
                </a:ext>
              </a:extLst>
            </p:cNvPr>
            <p:cNvPicPr>
              <a:picLocks noChangeAspect="1"/>
            </p:cNvPicPr>
            <p:nvPr/>
          </p:nvPicPr>
          <p:blipFill>
            <a:blip r:embed="rId4"/>
            <a:srcRect l="55379" t="77100" r="33474" b="11295"/>
            <a:stretch/>
          </p:blipFill>
          <p:spPr>
            <a:xfrm>
              <a:off x="6690075" y="3502366"/>
              <a:ext cx="266750" cy="342900"/>
            </a:xfrm>
            <a:prstGeom prst="rect">
              <a:avLst/>
            </a:prstGeom>
          </p:spPr>
        </p:pic>
        <p:pic>
          <p:nvPicPr>
            <p:cNvPr id="3144" name="Imagen 3143">
              <a:extLst>
                <a:ext uri="{FF2B5EF4-FFF2-40B4-BE49-F238E27FC236}">
                  <a16:creationId xmlns:a16="http://schemas.microsoft.com/office/drawing/2014/main" id="{1EE6764C-B532-D0F3-A03B-64E143C8F32C}"/>
                </a:ext>
              </a:extLst>
            </p:cNvPr>
            <p:cNvPicPr>
              <a:picLocks noChangeAspect="1"/>
            </p:cNvPicPr>
            <p:nvPr/>
          </p:nvPicPr>
          <p:blipFill>
            <a:blip r:embed="rId4"/>
            <a:srcRect l="55103" t="34951" r="33750" b="53444"/>
            <a:stretch/>
          </p:blipFill>
          <p:spPr>
            <a:xfrm>
              <a:off x="5839737" y="3873611"/>
              <a:ext cx="266750" cy="342900"/>
            </a:xfrm>
            <a:prstGeom prst="rect">
              <a:avLst/>
            </a:prstGeom>
          </p:spPr>
        </p:pic>
        <p:pic>
          <p:nvPicPr>
            <p:cNvPr id="3145" name="Imagen 3144">
              <a:extLst>
                <a:ext uri="{FF2B5EF4-FFF2-40B4-BE49-F238E27FC236}">
                  <a16:creationId xmlns:a16="http://schemas.microsoft.com/office/drawing/2014/main" id="{0F3DF64D-3C67-AE1E-3203-A6381B4EC8EF}"/>
                </a:ext>
              </a:extLst>
            </p:cNvPr>
            <p:cNvPicPr>
              <a:picLocks noChangeAspect="1"/>
            </p:cNvPicPr>
            <p:nvPr/>
          </p:nvPicPr>
          <p:blipFill>
            <a:blip r:embed="rId4"/>
            <a:srcRect l="33853" t="34951" r="55000" b="53444"/>
            <a:stretch/>
          </p:blipFill>
          <p:spPr>
            <a:xfrm>
              <a:off x="5839737" y="4255458"/>
              <a:ext cx="266750" cy="342900"/>
            </a:xfrm>
            <a:prstGeom prst="rect">
              <a:avLst/>
            </a:prstGeom>
          </p:spPr>
        </p:pic>
        <p:pic>
          <p:nvPicPr>
            <p:cNvPr id="3146" name="Imagen 3145">
              <a:extLst>
                <a:ext uri="{FF2B5EF4-FFF2-40B4-BE49-F238E27FC236}">
                  <a16:creationId xmlns:a16="http://schemas.microsoft.com/office/drawing/2014/main" id="{2D8EC023-4EDE-C4FF-D972-E8FE565C009D}"/>
                </a:ext>
              </a:extLst>
            </p:cNvPr>
            <p:cNvPicPr>
              <a:picLocks noChangeAspect="1"/>
            </p:cNvPicPr>
            <p:nvPr/>
          </p:nvPicPr>
          <p:blipFill>
            <a:blip r:embed="rId4"/>
            <a:srcRect l="12605" t="6975" r="76248" b="81420"/>
            <a:stretch/>
          </p:blipFill>
          <p:spPr>
            <a:xfrm>
              <a:off x="6123183" y="3873611"/>
              <a:ext cx="266750" cy="342900"/>
            </a:xfrm>
            <a:prstGeom prst="rect">
              <a:avLst/>
            </a:prstGeom>
          </p:spPr>
        </p:pic>
        <p:pic>
          <p:nvPicPr>
            <p:cNvPr id="3147" name="Imagen 3146">
              <a:extLst>
                <a:ext uri="{FF2B5EF4-FFF2-40B4-BE49-F238E27FC236}">
                  <a16:creationId xmlns:a16="http://schemas.microsoft.com/office/drawing/2014/main" id="{061F743C-3C93-C8F4-D81E-DA6C8B5AC28A}"/>
                </a:ext>
              </a:extLst>
            </p:cNvPr>
            <p:cNvPicPr>
              <a:picLocks noChangeAspect="1"/>
            </p:cNvPicPr>
            <p:nvPr/>
          </p:nvPicPr>
          <p:blipFill>
            <a:blip r:embed="rId4"/>
            <a:srcRect l="12605" t="6975" r="76248" b="81420"/>
            <a:stretch/>
          </p:blipFill>
          <p:spPr>
            <a:xfrm>
              <a:off x="6123183" y="4255458"/>
              <a:ext cx="266750" cy="342900"/>
            </a:xfrm>
            <a:prstGeom prst="rect">
              <a:avLst/>
            </a:prstGeom>
          </p:spPr>
        </p:pic>
        <p:pic>
          <p:nvPicPr>
            <p:cNvPr id="3148" name="Imagen 3147">
              <a:extLst>
                <a:ext uri="{FF2B5EF4-FFF2-40B4-BE49-F238E27FC236}">
                  <a16:creationId xmlns:a16="http://schemas.microsoft.com/office/drawing/2014/main" id="{1A3AF023-C12D-FC98-26DE-37F9A7742062}"/>
                </a:ext>
              </a:extLst>
            </p:cNvPr>
            <p:cNvPicPr>
              <a:picLocks noChangeAspect="1"/>
            </p:cNvPicPr>
            <p:nvPr/>
          </p:nvPicPr>
          <p:blipFill>
            <a:blip r:embed="rId4"/>
            <a:srcRect l="55379" t="77100" r="33474" b="11295"/>
            <a:stretch/>
          </p:blipFill>
          <p:spPr>
            <a:xfrm>
              <a:off x="6406629" y="3873611"/>
              <a:ext cx="266750" cy="342900"/>
            </a:xfrm>
            <a:prstGeom prst="rect">
              <a:avLst/>
            </a:prstGeom>
          </p:spPr>
        </p:pic>
        <p:pic>
          <p:nvPicPr>
            <p:cNvPr id="3149" name="Imagen 3148">
              <a:extLst>
                <a:ext uri="{FF2B5EF4-FFF2-40B4-BE49-F238E27FC236}">
                  <a16:creationId xmlns:a16="http://schemas.microsoft.com/office/drawing/2014/main" id="{94B9FB98-7000-62A5-E6F9-56B9C57EC895}"/>
                </a:ext>
              </a:extLst>
            </p:cNvPr>
            <p:cNvPicPr>
              <a:picLocks noChangeAspect="1"/>
            </p:cNvPicPr>
            <p:nvPr/>
          </p:nvPicPr>
          <p:blipFill>
            <a:blip r:embed="rId4"/>
            <a:srcRect l="34130" t="77100" r="54723" b="11295"/>
            <a:stretch/>
          </p:blipFill>
          <p:spPr>
            <a:xfrm>
              <a:off x="6973521" y="3502366"/>
              <a:ext cx="266750" cy="342900"/>
            </a:xfrm>
            <a:prstGeom prst="rect">
              <a:avLst/>
            </a:prstGeom>
          </p:spPr>
        </p:pic>
        <p:pic>
          <p:nvPicPr>
            <p:cNvPr id="3150" name="Imagen 3149">
              <a:extLst>
                <a:ext uri="{FF2B5EF4-FFF2-40B4-BE49-F238E27FC236}">
                  <a16:creationId xmlns:a16="http://schemas.microsoft.com/office/drawing/2014/main" id="{EEA9360F-D73E-C44F-5D19-66C79292E590}"/>
                </a:ext>
              </a:extLst>
            </p:cNvPr>
            <p:cNvPicPr>
              <a:picLocks noChangeAspect="1"/>
            </p:cNvPicPr>
            <p:nvPr/>
          </p:nvPicPr>
          <p:blipFill>
            <a:blip r:embed="rId4"/>
            <a:srcRect l="55142" t="63168" r="33711" b="25227"/>
            <a:stretch/>
          </p:blipFill>
          <p:spPr>
            <a:xfrm>
              <a:off x="6690075" y="3873611"/>
              <a:ext cx="266750" cy="342900"/>
            </a:xfrm>
            <a:prstGeom prst="rect">
              <a:avLst/>
            </a:prstGeom>
          </p:spPr>
        </p:pic>
        <p:pic>
          <p:nvPicPr>
            <p:cNvPr id="3151" name="Imagen 3150">
              <a:extLst>
                <a:ext uri="{FF2B5EF4-FFF2-40B4-BE49-F238E27FC236}">
                  <a16:creationId xmlns:a16="http://schemas.microsoft.com/office/drawing/2014/main" id="{5DB980D1-1F85-A4EC-37BC-0255CACBE19C}"/>
                </a:ext>
              </a:extLst>
            </p:cNvPr>
            <p:cNvPicPr>
              <a:picLocks noChangeAspect="1"/>
            </p:cNvPicPr>
            <p:nvPr/>
          </p:nvPicPr>
          <p:blipFill>
            <a:blip r:embed="rId4"/>
            <a:srcRect l="33923" t="63168" r="54930" b="25227"/>
            <a:stretch/>
          </p:blipFill>
          <p:spPr>
            <a:xfrm>
              <a:off x="6690075" y="4255458"/>
              <a:ext cx="266750" cy="342900"/>
            </a:xfrm>
            <a:prstGeom prst="rect">
              <a:avLst/>
            </a:prstGeom>
          </p:spPr>
        </p:pic>
        <p:pic>
          <p:nvPicPr>
            <p:cNvPr id="3152" name="Imagen 3151">
              <a:extLst>
                <a:ext uri="{FF2B5EF4-FFF2-40B4-BE49-F238E27FC236}">
                  <a16:creationId xmlns:a16="http://schemas.microsoft.com/office/drawing/2014/main" id="{7184CA91-8818-DB17-A607-077D8CA8E880}"/>
                </a:ext>
              </a:extLst>
            </p:cNvPr>
            <p:cNvPicPr>
              <a:picLocks noChangeAspect="1"/>
            </p:cNvPicPr>
            <p:nvPr/>
          </p:nvPicPr>
          <p:blipFill>
            <a:blip r:embed="rId4"/>
            <a:srcRect l="33923" t="63168" r="54930" b="25227"/>
            <a:stretch/>
          </p:blipFill>
          <p:spPr>
            <a:xfrm>
              <a:off x="6406629" y="4255458"/>
              <a:ext cx="266750" cy="342900"/>
            </a:xfrm>
            <a:prstGeom prst="rect">
              <a:avLst/>
            </a:prstGeom>
          </p:spPr>
        </p:pic>
        <p:grpSp>
          <p:nvGrpSpPr>
            <p:cNvPr id="3153" name="Grupo 3152">
              <a:extLst>
                <a:ext uri="{FF2B5EF4-FFF2-40B4-BE49-F238E27FC236}">
                  <a16:creationId xmlns:a16="http://schemas.microsoft.com/office/drawing/2014/main" id="{C5AB6AD2-3703-21B8-3EA1-263DBD12BEC5}"/>
                </a:ext>
              </a:extLst>
            </p:cNvPr>
            <p:cNvGrpSpPr/>
            <p:nvPr/>
          </p:nvGrpSpPr>
          <p:grpSpPr>
            <a:xfrm>
              <a:off x="5556291" y="4255458"/>
              <a:ext cx="266750" cy="342900"/>
              <a:chOff x="5053733" y="4472706"/>
              <a:chExt cx="764498" cy="795862"/>
            </a:xfrm>
          </p:grpSpPr>
          <p:pic>
            <p:nvPicPr>
              <p:cNvPr id="3930" name="Imagen 3929">
                <a:extLst>
                  <a:ext uri="{FF2B5EF4-FFF2-40B4-BE49-F238E27FC236}">
                    <a16:creationId xmlns:a16="http://schemas.microsoft.com/office/drawing/2014/main" id="{0DC4E30C-3D78-8618-3C2E-C26F340A994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31" name="Imagen 3930">
                <a:extLst>
                  <a:ext uri="{FF2B5EF4-FFF2-40B4-BE49-F238E27FC236}">
                    <a16:creationId xmlns:a16="http://schemas.microsoft.com/office/drawing/2014/main" id="{056274CC-1D5E-1FCE-66E6-A4A0D5D2446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54" name="Grupo 3153">
              <a:extLst>
                <a:ext uri="{FF2B5EF4-FFF2-40B4-BE49-F238E27FC236}">
                  <a16:creationId xmlns:a16="http://schemas.microsoft.com/office/drawing/2014/main" id="{D7F558F1-8019-CDBD-8540-2032EE86F1B3}"/>
                </a:ext>
              </a:extLst>
            </p:cNvPr>
            <p:cNvGrpSpPr/>
            <p:nvPr/>
          </p:nvGrpSpPr>
          <p:grpSpPr>
            <a:xfrm>
              <a:off x="5556291" y="3502366"/>
              <a:ext cx="266750" cy="342900"/>
              <a:chOff x="5053733" y="4472706"/>
              <a:chExt cx="764498" cy="795862"/>
            </a:xfrm>
          </p:grpSpPr>
          <p:pic>
            <p:nvPicPr>
              <p:cNvPr id="3928" name="Imagen 3927">
                <a:extLst>
                  <a:ext uri="{FF2B5EF4-FFF2-40B4-BE49-F238E27FC236}">
                    <a16:creationId xmlns:a16="http://schemas.microsoft.com/office/drawing/2014/main" id="{3F9CA967-4578-3C39-84C5-1BCA4E195D2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29" name="Imagen 3928">
                <a:extLst>
                  <a:ext uri="{FF2B5EF4-FFF2-40B4-BE49-F238E27FC236}">
                    <a16:creationId xmlns:a16="http://schemas.microsoft.com/office/drawing/2014/main" id="{587B749D-924C-DB1B-5DB2-15AE24A1C40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55" name="Grupo 3154">
              <a:extLst>
                <a:ext uri="{FF2B5EF4-FFF2-40B4-BE49-F238E27FC236}">
                  <a16:creationId xmlns:a16="http://schemas.microsoft.com/office/drawing/2014/main" id="{63CAAF02-D0E2-0F8B-AB27-F0D2611CEA20}"/>
                </a:ext>
              </a:extLst>
            </p:cNvPr>
            <p:cNvGrpSpPr/>
            <p:nvPr/>
          </p:nvGrpSpPr>
          <p:grpSpPr>
            <a:xfrm>
              <a:off x="5556291" y="3873611"/>
              <a:ext cx="266750" cy="342900"/>
              <a:chOff x="5053733" y="4472706"/>
              <a:chExt cx="764498" cy="795862"/>
            </a:xfrm>
          </p:grpSpPr>
          <p:pic>
            <p:nvPicPr>
              <p:cNvPr id="3926" name="Imagen 3925">
                <a:extLst>
                  <a:ext uri="{FF2B5EF4-FFF2-40B4-BE49-F238E27FC236}">
                    <a16:creationId xmlns:a16="http://schemas.microsoft.com/office/drawing/2014/main" id="{917453AF-53DD-184E-0C15-BBDB8F5D1E0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27" name="Imagen 3926">
                <a:extLst>
                  <a:ext uri="{FF2B5EF4-FFF2-40B4-BE49-F238E27FC236}">
                    <a16:creationId xmlns:a16="http://schemas.microsoft.com/office/drawing/2014/main" id="{47E4A7D8-D9BB-C3B5-57CD-C961A5AFD72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56" name="Grupo 3155">
              <a:extLst>
                <a:ext uri="{FF2B5EF4-FFF2-40B4-BE49-F238E27FC236}">
                  <a16:creationId xmlns:a16="http://schemas.microsoft.com/office/drawing/2014/main" id="{5CD0F582-E6A0-4394-409C-1BC13D08F235}"/>
                </a:ext>
              </a:extLst>
            </p:cNvPr>
            <p:cNvGrpSpPr/>
            <p:nvPr/>
          </p:nvGrpSpPr>
          <p:grpSpPr>
            <a:xfrm>
              <a:off x="5562428" y="1291071"/>
              <a:ext cx="266750" cy="342900"/>
              <a:chOff x="5053733" y="4472706"/>
              <a:chExt cx="764498" cy="795862"/>
            </a:xfrm>
          </p:grpSpPr>
          <p:pic>
            <p:nvPicPr>
              <p:cNvPr id="3924" name="Imagen 3923">
                <a:extLst>
                  <a:ext uri="{FF2B5EF4-FFF2-40B4-BE49-F238E27FC236}">
                    <a16:creationId xmlns:a16="http://schemas.microsoft.com/office/drawing/2014/main" id="{C6FB0284-8BE3-7CF2-ED6E-0209F21E8A0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25" name="Imagen 3924">
                <a:extLst>
                  <a:ext uri="{FF2B5EF4-FFF2-40B4-BE49-F238E27FC236}">
                    <a16:creationId xmlns:a16="http://schemas.microsoft.com/office/drawing/2014/main" id="{CEA1C230-8902-2A73-5506-55115847872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57" name="Grupo 3156">
              <a:extLst>
                <a:ext uri="{FF2B5EF4-FFF2-40B4-BE49-F238E27FC236}">
                  <a16:creationId xmlns:a16="http://schemas.microsoft.com/office/drawing/2014/main" id="{10466B56-8B29-135A-5557-67EA7AE016FB}"/>
                </a:ext>
              </a:extLst>
            </p:cNvPr>
            <p:cNvGrpSpPr/>
            <p:nvPr/>
          </p:nvGrpSpPr>
          <p:grpSpPr>
            <a:xfrm>
              <a:off x="5556291" y="3140200"/>
              <a:ext cx="266750" cy="342900"/>
              <a:chOff x="5053733" y="4472706"/>
              <a:chExt cx="764498" cy="795862"/>
            </a:xfrm>
          </p:grpSpPr>
          <p:pic>
            <p:nvPicPr>
              <p:cNvPr id="3922" name="Imagen 3921">
                <a:extLst>
                  <a:ext uri="{FF2B5EF4-FFF2-40B4-BE49-F238E27FC236}">
                    <a16:creationId xmlns:a16="http://schemas.microsoft.com/office/drawing/2014/main" id="{8E4F701D-228D-B859-C2F7-1E6504BD480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23" name="Imagen 3922">
                <a:extLst>
                  <a:ext uri="{FF2B5EF4-FFF2-40B4-BE49-F238E27FC236}">
                    <a16:creationId xmlns:a16="http://schemas.microsoft.com/office/drawing/2014/main" id="{B515B8E3-ED63-DA3E-4445-108BBE813D9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58" name="Grupo 3157">
              <a:extLst>
                <a:ext uri="{FF2B5EF4-FFF2-40B4-BE49-F238E27FC236}">
                  <a16:creationId xmlns:a16="http://schemas.microsoft.com/office/drawing/2014/main" id="{82290EBB-0A16-059E-BC02-3EAFF8703385}"/>
                </a:ext>
              </a:extLst>
            </p:cNvPr>
            <p:cNvGrpSpPr/>
            <p:nvPr/>
          </p:nvGrpSpPr>
          <p:grpSpPr>
            <a:xfrm>
              <a:off x="5272845" y="3502366"/>
              <a:ext cx="266750" cy="342900"/>
              <a:chOff x="5053733" y="4472706"/>
              <a:chExt cx="764498" cy="795862"/>
            </a:xfrm>
          </p:grpSpPr>
          <p:pic>
            <p:nvPicPr>
              <p:cNvPr id="3920" name="Imagen 3919">
                <a:extLst>
                  <a:ext uri="{FF2B5EF4-FFF2-40B4-BE49-F238E27FC236}">
                    <a16:creationId xmlns:a16="http://schemas.microsoft.com/office/drawing/2014/main" id="{E7414922-FAB6-0988-A3F1-CB5C1DB138F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21" name="Imagen 3920">
                <a:extLst>
                  <a:ext uri="{FF2B5EF4-FFF2-40B4-BE49-F238E27FC236}">
                    <a16:creationId xmlns:a16="http://schemas.microsoft.com/office/drawing/2014/main" id="{B5E5E6AD-0E77-B379-1F0B-27FE58FE806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59" name="Grupo 3158">
              <a:extLst>
                <a:ext uri="{FF2B5EF4-FFF2-40B4-BE49-F238E27FC236}">
                  <a16:creationId xmlns:a16="http://schemas.microsoft.com/office/drawing/2014/main" id="{187DFBC2-A843-436E-13A3-EAA92DBBE100}"/>
                </a:ext>
              </a:extLst>
            </p:cNvPr>
            <p:cNvGrpSpPr/>
            <p:nvPr/>
          </p:nvGrpSpPr>
          <p:grpSpPr>
            <a:xfrm>
              <a:off x="5272845" y="3873611"/>
              <a:ext cx="266750" cy="342900"/>
              <a:chOff x="5053733" y="4472706"/>
              <a:chExt cx="764498" cy="795862"/>
            </a:xfrm>
          </p:grpSpPr>
          <p:pic>
            <p:nvPicPr>
              <p:cNvPr id="3918" name="Imagen 3917">
                <a:extLst>
                  <a:ext uri="{FF2B5EF4-FFF2-40B4-BE49-F238E27FC236}">
                    <a16:creationId xmlns:a16="http://schemas.microsoft.com/office/drawing/2014/main" id="{AEEED93F-6BF8-AEC7-620E-508AF7B395E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19" name="Imagen 3918">
                <a:extLst>
                  <a:ext uri="{FF2B5EF4-FFF2-40B4-BE49-F238E27FC236}">
                    <a16:creationId xmlns:a16="http://schemas.microsoft.com/office/drawing/2014/main" id="{D5055F78-5F79-CAEB-D123-EF048001724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0" name="Grupo 3159">
              <a:extLst>
                <a:ext uri="{FF2B5EF4-FFF2-40B4-BE49-F238E27FC236}">
                  <a16:creationId xmlns:a16="http://schemas.microsoft.com/office/drawing/2014/main" id="{BF05CE1F-3B80-39B2-8E02-D56ECD5BE4A0}"/>
                </a:ext>
              </a:extLst>
            </p:cNvPr>
            <p:cNvGrpSpPr/>
            <p:nvPr/>
          </p:nvGrpSpPr>
          <p:grpSpPr>
            <a:xfrm>
              <a:off x="5278659" y="1291071"/>
              <a:ext cx="266750" cy="342900"/>
              <a:chOff x="5053733" y="4472706"/>
              <a:chExt cx="764498" cy="795862"/>
            </a:xfrm>
          </p:grpSpPr>
          <p:pic>
            <p:nvPicPr>
              <p:cNvPr id="3916" name="Imagen 3915">
                <a:extLst>
                  <a:ext uri="{FF2B5EF4-FFF2-40B4-BE49-F238E27FC236}">
                    <a16:creationId xmlns:a16="http://schemas.microsoft.com/office/drawing/2014/main" id="{761F2AD6-3984-BA64-D664-F55FBF5B85C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17" name="Imagen 3916">
                <a:extLst>
                  <a:ext uri="{FF2B5EF4-FFF2-40B4-BE49-F238E27FC236}">
                    <a16:creationId xmlns:a16="http://schemas.microsoft.com/office/drawing/2014/main" id="{590F64F7-B6AF-2721-4F4E-6F103C1C87C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1" name="Grupo 3160">
              <a:extLst>
                <a:ext uri="{FF2B5EF4-FFF2-40B4-BE49-F238E27FC236}">
                  <a16:creationId xmlns:a16="http://schemas.microsoft.com/office/drawing/2014/main" id="{04FB7CFD-C0E0-D238-2BCE-0730CC6A6B77}"/>
                </a:ext>
              </a:extLst>
            </p:cNvPr>
            <p:cNvGrpSpPr/>
            <p:nvPr/>
          </p:nvGrpSpPr>
          <p:grpSpPr>
            <a:xfrm>
              <a:off x="5272845" y="3140200"/>
              <a:ext cx="266750" cy="342900"/>
              <a:chOff x="5053733" y="4472706"/>
              <a:chExt cx="764498" cy="795862"/>
            </a:xfrm>
          </p:grpSpPr>
          <p:pic>
            <p:nvPicPr>
              <p:cNvPr id="3914" name="Imagen 3913">
                <a:extLst>
                  <a:ext uri="{FF2B5EF4-FFF2-40B4-BE49-F238E27FC236}">
                    <a16:creationId xmlns:a16="http://schemas.microsoft.com/office/drawing/2014/main" id="{7F20A98A-DAE6-F38E-9FDA-EA3781775B7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15" name="Imagen 3914">
                <a:extLst>
                  <a:ext uri="{FF2B5EF4-FFF2-40B4-BE49-F238E27FC236}">
                    <a16:creationId xmlns:a16="http://schemas.microsoft.com/office/drawing/2014/main" id="{970C7FF0-9A9C-106B-8DCA-1CF73C8490D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2" name="Grupo 3161">
              <a:extLst>
                <a:ext uri="{FF2B5EF4-FFF2-40B4-BE49-F238E27FC236}">
                  <a16:creationId xmlns:a16="http://schemas.microsoft.com/office/drawing/2014/main" id="{5A5A8638-A6FF-AF1D-5BEE-1616DDA977A4}"/>
                </a:ext>
              </a:extLst>
            </p:cNvPr>
            <p:cNvGrpSpPr/>
            <p:nvPr/>
          </p:nvGrpSpPr>
          <p:grpSpPr>
            <a:xfrm>
              <a:off x="5272845" y="4970263"/>
              <a:ext cx="266750" cy="342900"/>
              <a:chOff x="5053733" y="4472706"/>
              <a:chExt cx="764498" cy="795862"/>
            </a:xfrm>
          </p:grpSpPr>
          <p:pic>
            <p:nvPicPr>
              <p:cNvPr id="3912" name="Imagen 3911">
                <a:extLst>
                  <a:ext uri="{FF2B5EF4-FFF2-40B4-BE49-F238E27FC236}">
                    <a16:creationId xmlns:a16="http://schemas.microsoft.com/office/drawing/2014/main" id="{0032D453-011D-7D9D-7C0E-D513D4E46C8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13" name="Imagen 3912">
                <a:extLst>
                  <a:ext uri="{FF2B5EF4-FFF2-40B4-BE49-F238E27FC236}">
                    <a16:creationId xmlns:a16="http://schemas.microsoft.com/office/drawing/2014/main" id="{9F93EC72-6746-A71B-CA72-F9E4499A26D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3" name="Grupo 3162">
              <a:extLst>
                <a:ext uri="{FF2B5EF4-FFF2-40B4-BE49-F238E27FC236}">
                  <a16:creationId xmlns:a16="http://schemas.microsoft.com/office/drawing/2014/main" id="{2879F2E5-2CD8-B158-3FED-908E4F3414B6}"/>
                </a:ext>
              </a:extLst>
            </p:cNvPr>
            <p:cNvGrpSpPr/>
            <p:nvPr/>
          </p:nvGrpSpPr>
          <p:grpSpPr>
            <a:xfrm>
              <a:off x="5556291" y="4970263"/>
              <a:ext cx="266750" cy="342900"/>
              <a:chOff x="5053733" y="4472706"/>
              <a:chExt cx="764498" cy="795862"/>
            </a:xfrm>
          </p:grpSpPr>
          <p:pic>
            <p:nvPicPr>
              <p:cNvPr id="3910" name="Imagen 3909">
                <a:extLst>
                  <a:ext uri="{FF2B5EF4-FFF2-40B4-BE49-F238E27FC236}">
                    <a16:creationId xmlns:a16="http://schemas.microsoft.com/office/drawing/2014/main" id="{243B7515-E8AF-A9FE-CF54-C00AEFE4C20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11" name="Imagen 3910">
                <a:extLst>
                  <a:ext uri="{FF2B5EF4-FFF2-40B4-BE49-F238E27FC236}">
                    <a16:creationId xmlns:a16="http://schemas.microsoft.com/office/drawing/2014/main" id="{6E9F6D53-CF28-93AE-F909-4C95394308E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4" name="Grupo 3163">
              <a:extLst>
                <a:ext uri="{FF2B5EF4-FFF2-40B4-BE49-F238E27FC236}">
                  <a16:creationId xmlns:a16="http://schemas.microsoft.com/office/drawing/2014/main" id="{45C6213F-C7D2-37F4-2ED3-E9513EDD3F77}"/>
                </a:ext>
              </a:extLst>
            </p:cNvPr>
            <p:cNvGrpSpPr/>
            <p:nvPr/>
          </p:nvGrpSpPr>
          <p:grpSpPr>
            <a:xfrm>
              <a:off x="5272845" y="4255458"/>
              <a:ext cx="266750" cy="342900"/>
              <a:chOff x="5053733" y="4472706"/>
              <a:chExt cx="764498" cy="795862"/>
            </a:xfrm>
          </p:grpSpPr>
          <p:pic>
            <p:nvPicPr>
              <p:cNvPr id="3908" name="Imagen 3907">
                <a:extLst>
                  <a:ext uri="{FF2B5EF4-FFF2-40B4-BE49-F238E27FC236}">
                    <a16:creationId xmlns:a16="http://schemas.microsoft.com/office/drawing/2014/main" id="{929C4CA3-F097-6DFF-6475-FA68448A75B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09" name="Imagen 3908">
                <a:extLst>
                  <a:ext uri="{FF2B5EF4-FFF2-40B4-BE49-F238E27FC236}">
                    <a16:creationId xmlns:a16="http://schemas.microsoft.com/office/drawing/2014/main" id="{163CA05E-D26D-34D4-4E09-913483B36C8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5" name="Grupo 3164">
              <a:extLst>
                <a:ext uri="{FF2B5EF4-FFF2-40B4-BE49-F238E27FC236}">
                  <a16:creationId xmlns:a16="http://schemas.microsoft.com/office/drawing/2014/main" id="{36B86F02-B013-E4CA-2344-4375162FA774}"/>
                </a:ext>
              </a:extLst>
            </p:cNvPr>
            <p:cNvGrpSpPr/>
            <p:nvPr/>
          </p:nvGrpSpPr>
          <p:grpSpPr>
            <a:xfrm>
              <a:off x="5272845" y="5686427"/>
              <a:ext cx="266750" cy="342900"/>
              <a:chOff x="5053733" y="4472706"/>
              <a:chExt cx="764498" cy="795862"/>
            </a:xfrm>
          </p:grpSpPr>
          <p:pic>
            <p:nvPicPr>
              <p:cNvPr id="3906" name="Imagen 3905">
                <a:extLst>
                  <a:ext uri="{FF2B5EF4-FFF2-40B4-BE49-F238E27FC236}">
                    <a16:creationId xmlns:a16="http://schemas.microsoft.com/office/drawing/2014/main" id="{9142EF96-C23D-1BFD-9A64-E9F14CDD95D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07" name="Imagen 3906">
                <a:extLst>
                  <a:ext uri="{FF2B5EF4-FFF2-40B4-BE49-F238E27FC236}">
                    <a16:creationId xmlns:a16="http://schemas.microsoft.com/office/drawing/2014/main" id="{4C97AB2A-5785-69AE-6223-015BC2949C5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6" name="Grupo 3165">
              <a:extLst>
                <a:ext uri="{FF2B5EF4-FFF2-40B4-BE49-F238E27FC236}">
                  <a16:creationId xmlns:a16="http://schemas.microsoft.com/office/drawing/2014/main" id="{1B0CC52D-A54D-77BD-DB33-A700AB926E92}"/>
                </a:ext>
              </a:extLst>
            </p:cNvPr>
            <p:cNvGrpSpPr/>
            <p:nvPr/>
          </p:nvGrpSpPr>
          <p:grpSpPr>
            <a:xfrm>
              <a:off x="5556291" y="5686427"/>
              <a:ext cx="266750" cy="342900"/>
              <a:chOff x="5053733" y="4472706"/>
              <a:chExt cx="764498" cy="795862"/>
            </a:xfrm>
          </p:grpSpPr>
          <p:pic>
            <p:nvPicPr>
              <p:cNvPr id="3904" name="Imagen 3903">
                <a:extLst>
                  <a:ext uri="{FF2B5EF4-FFF2-40B4-BE49-F238E27FC236}">
                    <a16:creationId xmlns:a16="http://schemas.microsoft.com/office/drawing/2014/main" id="{6EA0AD4F-E9A8-34B0-F4D3-8F63540E528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05" name="Imagen 3904">
                <a:extLst>
                  <a:ext uri="{FF2B5EF4-FFF2-40B4-BE49-F238E27FC236}">
                    <a16:creationId xmlns:a16="http://schemas.microsoft.com/office/drawing/2014/main" id="{8D36A1A0-7B78-69CD-E6D6-464D1F3010F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7" name="Grupo 3166">
              <a:extLst>
                <a:ext uri="{FF2B5EF4-FFF2-40B4-BE49-F238E27FC236}">
                  <a16:creationId xmlns:a16="http://schemas.microsoft.com/office/drawing/2014/main" id="{A995B825-FC9C-4A34-F2E7-8ACEFC88CBC5}"/>
                </a:ext>
              </a:extLst>
            </p:cNvPr>
            <p:cNvGrpSpPr/>
            <p:nvPr/>
          </p:nvGrpSpPr>
          <p:grpSpPr>
            <a:xfrm>
              <a:off x="5272845" y="5311489"/>
              <a:ext cx="266750" cy="342900"/>
              <a:chOff x="5053733" y="4472706"/>
              <a:chExt cx="764498" cy="795862"/>
            </a:xfrm>
          </p:grpSpPr>
          <p:pic>
            <p:nvPicPr>
              <p:cNvPr id="3902" name="Imagen 3901">
                <a:extLst>
                  <a:ext uri="{FF2B5EF4-FFF2-40B4-BE49-F238E27FC236}">
                    <a16:creationId xmlns:a16="http://schemas.microsoft.com/office/drawing/2014/main" id="{A706CED5-6476-F3B1-6C8B-93381FEE034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03" name="Imagen 3902">
                <a:extLst>
                  <a:ext uri="{FF2B5EF4-FFF2-40B4-BE49-F238E27FC236}">
                    <a16:creationId xmlns:a16="http://schemas.microsoft.com/office/drawing/2014/main" id="{2EDAC983-646F-58A0-9424-A050A0B9223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8" name="Grupo 3167">
              <a:extLst>
                <a:ext uri="{FF2B5EF4-FFF2-40B4-BE49-F238E27FC236}">
                  <a16:creationId xmlns:a16="http://schemas.microsoft.com/office/drawing/2014/main" id="{5A86597C-3D5F-CC27-AAF4-3C112EAA4986}"/>
                </a:ext>
              </a:extLst>
            </p:cNvPr>
            <p:cNvGrpSpPr/>
            <p:nvPr/>
          </p:nvGrpSpPr>
          <p:grpSpPr>
            <a:xfrm>
              <a:off x="5556291" y="5311489"/>
              <a:ext cx="266750" cy="342900"/>
              <a:chOff x="5053733" y="4472706"/>
              <a:chExt cx="764498" cy="795862"/>
            </a:xfrm>
          </p:grpSpPr>
          <p:pic>
            <p:nvPicPr>
              <p:cNvPr id="3900" name="Imagen 3899">
                <a:extLst>
                  <a:ext uri="{FF2B5EF4-FFF2-40B4-BE49-F238E27FC236}">
                    <a16:creationId xmlns:a16="http://schemas.microsoft.com/office/drawing/2014/main" id="{157753D1-BB17-AD70-40F5-11011D35A3E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901" name="Imagen 3900">
                <a:extLst>
                  <a:ext uri="{FF2B5EF4-FFF2-40B4-BE49-F238E27FC236}">
                    <a16:creationId xmlns:a16="http://schemas.microsoft.com/office/drawing/2014/main" id="{78B8A154-2BDD-7A8F-4EE3-AC18ABB50AD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69" name="Grupo 3168">
              <a:extLst>
                <a:ext uri="{FF2B5EF4-FFF2-40B4-BE49-F238E27FC236}">
                  <a16:creationId xmlns:a16="http://schemas.microsoft.com/office/drawing/2014/main" id="{14DCC9A8-604A-C5C3-C4F7-B6606ECFC006}"/>
                </a:ext>
              </a:extLst>
            </p:cNvPr>
            <p:cNvGrpSpPr/>
            <p:nvPr/>
          </p:nvGrpSpPr>
          <p:grpSpPr>
            <a:xfrm>
              <a:off x="4989399" y="6062704"/>
              <a:ext cx="266750" cy="342900"/>
              <a:chOff x="5053733" y="4472706"/>
              <a:chExt cx="764498" cy="795862"/>
            </a:xfrm>
          </p:grpSpPr>
          <p:pic>
            <p:nvPicPr>
              <p:cNvPr id="3898" name="Imagen 3897">
                <a:extLst>
                  <a:ext uri="{FF2B5EF4-FFF2-40B4-BE49-F238E27FC236}">
                    <a16:creationId xmlns:a16="http://schemas.microsoft.com/office/drawing/2014/main" id="{6BF2CEC6-49F5-AB91-18A1-BC4B701152C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99" name="Imagen 3898">
                <a:extLst>
                  <a:ext uri="{FF2B5EF4-FFF2-40B4-BE49-F238E27FC236}">
                    <a16:creationId xmlns:a16="http://schemas.microsoft.com/office/drawing/2014/main" id="{4B89C1F9-4CB6-D525-9561-0B8226064C3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0" name="Grupo 3169">
              <a:extLst>
                <a:ext uri="{FF2B5EF4-FFF2-40B4-BE49-F238E27FC236}">
                  <a16:creationId xmlns:a16="http://schemas.microsoft.com/office/drawing/2014/main" id="{98C38FA6-525E-2E0E-CE2C-51639660CAC2}"/>
                </a:ext>
              </a:extLst>
            </p:cNvPr>
            <p:cNvGrpSpPr/>
            <p:nvPr/>
          </p:nvGrpSpPr>
          <p:grpSpPr>
            <a:xfrm>
              <a:off x="5556291" y="6062704"/>
              <a:ext cx="266750" cy="342900"/>
              <a:chOff x="5053733" y="4472706"/>
              <a:chExt cx="764498" cy="795862"/>
            </a:xfrm>
          </p:grpSpPr>
          <p:pic>
            <p:nvPicPr>
              <p:cNvPr id="3896" name="Imagen 3895">
                <a:extLst>
                  <a:ext uri="{FF2B5EF4-FFF2-40B4-BE49-F238E27FC236}">
                    <a16:creationId xmlns:a16="http://schemas.microsoft.com/office/drawing/2014/main" id="{87417F75-56B4-1B49-01AF-E614B6F3164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97" name="Imagen 3896">
                <a:extLst>
                  <a:ext uri="{FF2B5EF4-FFF2-40B4-BE49-F238E27FC236}">
                    <a16:creationId xmlns:a16="http://schemas.microsoft.com/office/drawing/2014/main" id="{74AD28B0-A4E9-367B-A88E-7EA531EE446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1" name="Grupo 3170">
              <a:extLst>
                <a:ext uri="{FF2B5EF4-FFF2-40B4-BE49-F238E27FC236}">
                  <a16:creationId xmlns:a16="http://schemas.microsoft.com/office/drawing/2014/main" id="{493522D3-7C37-B9FB-BF7B-F6EBC6291F6F}"/>
                </a:ext>
              </a:extLst>
            </p:cNvPr>
            <p:cNvGrpSpPr/>
            <p:nvPr/>
          </p:nvGrpSpPr>
          <p:grpSpPr>
            <a:xfrm>
              <a:off x="5558343" y="1656161"/>
              <a:ext cx="266750" cy="342900"/>
              <a:chOff x="5053733" y="4472706"/>
              <a:chExt cx="764498" cy="795862"/>
            </a:xfrm>
          </p:grpSpPr>
          <p:pic>
            <p:nvPicPr>
              <p:cNvPr id="3894" name="Imagen 3893">
                <a:extLst>
                  <a:ext uri="{FF2B5EF4-FFF2-40B4-BE49-F238E27FC236}">
                    <a16:creationId xmlns:a16="http://schemas.microsoft.com/office/drawing/2014/main" id="{D11CD09C-C4F6-98E8-A13B-E3464AF955C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95" name="Imagen 3894">
                <a:extLst>
                  <a:ext uri="{FF2B5EF4-FFF2-40B4-BE49-F238E27FC236}">
                    <a16:creationId xmlns:a16="http://schemas.microsoft.com/office/drawing/2014/main" id="{27E82C1F-733F-A478-D7C0-29218123DB8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2" name="Grupo 3171">
              <a:extLst>
                <a:ext uri="{FF2B5EF4-FFF2-40B4-BE49-F238E27FC236}">
                  <a16:creationId xmlns:a16="http://schemas.microsoft.com/office/drawing/2014/main" id="{EB69FEE2-89D8-0293-7A2A-42AF091EA082}"/>
                </a:ext>
              </a:extLst>
            </p:cNvPr>
            <p:cNvGrpSpPr/>
            <p:nvPr/>
          </p:nvGrpSpPr>
          <p:grpSpPr>
            <a:xfrm>
              <a:off x="5274789" y="1656161"/>
              <a:ext cx="266750" cy="342900"/>
              <a:chOff x="5053733" y="4472706"/>
              <a:chExt cx="764498" cy="795862"/>
            </a:xfrm>
          </p:grpSpPr>
          <p:pic>
            <p:nvPicPr>
              <p:cNvPr id="3892" name="Imagen 3891">
                <a:extLst>
                  <a:ext uri="{FF2B5EF4-FFF2-40B4-BE49-F238E27FC236}">
                    <a16:creationId xmlns:a16="http://schemas.microsoft.com/office/drawing/2014/main" id="{C8C67E4C-B667-7B8A-06CD-C4467E43270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93" name="Imagen 3892">
                <a:extLst>
                  <a:ext uri="{FF2B5EF4-FFF2-40B4-BE49-F238E27FC236}">
                    <a16:creationId xmlns:a16="http://schemas.microsoft.com/office/drawing/2014/main" id="{6F026CDF-68D8-77CA-11F5-D8A3BBA89FC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3" name="Grupo 3172">
              <a:extLst>
                <a:ext uri="{FF2B5EF4-FFF2-40B4-BE49-F238E27FC236}">
                  <a16:creationId xmlns:a16="http://schemas.microsoft.com/office/drawing/2014/main" id="{315A6563-A37A-10E6-ED00-DA39F5FDE4A6}"/>
                </a:ext>
              </a:extLst>
            </p:cNvPr>
            <p:cNvGrpSpPr/>
            <p:nvPr/>
          </p:nvGrpSpPr>
          <p:grpSpPr>
            <a:xfrm>
              <a:off x="5272845" y="2025139"/>
              <a:ext cx="266750" cy="342900"/>
              <a:chOff x="5053733" y="4472706"/>
              <a:chExt cx="764498" cy="795862"/>
            </a:xfrm>
          </p:grpSpPr>
          <p:pic>
            <p:nvPicPr>
              <p:cNvPr id="3890" name="Imagen 3889">
                <a:extLst>
                  <a:ext uri="{FF2B5EF4-FFF2-40B4-BE49-F238E27FC236}">
                    <a16:creationId xmlns:a16="http://schemas.microsoft.com/office/drawing/2014/main" id="{D8F78AF5-CACB-B1E3-57BB-220A28A9C59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91" name="Imagen 3890">
                <a:extLst>
                  <a:ext uri="{FF2B5EF4-FFF2-40B4-BE49-F238E27FC236}">
                    <a16:creationId xmlns:a16="http://schemas.microsoft.com/office/drawing/2014/main" id="{C5A9F7F1-360B-28FF-9A19-2F96D2246BE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4" name="Grupo 3173">
              <a:extLst>
                <a:ext uri="{FF2B5EF4-FFF2-40B4-BE49-F238E27FC236}">
                  <a16:creationId xmlns:a16="http://schemas.microsoft.com/office/drawing/2014/main" id="{39896247-415C-8544-5C0E-D33AC2ACDCA0}"/>
                </a:ext>
              </a:extLst>
            </p:cNvPr>
            <p:cNvGrpSpPr/>
            <p:nvPr/>
          </p:nvGrpSpPr>
          <p:grpSpPr>
            <a:xfrm>
              <a:off x="5556291" y="2384545"/>
              <a:ext cx="266750" cy="342900"/>
              <a:chOff x="5053733" y="4472706"/>
              <a:chExt cx="764498" cy="795862"/>
            </a:xfrm>
          </p:grpSpPr>
          <p:pic>
            <p:nvPicPr>
              <p:cNvPr id="3888" name="Imagen 3887">
                <a:extLst>
                  <a:ext uri="{FF2B5EF4-FFF2-40B4-BE49-F238E27FC236}">
                    <a16:creationId xmlns:a16="http://schemas.microsoft.com/office/drawing/2014/main" id="{51ED0875-A2D7-0841-870E-8D06EDE767A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89" name="Imagen 3888">
                <a:extLst>
                  <a:ext uri="{FF2B5EF4-FFF2-40B4-BE49-F238E27FC236}">
                    <a16:creationId xmlns:a16="http://schemas.microsoft.com/office/drawing/2014/main" id="{5738A259-ED2A-43EB-C197-724B3FA0EC8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5" name="Grupo 3174">
              <a:extLst>
                <a:ext uri="{FF2B5EF4-FFF2-40B4-BE49-F238E27FC236}">
                  <a16:creationId xmlns:a16="http://schemas.microsoft.com/office/drawing/2014/main" id="{7E74DC4D-B80A-C07A-B24D-A1C8AC2F7E19}"/>
                </a:ext>
              </a:extLst>
            </p:cNvPr>
            <p:cNvGrpSpPr/>
            <p:nvPr/>
          </p:nvGrpSpPr>
          <p:grpSpPr>
            <a:xfrm>
              <a:off x="5272845" y="2384545"/>
              <a:ext cx="266750" cy="342900"/>
              <a:chOff x="5053733" y="4472706"/>
              <a:chExt cx="764498" cy="795862"/>
            </a:xfrm>
          </p:grpSpPr>
          <p:pic>
            <p:nvPicPr>
              <p:cNvPr id="3886" name="Imagen 3885">
                <a:extLst>
                  <a:ext uri="{FF2B5EF4-FFF2-40B4-BE49-F238E27FC236}">
                    <a16:creationId xmlns:a16="http://schemas.microsoft.com/office/drawing/2014/main" id="{719C1BAF-83F8-565A-F24E-06E5A653D60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87" name="Imagen 3886">
                <a:extLst>
                  <a:ext uri="{FF2B5EF4-FFF2-40B4-BE49-F238E27FC236}">
                    <a16:creationId xmlns:a16="http://schemas.microsoft.com/office/drawing/2014/main" id="{94968F43-31DC-1512-A4D8-DCABE479945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6" name="Grupo 3175">
              <a:extLst>
                <a:ext uri="{FF2B5EF4-FFF2-40B4-BE49-F238E27FC236}">
                  <a16:creationId xmlns:a16="http://schemas.microsoft.com/office/drawing/2014/main" id="{7AF5B28D-9787-6A37-B7B9-1E6435494377}"/>
                </a:ext>
              </a:extLst>
            </p:cNvPr>
            <p:cNvGrpSpPr/>
            <p:nvPr/>
          </p:nvGrpSpPr>
          <p:grpSpPr>
            <a:xfrm>
              <a:off x="5556291" y="2758116"/>
              <a:ext cx="266750" cy="342900"/>
              <a:chOff x="5053733" y="4472706"/>
              <a:chExt cx="764498" cy="795862"/>
            </a:xfrm>
          </p:grpSpPr>
          <p:pic>
            <p:nvPicPr>
              <p:cNvPr id="3884" name="Imagen 3883">
                <a:extLst>
                  <a:ext uri="{FF2B5EF4-FFF2-40B4-BE49-F238E27FC236}">
                    <a16:creationId xmlns:a16="http://schemas.microsoft.com/office/drawing/2014/main" id="{D229A0DE-7172-76F6-A63D-3C0D02F90F6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85" name="Imagen 3884">
                <a:extLst>
                  <a:ext uri="{FF2B5EF4-FFF2-40B4-BE49-F238E27FC236}">
                    <a16:creationId xmlns:a16="http://schemas.microsoft.com/office/drawing/2014/main" id="{9495F381-BB9B-154B-7CE3-BD05954B4BD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7" name="Grupo 3176">
              <a:extLst>
                <a:ext uri="{FF2B5EF4-FFF2-40B4-BE49-F238E27FC236}">
                  <a16:creationId xmlns:a16="http://schemas.microsoft.com/office/drawing/2014/main" id="{B9793525-B53A-A37D-851A-86F3DF40AE45}"/>
                </a:ext>
              </a:extLst>
            </p:cNvPr>
            <p:cNvGrpSpPr/>
            <p:nvPr/>
          </p:nvGrpSpPr>
          <p:grpSpPr>
            <a:xfrm>
              <a:off x="5272845" y="2758116"/>
              <a:ext cx="266750" cy="342900"/>
              <a:chOff x="5053733" y="4472706"/>
              <a:chExt cx="764498" cy="795862"/>
            </a:xfrm>
          </p:grpSpPr>
          <p:pic>
            <p:nvPicPr>
              <p:cNvPr id="3882" name="Imagen 3881">
                <a:extLst>
                  <a:ext uri="{FF2B5EF4-FFF2-40B4-BE49-F238E27FC236}">
                    <a16:creationId xmlns:a16="http://schemas.microsoft.com/office/drawing/2014/main" id="{1EC42D49-5290-3714-A370-EDD0B046112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83" name="Imagen 3882">
                <a:extLst>
                  <a:ext uri="{FF2B5EF4-FFF2-40B4-BE49-F238E27FC236}">
                    <a16:creationId xmlns:a16="http://schemas.microsoft.com/office/drawing/2014/main" id="{2F772288-CD0B-941D-0CDD-A2C2C1C8FE2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8" name="Grupo 3177">
              <a:extLst>
                <a:ext uri="{FF2B5EF4-FFF2-40B4-BE49-F238E27FC236}">
                  <a16:creationId xmlns:a16="http://schemas.microsoft.com/office/drawing/2014/main" id="{55F78360-1B8C-D4F7-05D4-09C9B45215BA}"/>
                </a:ext>
              </a:extLst>
            </p:cNvPr>
            <p:cNvGrpSpPr/>
            <p:nvPr/>
          </p:nvGrpSpPr>
          <p:grpSpPr>
            <a:xfrm>
              <a:off x="5272845" y="4611739"/>
              <a:ext cx="266750" cy="342900"/>
              <a:chOff x="5053733" y="4472706"/>
              <a:chExt cx="764498" cy="795862"/>
            </a:xfrm>
          </p:grpSpPr>
          <p:pic>
            <p:nvPicPr>
              <p:cNvPr id="3880" name="Imagen 3879">
                <a:extLst>
                  <a:ext uri="{FF2B5EF4-FFF2-40B4-BE49-F238E27FC236}">
                    <a16:creationId xmlns:a16="http://schemas.microsoft.com/office/drawing/2014/main" id="{12033647-F8F4-7BC2-6265-36C71F704B0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81" name="Imagen 3880">
                <a:extLst>
                  <a:ext uri="{FF2B5EF4-FFF2-40B4-BE49-F238E27FC236}">
                    <a16:creationId xmlns:a16="http://schemas.microsoft.com/office/drawing/2014/main" id="{13CB260D-D4DE-2EF2-5DF9-2035964C943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79" name="Grupo 3178">
              <a:extLst>
                <a:ext uri="{FF2B5EF4-FFF2-40B4-BE49-F238E27FC236}">
                  <a16:creationId xmlns:a16="http://schemas.microsoft.com/office/drawing/2014/main" id="{5722F723-4EE8-E2D0-AC6E-D4F1AFE29F94}"/>
                </a:ext>
              </a:extLst>
            </p:cNvPr>
            <p:cNvGrpSpPr/>
            <p:nvPr/>
          </p:nvGrpSpPr>
          <p:grpSpPr>
            <a:xfrm>
              <a:off x="5556291" y="4611739"/>
              <a:ext cx="266750" cy="342900"/>
              <a:chOff x="5053733" y="4472706"/>
              <a:chExt cx="764498" cy="795862"/>
            </a:xfrm>
          </p:grpSpPr>
          <p:pic>
            <p:nvPicPr>
              <p:cNvPr id="3878" name="Imagen 3877">
                <a:extLst>
                  <a:ext uri="{FF2B5EF4-FFF2-40B4-BE49-F238E27FC236}">
                    <a16:creationId xmlns:a16="http://schemas.microsoft.com/office/drawing/2014/main" id="{80560AA7-AFD0-B7A7-9CF8-3312DE216FC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79" name="Imagen 3878">
                <a:extLst>
                  <a:ext uri="{FF2B5EF4-FFF2-40B4-BE49-F238E27FC236}">
                    <a16:creationId xmlns:a16="http://schemas.microsoft.com/office/drawing/2014/main" id="{57D70287-E5DC-1444-FD20-B66F1131FE3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180" name="Imagen 3179">
              <a:extLst>
                <a:ext uri="{FF2B5EF4-FFF2-40B4-BE49-F238E27FC236}">
                  <a16:creationId xmlns:a16="http://schemas.microsoft.com/office/drawing/2014/main" id="{A29CB4CB-2465-94A6-6490-1EBB95CABDC6}"/>
                </a:ext>
              </a:extLst>
            </p:cNvPr>
            <p:cNvPicPr>
              <a:picLocks noChangeAspect="1"/>
            </p:cNvPicPr>
            <p:nvPr/>
          </p:nvPicPr>
          <p:blipFill>
            <a:blip r:embed="rId4"/>
            <a:srcRect l="55142" t="63168" r="33711" b="25227"/>
            <a:stretch/>
          </p:blipFill>
          <p:spPr>
            <a:xfrm>
              <a:off x="6704341" y="2025139"/>
              <a:ext cx="266750" cy="342900"/>
            </a:xfrm>
            <a:prstGeom prst="rect">
              <a:avLst/>
            </a:prstGeom>
          </p:spPr>
        </p:pic>
        <p:pic>
          <p:nvPicPr>
            <p:cNvPr id="3181" name="Imagen 3180">
              <a:extLst>
                <a:ext uri="{FF2B5EF4-FFF2-40B4-BE49-F238E27FC236}">
                  <a16:creationId xmlns:a16="http://schemas.microsoft.com/office/drawing/2014/main" id="{EC7C93B6-03D2-3609-4FFD-2F58C613C803}"/>
                </a:ext>
              </a:extLst>
            </p:cNvPr>
            <p:cNvPicPr>
              <a:picLocks noChangeAspect="1"/>
            </p:cNvPicPr>
            <p:nvPr/>
          </p:nvPicPr>
          <p:blipFill>
            <a:blip r:embed="rId4"/>
            <a:srcRect l="66027" t="77100" r="22826" b="11295"/>
            <a:stretch/>
          </p:blipFill>
          <p:spPr>
            <a:xfrm>
              <a:off x="6973521" y="2384545"/>
              <a:ext cx="266750" cy="342900"/>
            </a:xfrm>
            <a:prstGeom prst="rect">
              <a:avLst/>
            </a:prstGeom>
          </p:spPr>
        </p:pic>
        <p:pic>
          <p:nvPicPr>
            <p:cNvPr id="3182" name="Imagen 3181">
              <a:extLst>
                <a:ext uri="{FF2B5EF4-FFF2-40B4-BE49-F238E27FC236}">
                  <a16:creationId xmlns:a16="http://schemas.microsoft.com/office/drawing/2014/main" id="{3B2AAA88-9B96-A431-4197-7CE3042D5B8B}"/>
                </a:ext>
              </a:extLst>
            </p:cNvPr>
            <p:cNvPicPr>
              <a:picLocks noChangeAspect="1"/>
            </p:cNvPicPr>
            <p:nvPr/>
          </p:nvPicPr>
          <p:blipFill>
            <a:blip r:embed="rId4"/>
            <a:srcRect l="33923" t="63168" r="54930" b="25227"/>
            <a:stretch/>
          </p:blipFill>
          <p:spPr>
            <a:xfrm>
              <a:off x="6973521" y="5311489"/>
              <a:ext cx="266750" cy="342900"/>
            </a:xfrm>
            <a:prstGeom prst="rect">
              <a:avLst/>
            </a:prstGeom>
          </p:spPr>
        </p:pic>
        <p:pic>
          <p:nvPicPr>
            <p:cNvPr id="3183" name="Imagen 3182">
              <a:extLst>
                <a:ext uri="{FF2B5EF4-FFF2-40B4-BE49-F238E27FC236}">
                  <a16:creationId xmlns:a16="http://schemas.microsoft.com/office/drawing/2014/main" id="{5488FB77-37C2-6523-0C33-E75BA88C1755}"/>
                </a:ext>
              </a:extLst>
            </p:cNvPr>
            <p:cNvPicPr>
              <a:picLocks noChangeAspect="1"/>
            </p:cNvPicPr>
            <p:nvPr/>
          </p:nvPicPr>
          <p:blipFill>
            <a:blip r:embed="rId4"/>
            <a:srcRect l="66027" t="77100" r="22826" b="11295"/>
            <a:stretch/>
          </p:blipFill>
          <p:spPr>
            <a:xfrm>
              <a:off x="6973521" y="3140200"/>
              <a:ext cx="266750" cy="342900"/>
            </a:xfrm>
            <a:prstGeom prst="rect">
              <a:avLst/>
            </a:prstGeom>
          </p:spPr>
        </p:pic>
        <p:grpSp>
          <p:nvGrpSpPr>
            <p:cNvPr id="3184" name="Grupo 3183">
              <a:extLst>
                <a:ext uri="{FF2B5EF4-FFF2-40B4-BE49-F238E27FC236}">
                  <a16:creationId xmlns:a16="http://schemas.microsoft.com/office/drawing/2014/main" id="{F938B12E-06EA-15F3-A917-9EACA4D5F912}"/>
                </a:ext>
              </a:extLst>
            </p:cNvPr>
            <p:cNvGrpSpPr/>
            <p:nvPr/>
          </p:nvGrpSpPr>
          <p:grpSpPr>
            <a:xfrm>
              <a:off x="7540413" y="4255458"/>
              <a:ext cx="266750" cy="342900"/>
              <a:chOff x="5053733" y="4472706"/>
              <a:chExt cx="764498" cy="795862"/>
            </a:xfrm>
          </p:grpSpPr>
          <p:pic>
            <p:nvPicPr>
              <p:cNvPr id="3876" name="Imagen 3875">
                <a:extLst>
                  <a:ext uri="{FF2B5EF4-FFF2-40B4-BE49-F238E27FC236}">
                    <a16:creationId xmlns:a16="http://schemas.microsoft.com/office/drawing/2014/main" id="{F0D23CA2-FCB8-A8F5-AC6F-B28062DE0C8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77" name="Imagen 3876">
                <a:extLst>
                  <a:ext uri="{FF2B5EF4-FFF2-40B4-BE49-F238E27FC236}">
                    <a16:creationId xmlns:a16="http://schemas.microsoft.com/office/drawing/2014/main" id="{C6996A48-F760-2EF8-E3DB-4460803F0EC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85" name="Grupo 3184">
              <a:extLst>
                <a:ext uri="{FF2B5EF4-FFF2-40B4-BE49-F238E27FC236}">
                  <a16:creationId xmlns:a16="http://schemas.microsoft.com/office/drawing/2014/main" id="{A8FEAFF2-3173-8861-9A06-5DB3D5809F08}"/>
                </a:ext>
              </a:extLst>
            </p:cNvPr>
            <p:cNvGrpSpPr/>
            <p:nvPr/>
          </p:nvGrpSpPr>
          <p:grpSpPr>
            <a:xfrm>
              <a:off x="7540413" y="3502366"/>
              <a:ext cx="266750" cy="342900"/>
              <a:chOff x="5053733" y="4472706"/>
              <a:chExt cx="764498" cy="795862"/>
            </a:xfrm>
          </p:grpSpPr>
          <p:pic>
            <p:nvPicPr>
              <p:cNvPr id="3874" name="Imagen 3873">
                <a:extLst>
                  <a:ext uri="{FF2B5EF4-FFF2-40B4-BE49-F238E27FC236}">
                    <a16:creationId xmlns:a16="http://schemas.microsoft.com/office/drawing/2014/main" id="{F30998C1-33E2-8362-4C22-27109D038FB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75" name="Imagen 3874">
                <a:extLst>
                  <a:ext uri="{FF2B5EF4-FFF2-40B4-BE49-F238E27FC236}">
                    <a16:creationId xmlns:a16="http://schemas.microsoft.com/office/drawing/2014/main" id="{0660D219-6A50-BCA5-20CC-4D59987A436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86" name="Grupo 3185">
              <a:extLst>
                <a:ext uri="{FF2B5EF4-FFF2-40B4-BE49-F238E27FC236}">
                  <a16:creationId xmlns:a16="http://schemas.microsoft.com/office/drawing/2014/main" id="{3579F76D-C5DF-E010-292C-03984AFC4458}"/>
                </a:ext>
              </a:extLst>
            </p:cNvPr>
            <p:cNvGrpSpPr/>
            <p:nvPr/>
          </p:nvGrpSpPr>
          <p:grpSpPr>
            <a:xfrm>
              <a:off x="7540413" y="3873611"/>
              <a:ext cx="266750" cy="342900"/>
              <a:chOff x="5053733" y="4472706"/>
              <a:chExt cx="764498" cy="795862"/>
            </a:xfrm>
          </p:grpSpPr>
          <p:pic>
            <p:nvPicPr>
              <p:cNvPr id="3872" name="Imagen 3871">
                <a:extLst>
                  <a:ext uri="{FF2B5EF4-FFF2-40B4-BE49-F238E27FC236}">
                    <a16:creationId xmlns:a16="http://schemas.microsoft.com/office/drawing/2014/main" id="{0546FC98-8CF0-BB1A-DEC5-A4BA1917E91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73" name="Imagen 3872">
                <a:extLst>
                  <a:ext uri="{FF2B5EF4-FFF2-40B4-BE49-F238E27FC236}">
                    <a16:creationId xmlns:a16="http://schemas.microsoft.com/office/drawing/2014/main" id="{359D7438-7F85-92B3-E816-C381B371199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87" name="Grupo 3186">
              <a:extLst>
                <a:ext uri="{FF2B5EF4-FFF2-40B4-BE49-F238E27FC236}">
                  <a16:creationId xmlns:a16="http://schemas.microsoft.com/office/drawing/2014/main" id="{506BCE1B-1C56-95F5-B911-AD2E1C5D1098}"/>
                </a:ext>
              </a:extLst>
            </p:cNvPr>
            <p:cNvGrpSpPr/>
            <p:nvPr/>
          </p:nvGrpSpPr>
          <p:grpSpPr>
            <a:xfrm>
              <a:off x="7548811" y="1291071"/>
              <a:ext cx="266750" cy="342900"/>
              <a:chOff x="5053733" y="4472706"/>
              <a:chExt cx="764498" cy="795862"/>
            </a:xfrm>
          </p:grpSpPr>
          <p:pic>
            <p:nvPicPr>
              <p:cNvPr id="3870" name="Imagen 3869">
                <a:extLst>
                  <a:ext uri="{FF2B5EF4-FFF2-40B4-BE49-F238E27FC236}">
                    <a16:creationId xmlns:a16="http://schemas.microsoft.com/office/drawing/2014/main" id="{982B8718-ED6A-9CBC-FC29-D6DBC155BDF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71" name="Imagen 3870">
                <a:extLst>
                  <a:ext uri="{FF2B5EF4-FFF2-40B4-BE49-F238E27FC236}">
                    <a16:creationId xmlns:a16="http://schemas.microsoft.com/office/drawing/2014/main" id="{2E9C1839-6F0D-B0C2-359B-452AD9F53F0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88" name="Grupo 3187">
              <a:extLst>
                <a:ext uri="{FF2B5EF4-FFF2-40B4-BE49-F238E27FC236}">
                  <a16:creationId xmlns:a16="http://schemas.microsoft.com/office/drawing/2014/main" id="{21B53DEE-D4EE-4464-3D83-2C8A992C3CA5}"/>
                </a:ext>
              </a:extLst>
            </p:cNvPr>
            <p:cNvGrpSpPr/>
            <p:nvPr/>
          </p:nvGrpSpPr>
          <p:grpSpPr>
            <a:xfrm>
              <a:off x="7540413" y="3140200"/>
              <a:ext cx="266750" cy="342900"/>
              <a:chOff x="5053733" y="4472706"/>
              <a:chExt cx="764498" cy="795862"/>
            </a:xfrm>
          </p:grpSpPr>
          <p:pic>
            <p:nvPicPr>
              <p:cNvPr id="3868" name="Imagen 3867">
                <a:extLst>
                  <a:ext uri="{FF2B5EF4-FFF2-40B4-BE49-F238E27FC236}">
                    <a16:creationId xmlns:a16="http://schemas.microsoft.com/office/drawing/2014/main" id="{72A3084D-F25A-C38F-D2B6-5E0F91263DF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69" name="Imagen 3868">
                <a:extLst>
                  <a:ext uri="{FF2B5EF4-FFF2-40B4-BE49-F238E27FC236}">
                    <a16:creationId xmlns:a16="http://schemas.microsoft.com/office/drawing/2014/main" id="{F44ACAEF-1861-57DD-58A8-0F481B96F4E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89" name="Grupo 3188">
              <a:extLst>
                <a:ext uri="{FF2B5EF4-FFF2-40B4-BE49-F238E27FC236}">
                  <a16:creationId xmlns:a16="http://schemas.microsoft.com/office/drawing/2014/main" id="{419FBE37-034B-F1CE-0B27-17164DEF4A51}"/>
                </a:ext>
              </a:extLst>
            </p:cNvPr>
            <p:cNvGrpSpPr/>
            <p:nvPr/>
          </p:nvGrpSpPr>
          <p:grpSpPr>
            <a:xfrm>
              <a:off x="7256967" y="3502366"/>
              <a:ext cx="266750" cy="342900"/>
              <a:chOff x="5053733" y="4472706"/>
              <a:chExt cx="764498" cy="795862"/>
            </a:xfrm>
          </p:grpSpPr>
          <p:pic>
            <p:nvPicPr>
              <p:cNvPr id="3866" name="Imagen 3865">
                <a:extLst>
                  <a:ext uri="{FF2B5EF4-FFF2-40B4-BE49-F238E27FC236}">
                    <a16:creationId xmlns:a16="http://schemas.microsoft.com/office/drawing/2014/main" id="{B6ECB300-FD9F-BDCE-2899-F13EF0BE03F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67" name="Imagen 3866">
                <a:extLst>
                  <a:ext uri="{FF2B5EF4-FFF2-40B4-BE49-F238E27FC236}">
                    <a16:creationId xmlns:a16="http://schemas.microsoft.com/office/drawing/2014/main" id="{A8332141-9139-99A8-A809-92D7A0E26D7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0" name="Grupo 3189">
              <a:extLst>
                <a:ext uri="{FF2B5EF4-FFF2-40B4-BE49-F238E27FC236}">
                  <a16:creationId xmlns:a16="http://schemas.microsoft.com/office/drawing/2014/main" id="{F22A669D-6451-221C-DD1D-EAFA1C6C5F70}"/>
                </a:ext>
              </a:extLst>
            </p:cNvPr>
            <p:cNvGrpSpPr/>
            <p:nvPr/>
          </p:nvGrpSpPr>
          <p:grpSpPr>
            <a:xfrm>
              <a:off x="7256967" y="3873611"/>
              <a:ext cx="266750" cy="342900"/>
              <a:chOff x="5053733" y="4472706"/>
              <a:chExt cx="764498" cy="795862"/>
            </a:xfrm>
          </p:grpSpPr>
          <p:pic>
            <p:nvPicPr>
              <p:cNvPr id="3864" name="Imagen 3863">
                <a:extLst>
                  <a:ext uri="{FF2B5EF4-FFF2-40B4-BE49-F238E27FC236}">
                    <a16:creationId xmlns:a16="http://schemas.microsoft.com/office/drawing/2014/main" id="{56B80777-065E-72C0-F2B4-5CB04D7AF23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65" name="Imagen 3864">
                <a:extLst>
                  <a:ext uri="{FF2B5EF4-FFF2-40B4-BE49-F238E27FC236}">
                    <a16:creationId xmlns:a16="http://schemas.microsoft.com/office/drawing/2014/main" id="{804CFCA3-02E4-3DD3-F744-22889B87C99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1" name="Grupo 3190">
              <a:extLst>
                <a:ext uri="{FF2B5EF4-FFF2-40B4-BE49-F238E27FC236}">
                  <a16:creationId xmlns:a16="http://schemas.microsoft.com/office/drawing/2014/main" id="{45109E7E-B013-95B6-DD65-C90AECCDB261}"/>
                </a:ext>
              </a:extLst>
            </p:cNvPr>
            <p:cNvGrpSpPr/>
            <p:nvPr/>
          </p:nvGrpSpPr>
          <p:grpSpPr>
            <a:xfrm>
              <a:off x="7265042" y="1291071"/>
              <a:ext cx="266750" cy="342900"/>
              <a:chOff x="5053733" y="4472706"/>
              <a:chExt cx="764498" cy="795862"/>
            </a:xfrm>
          </p:grpSpPr>
          <p:pic>
            <p:nvPicPr>
              <p:cNvPr id="3862" name="Imagen 3861">
                <a:extLst>
                  <a:ext uri="{FF2B5EF4-FFF2-40B4-BE49-F238E27FC236}">
                    <a16:creationId xmlns:a16="http://schemas.microsoft.com/office/drawing/2014/main" id="{65B19DFD-1410-6036-4F07-45C96907A8A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63" name="Imagen 3862">
                <a:extLst>
                  <a:ext uri="{FF2B5EF4-FFF2-40B4-BE49-F238E27FC236}">
                    <a16:creationId xmlns:a16="http://schemas.microsoft.com/office/drawing/2014/main" id="{C66C776A-3BB2-3807-AF25-E01F24D8635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2" name="Grupo 3191">
              <a:extLst>
                <a:ext uri="{FF2B5EF4-FFF2-40B4-BE49-F238E27FC236}">
                  <a16:creationId xmlns:a16="http://schemas.microsoft.com/office/drawing/2014/main" id="{F4601975-918C-B05A-1B02-FEF488FAC02C}"/>
                </a:ext>
              </a:extLst>
            </p:cNvPr>
            <p:cNvGrpSpPr/>
            <p:nvPr/>
          </p:nvGrpSpPr>
          <p:grpSpPr>
            <a:xfrm>
              <a:off x="7256967" y="3140200"/>
              <a:ext cx="266750" cy="342900"/>
              <a:chOff x="5053733" y="4472706"/>
              <a:chExt cx="764498" cy="795862"/>
            </a:xfrm>
          </p:grpSpPr>
          <p:pic>
            <p:nvPicPr>
              <p:cNvPr id="3860" name="Imagen 3859">
                <a:extLst>
                  <a:ext uri="{FF2B5EF4-FFF2-40B4-BE49-F238E27FC236}">
                    <a16:creationId xmlns:a16="http://schemas.microsoft.com/office/drawing/2014/main" id="{00B38DA0-D1FD-46DC-83D2-98BB575B726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61" name="Imagen 3860">
                <a:extLst>
                  <a:ext uri="{FF2B5EF4-FFF2-40B4-BE49-F238E27FC236}">
                    <a16:creationId xmlns:a16="http://schemas.microsoft.com/office/drawing/2014/main" id="{DB2B7FDD-83F8-6486-2731-EC79FFC8252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3" name="Grupo 3192">
              <a:extLst>
                <a:ext uri="{FF2B5EF4-FFF2-40B4-BE49-F238E27FC236}">
                  <a16:creationId xmlns:a16="http://schemas.microsoft.com/office/drawing/2014/main" id="{DDF692C6-60CF-BCCA-9C61-FC2E8C1737C0}"/>
                </a:ext>
              </a:extLst>
            </p:cNvPr>
            <p:cNvGrpSpPr/>
            <p:nvPr/>
          </p:nvGrpSpPr>
          <p:grpSpPr>
            <a:xfrm>
              <a:off x="7256967" y="4970263"/>
              <a:ext cx="266750" cy="342900"/>
              <a:chOff x="5053733" y="4472706"/>
              <a:chExt cx="764498" cy="795862"/>
            </a:xfrm>
          </p:grpSpPr>
          <p:pic>
            <p:nvPicPr>
              <p:cNvPr id="3858" name="Imagen 3857">
                <a:extLst>
                  <a:ext uri="{FF2B5EF4-FFF2-40B4-BE49-F238E27FC236}">
                    <a16:creationId xmlns:a16="http://schemas.microsoft.com/office/drawing/2014/main" id="{BC2EE6FA-23FA-5EAF-3464-E3419CA518F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59" name="Imagen 3858">
                <a:extLst>
                  <a:ext uri="{FF2B5EF4-FFF2-40B4-BE49-F238E27FC236}">
                    <a16:creationId xmlns:a16="http://schemas.microsoft.com/office/drawing/2014/main" id="{17EA6A3F-109C-43FA-54B3-F350C977323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4" name="Grupo 3193">
              <a:extLst>
                <a:ext uri="{FF2B5EF4-FFF2-40B4-BE49-F238E27FC236}">
                  <a16:creationId xmlns:a16="http://schemas.microsoft.com/office/drawing/2014/main" id="{C954A368-DAD6-67B0-0048-A20AF408FCEF}"/>
                </a:ext>
              </a:extLst>
            </p:cNvPr>
            <p:cNvGrpSpPr/>
            <p:nvPr/>
          </p:nvGrpSpPr>
          <p:grpSpPr>
            <a:xfrm>
              <a:off x="7540413" y="4970263"/>
              <a:ext cx="266750" cy="342900"/>
              <a:chOff x="5053733" y="4472706"/>
              <a:chExt cx="764498" cy="795862"/>
            </a:xfrm>
          </p:grpSpPr>
          <p:pic>
            <p:nvPicPr>
              <p:cNvPr id="3856" name="Imagen 3855">
                <a:extLst>
                  <a:ext uri="{FF2B5EF4-FFF2-40B4-BE49-F238E27FC236}">
                    <a16:creationId xmlns:a16="http://schemas.microsoft.com/office/drawing/2014/main" id="{A9CC36A4-07C5-1446-5AB9-B84711871CC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57" name="Imagen 3856">
                <a:extLst>
                  <a:ext uri="{FF2B5EF4-FFF2-40B4-BE49-F238E27FC236}">
                    <a16:creationId xmlns:a16="http://schemas.microsoft.com/office/drawing/2014/main" id="{61A5B7BC-2671-FDF1-F08B-DD1D4768DC5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5" name="Grupo 3194">
              <a:extLst>
                <a:ext uri="{FF2B5EF4-FFF2-40B4-BE49-F238E27FC236}">
                  <a16:creationId xmlns:a16="http://schemas.microsoft.com/office/drawing/2014/main" id="{F67CB58F-FFB6-D648-AB82-66A2424517DA}"/>
                </a:ext>
              </a:extLst>
            </p:cNvPr>
            <p:cNvGrpSpPr/>
            <p:nvPr/>
          </p:nvGrpSpPr>
          <p:grpSpPr>
            <a:xfrm>
              <a:off x="7256967" y="4255458"/>
              <a:ext cx="266750" cy="342900"/>
              <a:chOff x="5053733" y="4472706"/>
              <a:chExt cx="764498" cy="795862"/>
            </a:xfrm>
          </p:grpSpPr>
          <p:pic>
            <p:nvPicPr>
              <p:cNvPr id="3854" name="Imagen 3853">
                <a:extLst>
                  <a:ext uri="{FF2B5EF4-FFF2-40B4-BE49-F238E27FC236}">
                    <a16:creationId xmlns:a16="http://schemas.microsoft.com/office/drawing/2014/main" id="{8195C356-D91F-34D8-96C0-754BADF0CAF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55" name="Imagen 3854">
                <a:extLst>
                  <a:ext uri="{FF2B5EF4-FFF2-40B4-BE49-F238E27FC236}">
                    <a16:creationId xmlns:a16="http://schemas.microsoft.com/office/drawing/2014/main" id="{73F484BC-F1D8-CBF8-992A-9FEA1283FEC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6" name="Grupo 3195">
              <a:extLst>
                <a:ext uri="{FF2B5EF4-FFF2-40B4-BE49-F238E27FC236}">
                  <a16:creationId xmlns:a16="http://schemas.microsoft.com/office/drawing/2014/main" id="{A7CFE9CA-012F-8B04-3E93-51334E61C00C}"/>
                </a:ext>
              </a:extLst>
            </p:cNvPr>
            <p:cNvGrpSpPr/>
            <p:nvPr/>
          </p:nvGrpSpPr>
          <p:grpSpPr>
            <a:xfrm>
              <a:off x="7256967" y="5686427"/>
              <a:ext cx="266750" cy="342900"/>
              <a:chOff x="5053733" y="4472706"/>
              <a:chExt cx="764498" cy="795862"/>
            </a:xfrm>
          </p:grpSpPr>
          <p:pic>
            <p:nvPicPr>
              <p:cNvPr id="3852" name="Imagen 3851">
                <a:extLst>
                  <a:ext uri="{FF2B5EF4-FFF2-40B4-BE49-F238E27FC236}">
                    <a16:creationId xmlns:a16="http://schemas.microsoft.com/office/drawing/2014/main" id="{3DA3345B-900F-8658-1CF7-5C9035B07EA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53" name="Imagen 3852">
                <a:extLst>
                  <a:ext uri="{FF2B5EF4-FFF2-40B4-BE49-F238E27FC236}">
                    <a16:creationId xmlns:a16="http://schemas.microsoft.com/office/drawing/2014/main" id="{EDBEB3D4-4E39-8C83-AD37-32A8BBF8F2F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7" name="Grupo 3196">
              <a:extLst>
                <a:ext uri="{FF2B5EF4-FFF2-40B4-BE49-F238E27FC236}">
                  <a16:creationId xmlns:a16="http://schemas.microsoft.com/office/drawing/2014/main" id="{9F6E8A4B-3E2F-C010-C00E-A713AA0D33C7}"/>
                </a:ext>
              </a:extLst>
            </p:cNvPr>
            <p:cNvGrpSpPr/>
            <p:nvPr/>
          </p:nvGrpSpPr>
          <p:grpSpPr>
            <a:xfrm>
              <a:off x="7540413" y="5686427"/>
              <a:ext cx="266750" cy="342900"/>
              <a:chOff x="5053733" y="4472706"/>
              <a:chExt cx="764498" cy="795862"/>
            </a:xfrm>
          </p:grpSpPr>
          <p:pic>
            <p:nvPicPr>
              <p:cNvPr id="3850" name="Imagen 3849">
                <a:extLst>
                  <a:ext uri="{FF2B5EF4-FFF2-40B4-BE49-F238E27FC236}">
                    <a16:creationId xmlns:a16="http://schemas.microsoft.com/office/drawing/2014/main" id="{47CFE02A-986A-83FF-9509-6A53A6D9DCF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51" name="Imagen 3850">
                <a:extLst>
                  <a:ext uri="{FF2B5EF4-FFF2-40B4-BE49-F238E27FC236}">
                    <a16:creationId xmlns:a16="http://schemas.microsoft.com/office/drawing/2014/main" id="{9A0FB50B-62FD-DABE-3436-0CCF6F0183A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8" name="Grupo 3197">
              <a:extLst>
                <a:ext uri="{FF2B5EF4-FFF2-40B4-BE49-F238E27FC236}">
                  <a16:creationId xmlns:a16="http://schemas.microsoft.com/office/drawing/2014/main" id="{74CE6CD7-AD41-B906-8E9B-D09D936028C8}"/>
                </a:ext>
              </a:extLst>
            </p:cNvPr>
            <p:cNvGrpSpPr/>
            <p:nvPr/>
          </p:nvGrpSpPr>
          <p:grpSpPr>
            <a:xfrm>
              <a:off x="7256967" y="5311489"/>
              <a:ext cx="266750" cy="342900"/>
              <a:chOff x="5053733" y="4472706"/>
              <a:chExt cx="764498" cy="795862"/>
            </a:xfrm>
          </p:grpSpPr>
          <p:pic>
            <p:nvPicPr>
              <p:cNvPr id="3848" name="Imagen 3847">
                <a:extLst>
                  <a:ext uri="{FF2B5EF4-FFF2-40B4-BE49-F238E27FC236}">
                    <a16:creationId xmlns:a16="http://schemas.microsoft.com/office/drawing/2014/main" id="{71D2079B-161C-5A35-7A62-2C41EC8F082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49" name="Imagen 3848">
                <a:extLst>
                  <a:ext uri="{FF2B5EF4-FFF2-40B4-BE49-F238E27FC236}">
                    <a16:creationId xmlns:a16="http://schemas.microsoft.com/office/drawing/2014/main" id="{82F5FB50-CF06-4BCD-ECAD-D00FEB80F53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199" name="Grupo 3198">
              <a:extLst>
                <a:ext uri="{FF2B5EF4-FFF2-40B4-BE49-F238E27FC236}">
                  <a16:creationId xmlns:a16="http://schemas.microsoft.com/office/drawing/2014/main" id="{2A01291A-13F9-9B5F-167F-D1382A8F2866}"/>
                </a:ext>
              </a:extLst>
            </p:cNvPr>
            <p:cNvGrpSpPr/>
            <p:nvPr/>
          </p:nvGrpSpPr>
          <p:grpSpPr>
            <a:xfrm>
              <a:off x="7540413" y="5311489"/>
              <a:ext cx="266750" cy="342900"/>
              <a:chOff x="5053733" y="4472706"/>
              <a:chExt cx="764498" cy="795862"/>
            </a:xfrm>
          </p:grpSpPr>
          <p:pic>
            <p:nvPicPr>
              <p:cNvPr id="3846" name="Imagen 3845">
                <a:extLst>
                  <a:ext uri="{FF2B5EF4-FFF2-40B4-BE49-F238E27FC236}">
                    <a16:creationId xmlns:a16="http://schemas.microsoft.com/office/drawing/2014/main" id="{C7374A6A-7069-F8DF-6F90-E1A6DC21797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47" name="Imagen 3846">
                <a:extLst>
                  <a:ext uri="{FF2B5EF4-FFF2-40B4-BE49-F238E27FC236}">
                    <a16:creationId xmlns:a16="http://schemas.microsoft.com/office/drawing/2014/main" id="{CE35A54A-6EC2-753D-5184-5501BA422CC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0" name="Grupo 3199">
              <a:extLst>
                <a:ext uri="{FF2B5EF4-FFF2-40B4-BE49-F238E27FC236}">
                  <a16:creationId xmlns:a16="http://schemas.microsoft.com/office/drawing/2014/main" id="{A2493896-54A8-C8DA-4946-2EFA60274C4D}"/>
                </a:ext>
              </a:extLst>
            </p:cNvPr>
            <p:cNvGrpSpPr/>
            <p:nvPr/>
          </p:nvGrpSpPr>
          <p:grpSpPr>
            <a:xfrm>
              <a:off x="7256967" y="6062704"/>
              <a:ext cx="266750" cy="342900"/>
              <a:chOff x="5053733" y="4472706"/>
              <a:chExt cx="764498" cy="795862"/>
            </a:xfrm>
          </p:grpSpPr>
          <p:pic>
            <p:nvPicPr>
              <p:cNvPr id="3844" name="Imagen 3843">
                <a:extLst>
                  <a:ext uri="{FF2B5EF4-FFF2-40B4-BE49-F238E27FC236}">
                    <a16:creationId xmlns:a16="http://schemas.microsoft.com/office/drawing/2014/main" id="{F6088632-546D-E04F-41BD-1780415AFB5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45" name="Imagen 3844">
                <a:extLst>
                  <a:ext uri="{FF2B5EF4-FFF2-40B4-BE49-F238E27FC236}">
                    <a16:creationId xmlns:a16="http://schemas.microsoft.com/office/drawing/2014/main" id="{C049E3F7-68F6-B8C1-DA2C-1956B210217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1" name="Grupo 3200">
              <a:extLst>
                <a:ext uri="{FF2B5EF4-FFF2-40B4-BE49-F238E27FC236}">
                  <a16:creationId xmlns:a16="http://schemas.microsoft.com/office/drawing/2014/main" id="{2B42F7AA-BA40-A990-9708-4039E605D1BB}"/>
                </a:ext>
              </a:extLst>
            </p:cNvPr>
            <p:cNvGrpSpPr/>
            <p:nvPr/>
          </p:nvGrpSpPr>
          <p:grpSpPr>
            <a:xfrm>
              <a:off x="7540413" y="6062704"/>
              <a:ext cx="266750" cy="342900"/>
              <a:chOff x="5053733" y="4472706"/>
              <a:chExt cx="764498" cy="795862"/>
            </a:xfrm>
          </p:grpSpPr>
          <p:pic>
            <p:nvPicPr>
              <p:cNvPr id="3842" name="Imagen 3841">
                <a:extLst>
                  <a:ext uri="{FF2B5EF4-FFF2-40B4-BE49-F238E27FC236}">
                    <a16:creationId xmlns:a16="http://schemas.microsoft.com/office/drawing/2014/main" id="{96F3CBBC-0061-DC3D-42F3-11E48CCED03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43" name="Imagen 3842">
                <a:extLst>
                  <a:ext uri="{FF2B5EF4-FFF2-40B4-BE49-F238E27FC236}">
                    <a16:creationId xmlns:a16="http://schemas.microsoft.com/office/drawing/2014/main" id="{BA690406-96A2-E07D-DE1B-E4D6A5D574F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2" name="Grupo 3201">
              <a:extLst>
                <a:ext uri="{FF2B5EF4-FFF2-40B4-BE49-F238E27FC236}">
                  <a16:creationId xmlns:a16="http://schemas.microsoft.com/office/drawing/2014/main" id="{B55C576D-2414-2E70-0395-0BAC5DD84129}"/>
                </a:ext>
              </a:extLst>
            </p:cNvPr>
            <p:cNvGrpSpPr/>
            <p:nvPr/>
          </p:nvGrpSpPr>
          <p:grpSpPr>
            <a:xfrm>
              <a:off x="7543221" y="1656161"/>
              <a:ext cx="266750" cy="342900"/>
              <a:chOff x="5053733" y="4472706"/>
              <a:chExt cx="764498" cy="795862"/>
            </a:xfrm>
          </p:grpSpPr>
          <p:pic>
            <p:nvPicPr>
              <p:cNvPr id="3840" name="Imagen 3839">
                <a:extLst>
                  <a:ext uri="{FF2B5EF4-FFF2-40B4-BE49-F238E27FC236}">
                    <a16:creationId xmlns:a16="http://schemas.microsoft.com/office/drawing/2014/main" id="{E9E2E9A7-B024-54BE-38BF-769E83E3857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41" name="Imagen 3840">
                <a:extLst>
                  <a:ext uri="{FF2B5EF4-FFF2-40B4-BE49-F238E27FC236}">
                    <a16:creationId xmlns:a16="http://schemas.microsoft.com/office/drawing/2014/main" id="{65877CF2-5E12-AF11-5FA8-D3263B91901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3" name="Grupo 3202">
              <a:extLst>
                <a:ext uri="{FF2B5EF4-FFF2-40B4-BE49-F238E27FC236}">
                  <a16:creationId xmlns:a16="http://schemas.microsoft.com/office/drawing/2014/main" id="{9BCC3F5B-2323-2733-6036-669DC5BDB492}"/>
                </a:ext>
              </a:extLst>
            </p:cNvPr>
            <p:cNvGrpSpPr/>
            <p:nvPr/>
          </p:nvGrpSpPr>
          <p:grpSpPr>
            <a:xfrm>
              <a:off x="7259667" y="1656161"/>
              <a:ext cx="266750" cy="342900"/>
              <a:chOff x="5053733" y="4472706"/>
              <a:chExt cx="764498" cy="795862"/>
            </a:xfrm>
          </p:grpSpPr>
          <p:pic>
            <p:nvPicPr>
              <p:cNvPr id="3838" name="Imagen 3837">
                <a:extLst>
                  <a:ext uri="{FF2B5EF4-FFF2-40B4-BE49-F238E27FC236}">
                    <a16:creationId xmlns:a16="http://schemas.microsoft.com/office/drawing/2014/main" id="{731D9B35-077E-FB48-8C0F-210F88BD977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39" name="Imagen 3838">
                <a:extLst>
                  <a:ext uri="{FF2B5EF4-FFF2-40B4-BE49-F238E27FC236}">
                    <a16:creationId xmlns:a16="http://schemas.microsoft.com/office/drawing/2014/main" id="{A4845AB7-D216-8E07-5B45-D27D9B8750A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4" name="Grupo 3203">
              <a:extLst>
                <a:ext uri="{FF2B5EF4-FFF2-40B4-BE49-F238E27FC236}">
                  <a16:creationId xmlns:a16="http://schemas.microsoft.com/office/drawing/2014/main" id="{15A81972-1B75-1A05-BAAD-93134C2C210F}"/>
                </a:ext>
              </a:extLst>
            </p:cNvPr>
            <p:cNvGrpSpPr/>
            <p:nvPr/>
          </p:nvGrpSpPr>
          <p:grpSpPr>
            <a:xfrm>
              <a:off x="7554679" y="2025139"/>
              <a:ext cx="266750" cy="342900"/>
              <a:chOff x="5053733" y="4472706"/>
              <a:chExt cx="764498" cy="795862"/>
            </a:xfrm>
          </p:grpSpPr>
          <p:pic>
            <p:nvPicPr>
              <p:cNvPr id="3836" name="Imagen 3835">
                <a:extLst>
                  <a:ext uri="{FF2B5EF4-FFF2-40B4-BE49-F238E27FC236}">
                    <a16:creationId xmlns:a16="http://schemas.microsoft.com/office/drawing/2014/main" id="{E41E36AC-8167-41A7-189A-E7A5495B69E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37" name="Imagen 3836">
                <a:extLst>
                  <a:ext uri="{FF2B5EF4-FFF2-40B4-BE49-F238E27FC236}">
                    <a16:creationId xmlns:a16="http://schemas.microsoft.com/office/drawing/2014/main" id="{046690EF-3341-B1AC-3E2D-2EE5C6D3B22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5" name="Grupo 3204">
              <a:extLst>
                <a:ext uri="{FF2B5EF4-FFF2-40B4-BE49-F238E27FC236}">
                  <a16:creationId xmlns:a16="http://schemas.microsoft.com/office/drawing/2014/main" id="{88AD75A2-25B9-BACE-85E2-C8010203C70B}"/>
                </a:ext>
              </a:extLst>
            </p:cNvPr>
            <p:cNvGrpSpPr/>
            <p:nvPr/>
          </p:nvGrpSpPr>
          <p:grpSpPr>
            <a:xfrm>
              <a:off x="7271233" y="2025139"/>
              <a:ext cx="266750" cy="342900"/>
              <a:chOff x="5053733" y="4472706"/>
              <a:chExt cx="764498" cy="795862"/>
            </a:xfrm>
          </p:grpSpPr>
          <p:pic>
            <p:nvPicPr>
              <p:cNvPr id="3834" name="Imagen 3833">
                <a:extLst>
                  <a:ext uri="{FF2B5EF4-FFF2-40B4-BE49-F238E27FC236}">
                    <a16:creationId xmlns:a16="http://schemas.microsoft.com/office/drawing/2014/main" id="{04FE52C0-D839-5D72-25F1-E6A6E78CFD9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35" name="Imagen 3834">
                <a:extLst>
                  <a:ext uri="{FF2B5EF4-FFF2-40B4-BE49-F238E27FC236}">
                    <a16:creationId xmlns:a16="http://schemas.microsoft.com/office/drawing/2014/main" id="{4EF4D604-A14C-1456-646C-E5A355692F1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6" name="Grupo 3205">
              <a:extLst>
                <a:ext uri="{FF2B5EF4-FFF2-40B4-BE49-F238E27FC236}">
                  <a16:creationId xmlns:a16="http://schemas.microsoft.com/office/drawing/2014/main" id="{4E576E24-16DA-3ECA-327F-C98D5BF9B02B}"/>
                </a:ext>
              </a:extLst>
            </p:cNvPr>
            <p:cNvGrpSpPr/>
            <p:nvPr/>
          </p:nvGrpSpPr>
          <p:grpSpPr>
            <a:xfrm>
              <a:off x="7540413" y="2384545"/>
              <a:ext cx="266750" cy="342900"/>
              <a:chOff x="5053733" y="4472706"/>
              <a:chExt cx="764498" cy="795862"/>
            </a:xfrm>
          </p:grpSpPr>
          <p:pic>
            <p:nvPicPr>
              <p:cNvPr id="3832" name="Imagen 3831">
                <a:extLst>
                  <a:ext uri="{FF2B5EF4-FFF2-40B4-BE49-F238E27FC236}">
                    <a16:creationId xmlns:a16="http://schemas.microsoft.com/office/drawing/2014/main" id="{3478777B-1239-B0A9-249B-FF766950694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33" name="Imagen 3832">
                <a:extLst>
                  <a:ext uri="{FF2B5EF4-FFF2-40B4-BE49-F238E27FC236}">
                    <a16:creationId xmlns:a16="http://schemas.microsoft.com/office/drawing/2014/main" id="{5D60956C-35C4-043B-455D-81F8E1EBCF8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7" name="Grupo 3206">
              <a:extLst>
                <a:ext uri="{FF2B5EF4-FFF2-40B4-BE49-F238E27FC236}">
                  <a16:creationId xmlns:a16="http://schemas.microsoft.com/office/drawing/2014/main" id="{92BB8C9C-A26C-4B53-2FD7-98D974C5A475}"/>
                </a:ext>
              </a:extLst>
            </p:cNvPr>
            <p:cNvGrpSpPr/>
            <p:nvPr/>
          </p:nvGrpSpPr>
          <p:grpSpPr>
            <a:xfrm>
              <a:off x="7256967" y="2384545"/>
              <a:ext cx="266750" cy="342900"/>
              <a:chOff x="5053733" y="4472706"/>
              <a:chExt cx="764498" cy="795862"/>
            </a:xfrm>
          </p:grpSpPr>
          <p:pic>
            <p:nvPicPr>
              <p:cNvPr id="3830" name="Imagen 3829">
                <a:extLst>
                  <a:ext uri="{FF2B5EF4-FFF2-40B4-BE49-F238E27FC236}">
                    <a16:creationId xmlns:a16="http://schemas.microsoft.com/office/drawing/2014/main" id="{0C6825C5-9613-9A3C-D35A-6ACBE2E1BA8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31" name="Imagen 3830">
                <a:extLst>
                  <a:ext uri="{FF2B5EF4-FFF2-40B4-BE49-F238E27FC236}">
                    <a16:creationId xmlns:a16="http://schemas.microsoft.com/office/drawing/2014/main" id="{AC82D205-3DAF-D717-9F9E-AF37BBB7D84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8" name="Grupo 3207">
              <a:extLst>
                <a:ext uri="{FF2B5EF4-FFF2-40B4-BE49-F238E27FC236}">
                  <a16:creationId xmlns:a16="http://schemas.microsoft.com/office/drawing/2014/main" id="{D2D15F85-60A2-89E6-2428-FE21DDFC82C5}"/>
                </a:ext>
              </a:extLst>
            </p:cNvPr>
            <p:cNvGrpSpPr/>
            <p:nvPr/>
          </p:nvGrpSpPr>
          <p:grpSpPr>
            <a:xfrm>
              <a:off x="7540413" y="2758116"/>
              <a:ext cx="266750" cy="342900"/>
              <a:chOff x="5053733" y="4472706"/>
              <a:chExt cx="764498" cy="795862"/>
            </a:xfrm>
          </p:grpSpPr>
          <p:pic>
            <p:nvPicPr>
              <p:cNvPr id="3828" name="Imagen 3827">
                <a:extLst>
                  <a:ext uri="{FF2B5EF4-FFF2-40B4-BE49-F238E27FC236}">
                    <a16:creationId xmlns:a16="http://schemas.microsoft.com/office/drawing/2014/main" id="{2E366702-18A5-A33B-5DE9-445D2B5D949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29" name="Imagen 3828">
                <a:extLst>
                  <a:ext uri="{FF2B5EF4-FFF2-40B4-BE49-F238E27FC236}">
                    <a16:creationId xmlns:a16="http://schemas.microsoft.com/office/drawing/2014/main" id="{8997B05F-66F5-F7A6-6AF8-E283A39E6BE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09" name="Grupo 3208">
              <a:extLst>
                <a:ext uri="{FF2B5EF4-FFF2-40B4-BE49-F238E27FC236}">
                  <a16:creationId xmlns:a16="http://schemas.microsoft.com/office/drawing/2014/main" id="{FBE4C0C4-A81D-4D5E-B6D2-3222940DE034}"/>
                </a:ext>
              </a:extLst>
            </p:cNvPr>
            <p:cNvGrpSpPr/>
            <p:nvPr/>
          </p:nvGrpSpPr>
          <p:grpSpPr>
            <a:xfrm>
              <a:off x="7256967" y="2758116"/>
              <a:ext cx="266750" cy="342900"/>
              <a:chOff x="5053733" y="4472706"/>
              <a:chExt cx="764498" cy="795862"/>
            </a:xfrm>
          </p:grpSpPr>
          <p:pic>
            <p:nvPicPr>
              <p:cNvPr id="3826" name="Imagen 3825">
                <a:extLst>
                  <a:ext uri="{FF2B5EF4-FFF2-40B4-BE49-F238E27FC236}">
                    <a16:creationId xmlns:a16="http://schemas.microsoft.com/office/drawing/2014/main" id="{640D9AE1-E46B-6CAC-D094-1DD2EDE895E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27" name="Imagen 3826">
                <a:extLst>
                  <a:ext uri="{FF2B5EF4-FFF2-40B4-BE49-F238E27FC236}">
                    <a16:creationId xmlns:a16="http://schemas.microsoft.com/office/drawing/2014/main" id="{4566DEFC-CE3F-3080-75E8-24831823B37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10" name="Grupo 3209">
              <a:extLst>
                <a:ext uri="{FF2B5EF4-FFF2-40B4-BE49-F238E27FC236}">
                  <a16:creationId xmlns:a16="http://schemas.microsoft.com/office/drawing/2014/main" id="{69402FBF-73F2-25FB-A57A-0344CEA54A27}"/>
                </a:ext>
              </a:extLst>
            </p:cNvPr>
            <p:cNvGrpSpPr/>
            <p:nvPr/>
          </p:nvGrpSpPr>
          <p:grpSpPr>
            <a:xfrm>
              <a:off x="7256967" y="4611739"/>
              <a:ext cx="266750" cy="342900"/>
              <a:chOff x="5053733" y="4472706"/>
              <a:chExt cx="764498" cy="795862"/>
            </a:xfrm>
          </p:grpSpPr>
          <p:pic>
            <p:nvPicPr>
              <p:cNvPr id="3824" name="Imagen 3823">
                <a:extLst>
                  <a:ext uri="{FF2B5EF4-FFF2-40B4-BE49-F238E27FC236}">
                    <a16:creationId xmlns:a16="http://schemas.microsoft.com/office/drawing/2014/main" id="{808E4227-D8F1-2AC2-A451-CB2ADAA4D7D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25" name="Imagen 3824">
                <a:extLst>
                  <a:ext uri="{FF2B5EF4-FFF2-40B4-BE49-F238E27FC236}">
                    <a16:creationId xmlns:a16="http://schemas.microsoft.com/office/drawing/2014/main" id="{1FC69D8C-E1BE-ACC9-F663-1B0914114BD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11" name="Grupo 3210">
              <a:extLst>
                <a:ext uri="{FF2B5EF4-FFF2-40B4-BE49-F238E27FC236}">
                  <a16:creationId xmlns:a16="http://schemas.microsoft.com/office/drawing/2014/main" id="{8B17EDFF-F720-5AE9-6D78-C8292EBF3158}"/>
                </a:ext>
              </a:extLst>
            </p:cNvPr>
            <p:cNvGrpSpPr/>
            <p:nvPr/>
          </p:nvGrpSpPr>
          <p:grpSpPr>
            <a:xfrm>
              <a:off x="7540413" y="4611739"/>
              <a:ext cx="266750" cy="342900"/>
              <a:chOff x="5053733" y="4472706"/>
              <a:chExt cx="764498" cy="795862"/>
            </a:xfrm>
          </p:grpSpPr>
          <p:pic>
            <p:nvPicPr>
              <p:cNvPr id="3822" name="Imagen 3821">
                <a:extLst>
                  <a:ext uri="{FF2B5EF4-FFF2-40B4-BE49-F238E27FC236}">
                    <a16:creationId xmlns:a16="http://schemas.microsoft.com/office/drawing/2014/main" id="{9F2C1C7E-AB71-FA94-D36C-4B65D2580BB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23" name="Imagen 3822">
                <a:extLst>
                  <a:ext uri="{FF2B5EF4-FFF2-40B4-BE49-F238E27FC236}">
                    <a16:creationId xmlns:a16="http://schemas.microsoft.com/office/drawing/2014/main" id="{9668389A-B0CC-98B9-AE9A-D1CDC382FD6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212" name="Imagen 3211">
              <a:extLst>
                <a:ext uri="{FF2B5EF4-FFF2-40B4-BE49-F238E27FC236}">
                  <a16:creationId xmlns:a16="http://schemas.microsoft.com/office/drawing/2014/main" id="{482A6A9A-D090-2774-AE5B-B5ADD00A33B0}"/>
                </a:ext>
              </a:extLst>
            </p:cNvPr>
            <p:cNvPicPr>
              <a:picLocks noChangeAspect="1"/>
            </p:cNvPicPr>
            <p:nvPr/>
          </p:nvPicPr>
          <p:blipFill>
            <a:blip r:embed="rId4"/>
            <a:srcRect l="12605" t="6975" r="76248" b="81420"/>
            <a:stretch/>
          </p:blipFill>
          <p:spPr>
            <a:xfrm>
              <a:off x="7832580" y="1291071"/>
              <a:ext cx="266750" cy="342900"/>
            </a:xfrm>
            <a:prstGeom prst="rect">
              <a:avLst/>
            </a:prstGeom>
          </p:spPr>
        </p:pic>
        <p:pic>
          <p:nvPicPr>
            <p:cNvPr id="3213" name="Imagen 3212">
              <a:extLst>
                <a:ext uri="{FF2B5EF4-FFF2-40B4-BE49-F238E27FC236}">
                  <a16:creationId xmlns:a16="http://schemas.microsoft.com/office/drawing/2014/main" id="{CAE5AF82-E398-9171-6208-A91FAB68DEBB}"/>
                </a:ext>
              </a:extLst>
            </p:cNvPr>
            <p:cNvPicPr>
              <a:picLocks noChangeAspect="1"/>
            </p:cNvPicPr>
            <p:nvPr/>
          </p:nvPicPr>
          <p:blipFill>
            <a:blip r:embed="rId4"/>
            <a:srcRect l="12605" t="6975" r="76248" b="81420"/>
            <a:stretch/>
          </p:blipFill>
          <p:spPr>
            <a:xfrm>
              <a:off x="7826775" y="1656161"/>
              <a:ext cx="266750" cy="342900"/>
            </a:xfrm>
            <a:prstGeom prst="rect">
              <a:avLst/>
            </a:prstGeom>
          </p:spPr>
        </p:pic>
        <p:pic>
          <p:nvPicPr>
            <p:cNvPr id="3214" name="Imagen 3213">
              <a:extLst>
                <a:ext uri="{FF2B5EF4-FFF2-40B4-BE49-F238E27FC236}">
                  <a16:creationId xmlns:a16="http://schemas.microsoft.com/office/drawing/2014/main" id="{B8850CCD-4D9E-C638-563D-BBC7D4EC8419}"/>
                </a:ext>
              </a:extLst>
            </p:cNvPr>
            <p:cNvPicPr>
              <a:picLocks noChangeAspect="1"/>
            </p:cNvPicPr>
            <p:nvPr/>
          </p:nvPicPr>
          <p:blipFill>
            <a:blip r:embed="rId4"/>
            <a:srcRect l="23315" t="6975" r="65538" b="81420"/>
            <a:stretch/>
          </p:blipFill>
          <p:spPr>
            <a:xfrm>
              <a:off x="7821246" y="2016489"/>
              <a:ext cx="266750" cy="342900"/>
            </a:xfrm>
            <a:prstGeom prst="rect">
              <a:avLst/>
            </a:prstGeom>
          </p:spPr>
        </p:pic>
        <p:pic>
          <p:nvPicPr>
            <p:cNvPr id="3215" name="Imagen 3214">
              <a:extLst>
                <a:ext uri="{FF2B5EF4-FFF2-40B4-BE49-F238E27FC236}">
                  <a16:creationId xmlns:a16="http://schemas.microsoft.com/office/drawing/2014/main" id="{E66DA12C-2EFB-F1ED-A17F-8B864ACBDAC9}"/>
                </a:ext>
              </a:extLst>
            </p:cNvPr>
            <p:cNvPicPr>
              <a:picLocks noChangeAspect="1"/>
            </p:cNvPicPr>
            <p:nvPr/>
          </p:nvPicPr>
          <p:blipFill>
            <a:blip r:embed="rId4"/>
            <a:srcRect l="23315" t="6975" r="65538" b="81420"/>
            <a:stretch/>
          </p:blipFill>
          <p:spPr>
            <a:xfrm>
              <a:off x="7823859" y="4255458"/>
              <a:ext cx="266750" cy="342900"/>
            </a:xfrm>
            <a:prstGeom prst="rect">
              <a:avLst/>
            </a:prstGeom>
          </p:spPr>
        </p:pic>
        <p:pic>
          <p:nvPicPr>
            <p:cNvPr id="3216" name="Imagen 3215">
              <a:extLst>
                <a:ext uri="{FF2B5EF4-FFF2-40B4-BE49-F238E27FC236}">
                  <a16:creationId xmlns:a16="http://schemas.microsoft.com/office/drawing/2014/main" id="{F670DCA6-2997-55BE-9A1D-636424F22AE7}"/>
                </a:ext>
              </a:extLst>
            </p:cNvPr>
            <p:cNvPicPr>
              <a:picLocks noChangeAspect="1"/>
            </p:cNvPicPr>
            <p:nvPr/>
          </p:nvPicPr>
          <p:blipFill>
            <a:blip r:embed="rId4"/>
            <a:srcRect l="33916" t="6975" r="54937" b="81420"/>
            <a:stretch/>
          </p:blipFill>
          <p:spPr>
            <a:xfrm>
              <a:off x="7823859" y="3502366"/>
              <a:ext cx="266750" cy="342900"/>
            </a:xfrm>
            <a:prstGeom prst="rect">
              <a:avLst/>
            </a:prstGeom>
          </p:spPr>
        </p:pic>
        <p:pic>
          <p:nvPicPr>
            <p:cNvPr id="3217" name="Imagen 3216">
              <a:extLst>
                <a:ext uri="{FF2B5EF4-FFF2-40B4-BE49-F238E27FC236}">
                  <a16:creationId xmlns:a16="http://schemas.microsoft.com/office/drawing/2014/main" id="{BD70B4AE-DF23-9D28-E7E4-E873766E4FBD}"/>
                </a:ext>
              </a:extLst>
            </p:cNvPr>
            <p:cNvPicPr>
              <a:picLocks noChangeAspect="1"/>
            </p:cNvPicPr>
            <p:nvPr/>
          </p:nvPicPr>
          <p:blipFill>
            <a:blip r:embed="rId4"/>
            <a:srcRect l="33916" t="6975" r="54937" b="81420"/>
            <a:stretch/>
          </p:blipFill>
          <p:spPr>
            <a:xfrm>
              <a:off x="7823859" y="5311489"/>
              <a:ext cx="266750" cy="342900"/>
            </a:xfrm>
            <a:prstGeom prst="rect">
              <a:avLst/>
            </a:prstGeom>
          </p:spPr>
        </p:pic>
        <p:pic>
          <p:nvPicPr>
            <p:cNvPr id="3218" name="Imagen 3217">
              <a:extLst>
                <a:ext uri="{FF2B5EF4-FFF2-40B4-BE49-F238E27FC236}">
                  <a16:creationId xmlns:a16="http://schemas.microsoft.com/office/drawing/2014/main" id="{B2CFEB65-CE42-EDED-DA0C-BB9BED618E70}"/>
                </a:ext>
              </a:extLst>
            </p:cNvPr>
            <p:cNvPicPr>
              <a:picLocks noChangeAspect="1"/>
            </p:cNvPicPr>
            <p:nvPr/>
          </p:nvPicPr>
          <p:blipFill>
            <a:blip r:embed="rId4"/>
            <a:srcRect l="12605" t="6975" r="76248" b="81420"/>
            <a:stretch/>
          </p:blipFill>
          <p:spPr>
            <a:xfrm>
              <a:off x="7823859" y="3873611"/>
              <a:ext cx="266750" cy="342900"/>
            </a:xfrm>
            <a:prstGeom prst="rect">
              <a:avLst/>
            </a:prstGeom>
          </p:spPr>
        </p:pic>
        <p:pic>
          <p:nvPicPr>
            <p:cNvPr id="3219" name="Imagen 3218">
              <a:extLst>
                <a:ext uri="{FF2B5EF4-FFF2-40B4-BE49-F238E27FC236}">
                  <a16:creationId xmlns:a16="http://schemas.microsoft.com/office/drawing/2014/main" id="{A38AE3F7-6B83-CF7D-B642-0E8AB7C95B5C}"/>
                </a:ext>
              </a:extLst>
            </p:cNvPr>
            <p:cNvPicPr>
              <a:picLocks noChangeAspect="1"/>
            </p:cNvPicPr>
            <p:nvPr/>
          </p:nvPicPr>
          <p:blipFill>
            <a:blip r:embed="rId4"/>
            <a:srcRect l="12605" t="6975" r="76248" b="81420"/>
            <a:stretch/>
          </p:blipFill>
          <p:spPr>
            <a:xfrm>
              <a:off x="7823859" y="4970263"/>
              <a:ext cx="266750" cy="342900"/>
            </a:xfrm>
            <a:prstGeom prst="rect">
              <a:avLst/>
            </a:prstGeom>
          </p:spPr>
        </p:pic>
        <p:pic>
          <p:nvPicPr>
            <p:cNvPr id="3220" name="Imagen 3219">
              <a:extLst>
                <a:ext uri="{FF2B5EF4-FFF2-40B4-BE49-F238E27FC236}">
                  <a16:creationId xmlns:a16="http://schemas.microsoft.com/office/drawing/2014/main" id="{D7C13BBD-A6E8-7839-4ACC-3463E29A14DD}"/>
                </a:ext>
              </a:extLst>
            </p:cNvPr>
            <p:cNvPicPr>
              <a:picLocks noChangeAspect="1"/>
            </p:cNvPicPr>
            <p:nvPr/>
          </p:nvPicPr>
          <p:blipFill>
            <a:blip r:embed="rId4"/>
            <a:srcRect l="23315" t="6975" r="65538" b="81420"/>
            <a:stretch/>
          </p:blipFill>
          <p:spPr>
            <a:xfrm>
              <a:off x="7823859" y="5686427"/>
              <a:ext cx="266750" cy="342900"/>
            </a:xfrm>
            <a:prstGeom prst="rect">
              <a:avLst/>
            </a:prstGeom>
          </p:spPr>
        </p:pic>
        <p:pic>
          <p:nvPicPr>
            <p:cNvPr id="3221" name="Imagen 3220">
              <a:extLst>
                <a:ext uri="{FF2B5EF4-FFF2-40B4-BE49-F238E27FC236}">
                  <a16:creationId xmlns:a16="http://schemas.microsoft.com/office/drawing/2014/main" id="{511E3160-D58E-062E-38ED-610D07459166}"/>
                </a:ext>
              </a:extLst>
            </p:cNvPr>
            <p:cNvPicPr>
              <a:picLocks noChangeAspect="1"/>
            </p:cNvPicPr>
            <p:nvPr/>
          </p:nvPicPr>
          <p:blipFill>
            <a:blip r:embed="rId4"/>
            <a:srcRect l="44516" t="6975" r="44337" b="81420"/>
            <a:stretch/>
          </p:blipFill>
          <p:spPr>
            <a:xfrm>
              <a:off x="7823859" y="2384545"/>
              <a:ext cx="266750" cy="342900"/>
            </a:xfrm>
            <a:prstGeom prst="rect">
              <a:avLst/>
            </a:prstGeom>
          </p:spPr>
        </p:pic>
        <p:pic>
          <p:nvPicPr>
            <p:cNvPr id="3222" name="Imagen 3221">
              <a:extLst>
                <a:ext uri="{FF2B5EF4-FFF2-40B4-BE49-F238E27FC236}">
                  <a16:creationId xmlns:a16="http://schemas.microsoft.com/office/drawing/2014/main" id="{EC276274-60D0-ED86-11D3-F84581DD1823}"/>
                </a:ext>
              </a:extLst>
            </p:cNvPr>
            <p:cNvPicPr>
              <a:picLocks noChangeAspect="1"/>
            </p:cNvPicPr>
            <p:nvPr/>
          </p:nvPicPr>
          <p:blipFill>
            <a:blip r:embed="rId4"/>
            <a:srcRect l="55117" t="6975" r="33736" b="81420"/>
            <a:stretch/>
          </p:blipFill>
          <p:spPr>
            <a:xfrm>
              <a:off x="7823859" y="3140200"/>
              <a:ext cx="266750" cy="342900"/>
            </a:xfrm>
            <a:prstGeom prst="rect">
              <a:avLst/>
            </a:prstGeom>
          </p:spPr>
        </p:pic>
        <p:pic>
          <p:nvPicPr>
            <p:cNvPr id="3223" name="Imagen 3222">
              <a:extLst>
                <a:ext uri="{FF2B5EF4-FFF2-40B4-BE49-F238E27FC236}">
                  <a16:creationId xmlns:a16="http://schemas.microsoft.com/office/drawing/2014/main" id="{5AF2EF63-5350-B7AE-2AB1-AA4A2E94FE8B}"/>
                </a:ext>
              </a:extLst>
            </p:cNvPr>
            <p:cNvPicPr>
              <a:picLocks noChangeAspect="1"/>
            </p:cNvPicPr>
            <p:nvPr/>
          </p:nvPicPr>
          <p:blipFill>
            <a:blip r:embed="rId4"/>
            <a:srcRect l="55117" t="6975" r="33736" b="81420"/>
            <a:stretch/>
          </p:blipFill>
          <p:spPr>
            <a:xfrm>
              <a:off x="7823859" y="4611739"/>
              <a:ext cx="266750" cy="342900"/>
            </a:xfrm>
            <a:prstGeom prst="rect">
              <a:avLst/>
            </a:prstGeom>
          </p:spPr>
        </p:pic>
        <p:pic>
          <p:nvPicPr>
            <p:cNvPr id="3224" name="Imagen 3223">
              <a:extLst>
                <a:ext uri="{FF2B5EF4-FFF2-40B4-BE49-F238E27FC236}">
                  <a16:creationId xmlns:a16="http://schemas.microsoft.com/office/drawing/2014/main" id="{A1B83D19-C67B-C203-1E42-C9536B5485A8}"/>
                </a:ext>
              </a:extLst>
            </p:cNvPr>
            <p:cNvPicPr>
              <a:picLocks noChangeAspect="1"/>
            </p:cNvPicPr>
            <p:nvPr/>
          </p:nvPicPr>
          <p:blipFill>
            <a:blip r:embed="rId4"/>
            <a:srcRect l="23315" t="6975" r="65538" b="81420"/>
            <a:stretch/>
          </p:blipFill>
          <p:spPr>
            <a:xfrm>
              <a:off x="7823859" y="6062704"/>
              <a:ext cx="266750" cy="342900"/>
            </a:xfrm>
            <a:prstGeom prst="rect">
              <a:avLst/>
            </a:prstGeom>
          </p:spPr>
        </p:pic>
        <p:pic>
          <p:nvPicPr>
            <p:cNvPr id="3225" name="Imagen 3224">
              <a:extLst>
                <a:ext uri="{FF2B5EF4-FFF2-40B4-BE49-F238E27FC236}">
                  <a16:creationId xmlns:a16="http://schemas.microsoft.com/office/drawing/2014/main" id="{505FF955-F922-481E-1A56-C97940BA6D96}"/>
                </a:ext>
              </a:extLst>
            </p:cNvPr>
            <p:cNvPicPr>
              <a:picLocks noChangeAspect="1"/>
            </p:cNvPicPr>
            <p:nvPr/>
          </p:nvPicPr>
          <p:blipFill>
            <a:blip r:embed="rId4"/>
            <a:srcRect l="12605" t="6975" r="76248" b="81420"/>
            <a:stretch/>
          </p:blipFill>
          <p:spPr>
            <a:xfrm>
              <a:off x="7823859" y="2758116"/>
              <a:ext cx="266750" cy="342900"/>
            </a:xfrm>
            <a:prstGeom prst="rect">
              <a:avLst/>
            </a:prstGeom>
          </p:spPr>
        </p:pic>
        <p:pic>
          <p:nvPicPr>
            <p:cNvPr id="3226" name="Imagen 3225">
              <a:extLst>
                <a:ext uri="{FF2B5EF4-FFF2-40B4-BE49-F238E27FC236}">
                  <a16:creationId xmlns:a16="http://schemas.microsoft.com/office/drawing/2014/main" id="{E2F159F2-D774-5B6B-3C80-F5BCB4D0EEF7}"/>
                </a:ext>
              </a:extLst>
            </p:cNvPr>
            <p:cNvPicPr>
              <a:picLocks noChangeAspect="1"/>
            </p:cNvPicPr>
            <p:nvPr/>
          </p:nvPicPr>
          <p:blipFill>
            <a:blip r:embed="rId4"/>
            <a:srcRect l="44426" t="63168" r="44426" b="25227"/>
            <a:stretch/>
          </p:blipFill>
          <p:spPr>
            <a:xfrm>
              <a:off x="8116349" y="1291071"/>
              <a:ext cx="266750" cy="342900"/>
            </a:xfrm>
            <a:prstGeom prst="rect">
              <a:avLst/>
            </a:prstGeom>
          </p:spPr>
        </p:pic>
        <p:pic>
          <p:nvPicPr>
            <p:cNvPr id="3227" name="Imagen 3226">
              <a:extLst>
                <a:ext uri="{FF2B5EF4-FFF2-40B4-BE49-F238E27FC236}">
                  <a16:creationId xmlns:a16="http://schemas.microsoft.com/office/drawing/2014/main" id="{7AB8C631-1EED-BCE4-D4D3-6C66195539AF}"/>
                </a:ext>
              </a:extLst>
            </p:cNvPr>
            <p:cNvPicPr>
              <a:picLocks noChangeAspect="1"/>
            </p:cNvPicPr>
            <p:nvPr/>
          </p:nvPicPr>
          <p:blipFill>
            <a:blip r:embed="rId4"/>
            <a:srcRect l="55142" t="63168" r="33711" b="25227"/>
            <a:stretch/>
          </p:blipFill>
          <p:spPr>
            <a:xfrm>
              <a:off x="8400118" y="1291071"/>
              <a:ext cx="266750" cy="342900"/>
            </a:xfrm>
            <a:prstGeom prst="rect">
              <a:avLst/>
            </a:prstGeom>
          </p:spPr>
        </p:pic>
        <p:pic>
          <p:nvPicPr>
            <p:cNvPr id="3228" name="Imagen 3227">
              <a:extLst>
                <a:ext uri="{FF2B5EF4-FFF2-40B4-BE49-F238E27FC236}">
                  <a16:creationId xmlns:a16="http://schemas.microsoft.com/office/drawing/2014/main" id="{DBCAE654-5D2A-50CD-2940-29988F741FA9}"/>
                </a:ext>
              </a:extLst>
            </p:cNvPr>
            <p:cNvPicPr>
              <a:picLocks noChangeAspect="1"/>
            </p:cNvPicPr>
            <p:nvPr/>
          </p:nvPicPr>
          <p:blipFill>
            <a:blip r:embed="rId4"/>
            <a:srcRect l="76360" t="63168" r="12493" b="25227"/>
            <a:stretch/>
          </p:blipFill>
          <p:spPr>
            <a:xfrm>
              <a:off x="8390751" y="2025139"/>
              <a:ext cx="266750" cy="342900"/>
            </a:xfrm>
            <a:prstGeom prst="rect">
              <a:avLst/>
            </a:prstGeom>
          </p:spPr>
        </p:pic>
        <p:pic>
          <p:nvPicPr>
            <p:cNvPr id="3229" name="Imagen 3228">
              <a:extLst>
                <a:ext uri="{FF2B5EF4-FFF2-40B4-BE49-F238E27FC236}">
                  <a16:creationId xmlns:a16="http://schemas.microsoft.com/office/drawing/2014/main" id="{A98912AB-4572-0AFA-4722-6079F949AE3C}"/>
                </a:ext>
              </a:extLst>
            </p:cNvPr>
            <p:cNvPicPr>
              <a:picLocks noChangeAspect="1"/>
            </p:cNvPicPr>
            <p:nvPr/>
          </p:nvPicPr>
          <p:blipFill>
            <a:blip r:embed="rId4"/>
            <a:srcRect l="66027" t="77100" r="22826" b="11295"/>
            <a:stretch/>
          </p:blipFill>
          <p:spPr>
            <a:xfrm>
              <a:off x="8107305" y="2025139"/>
              <a:ext cx="266750" cy="342900"/>
            </a:xfrm>
            <a:prstGeom prst="rect">
              <a:avLst/>
            </a:prstGeom>
          </p:spPr>
        </p:pic>
        <p:pic>
          <p:nvPicPr>
            <p:cNvPr id="3230" name="Imagen 3229">
              <a:extLst>
                <a:ext uri="{FF2B5EF4-FFF2-40B4-BE49-F238E27FC236}">
                  <a16:creationId xmlns:a16="http://schemas.microsoft.com/office/drawing/2014/main" id="{88C4E63A-C4BF-7669-D4BD-6C3D893B1A8E}"/>
                </a:ext>
              </a:extLst>
            </p:cNvPr>
            <p:cNvPicPr>
              <a:picLocks noChangeAspect="1"/>
            </p:cNvPicPr>
            <p:nvPr/>
          </p:nvPicPr>
          <p:blipFill>
            <a:blip r:embed="rId4"/>
            <a:srcRect l="44426" t="63168" r="44426" b="25227"/>
            <a:stretch/>
          </p:blipFill>
          <p:spPr>
            <a:xfrm>
              <a:off x="8107305" y="3502366"/>
              <a:ext cx="266750" cy="342900"/>
            </a:xfrm>
            <a:prstGeom prst="rect">
              <a:avLst/>
            </a:prstGeom>
          </p:spPr>
        </p:pic>
        <p:pic>
          <p:nvPicPr>
            <p:cNvPr id="3231" name="Imagen 3230">
              <a:extLst>
                <a:ext uri="{FF2B5EF4-FFF2-40B4-BE49-F238E27FC236}">
                  <a16:creationId xmlns:a16="http://schemas.microsoft.com/office/drawing/2014/main" id="{435D428E-99E8-8D05-2879-552854D33FC3}"/>
                </a:ext>
              </a:extLst>
            </p:cNvPr>
            <p:cNvPicPr>
              <a:picLocks noChangeAspect="1"/>
            </p:cNvPicPr>
            <p:nvPr/>
          </p:nvPicPr>
          <p:blipFill>
            <a:blip r:embed="rId4"/>
            <a:srcRect l="44778" t="77100" r="44075" b="11295"/>
            <a:stretch/>
          </p:blipFill>
          <p:spPr>
            <a:xfrm>
              <a:off x="8390751" y="3502366"/>
              <a:ext cx="266750" cy="342900"/>
            </a:xfrm>
            <a:prstGeom prst="rect">
              <a:avLst/>
            </a:prstGeom>
          </p:spPr>
        </p:pic>
        <p:pic>
          <p:nvPicPr>
            <p:cNvPr id="3232" name="Imagen 3231">
              <a:extLst>
                <a:ext uri="{FF2B5EF4-FFF2-40B4-BE49-F238E27FC236}">
                  <a16:creationId xmlns:a16="http://schemas.microsoft.com/office/drawing/2014/main" id="{5BB25CDF-0CA7-3D88-B9AE-449C46C13FDA}"/>
                </a:ext>
              </a:extLst>
            </p:cNvPr>
            <p:cNvPicPr>
              <a:picLocks noChangeAspect="1"/>
            </p:cNvPicPr>
            <p:nvPr/>
          </p:nvPicPr>
          <p:blipFill>
            <a:blip r:embed="rId4"/>
            <a:srcRect l="65725" t="63168" r="23128" b="25227"/>
            <a:stretch/>
          </p:blipFill>
          <p:spPr>
            <a:xfrm>
              <a:off x="8390751" y="2758116"/>
              <a:ext cx="266750" cy="342900"/>
            </a:xfrm>
            <a:prstGeom prst="rect">
              <a:avLst/>
            </a:prstGeom>
          </p:spPr>
        </p:pic>
        <p:pic>
          <p:nvPicPr>
            <p:cNvPr id="3233" name="Imagen 3232">
              <a:extLst>
                <a:ext uri="{FF2B5EF4-FFF2-40B4-BE49-F238E27FC236}">
                  <a16:creationId xmlns:a16="http://schemas.microsoft.com/office/drawing/2014/main" id="{C2457F67-FA85-B658-BC81-8CE6640E1B71}"/>
                </a:ext>
              </a:extLst>
            </p:cNvPr>
            <p:cNvPicPr>
              <a:picLocks noChangeAspect="1"/>
            </p:cNvPicPr>
            <p:nvPr/>
          </p:nvPicPr>
          <p:blipFill>
            <a:blip r:embed="rId4"/>
            <a:srcRect l="76360" t="63168" r="12493" b="25227"/>
            <a:stretch/>
          </p:blipFill>
          <p:spPr>
            <a:xfrm>
              <a:off x="8390751" y="4611739"/>
              <a:ext cx="266750" cy="342900"/>
            </a:xfrm>
            <a:prstGeom prst="rect">
              <a:avLst/>
            </a:prstGeom>
          </p:spPr>
        </p:pic>
        <p:pic>
          <p:nvPicPr>
            <p:cNvPr id="3234" name="Imagen 3233">
              <a:extLst>
                <a:ext uri="{FF2B5EF4-FFF2-40B4-BE49-F238E27FC236}">
                  <a16:creationId xmlns:a16="http://schemas.microsoft.com/office/drawing/2014/main" id="{B2DD3062-6021-31F3-DE83-BFAB7AC6FBC8}"/>
                </a:ext>
              </a:extLst>
            </p:cNvPr>
            <p:cNvPicPr>
              <a:picLocks noChangeAspect="1"/>
            </p:cNvPicPr>
            <p:nvPr/>
          </p:nvPicPr>
          <p:blipFill>
            <a:blip r:embed="rId4"/>
            <a:srcRect l="66027" t="77100" r="22826" b="11295"/>
            <a:stretch/>
          </p:blipFill>
          <p:spPr>
            <a:xfrm>
              <a:off x="8107305" y="4970263"/>
              <a:ext cx="266750" cy="342900"/>
            </a:xfrm>
            <a:prstGeom prst="rect">
              <a:avLst/>
            </a:prstGeom>
          </p:spPr>
        </p:pic>
        <p:pic>
          <p:nvPicPr>
            <p:cNvPr id="3235" name="Imagen 3234">
              <a:extLst>
                <a:ext uri="{FF2B5EF4-FFF2-40B4-BE49-F238E27FC236}">
                  <a16:creationId xmlns:a16="http://schemas.microsoft.com/office/drawing/2014/main" id="{525A4E74-6983-55D2-259B-0039C400D980}"/>
                </a:ext>
              </a:extLst>
            </p:cNvPr>
            <p:cNvPicPr>
              <a:picLocks noChangeAspect="1"/>
            </p:cNvPicPr>
            <p:nvPr/>
          </p:nvPicPr>
          <p:blipFill>
            <a:blip r:embed="rId4"/>
            <a:srcRect l="66027" t="77100" r="22826" b="11295"/>
            <a:stretch/>
          </p:blipFill>
          <p:spPr>
            <a:xfrm>
              <a:off x="8107305" y="6062704"/>
              <a:ext cx="266750" cy="342900"/>
            </a:xfrm>
            <a:prstGeom prst="rect">
              <a:avLst/>
            </a:prstGeom>
          </p:spPr>
        </p:pic>
        <p:pic>
          <p:nvPicPr>
            <p:cNvPr id="3236" name="Imagen 3235">
              <a:extLst>
                <a:ext uri="{FF2B5EF4-FFF2-40B4-BE49-F238E27FC236}">
                  <a16:creationId xmlns:a16="http://schemas.microsoft.com/office/drawing/2014/main" id="{B22C1BC6-9873-A582-094B-0686B1F98738}"/>
                </a:ext>
              </a:extLst>
            </p:cNvPr>
            <p:cNvPicPr>
              <a:picLocks noChangeAspect="1"/>
            </p:cNvPicPr>
            <p:nvPr/>
          </p:nvPicPr>
          <p:blipFill>
            <a:blip r:embed="rId4"/>
            <a:srcRect l="33923" t="63168" r="54930" b="25227"/>
            <a:stretch/>
          </p:blipFill>
          <p:spPr>
            <a:xfrm>
              <a:off x="8107305" y="4611739"/>
              <a:ext cx="266750" cy="342900"/>
            </a:xfrm>
            <a:prstGeom prst="rect">
              <a:avLst/>
            </a:prstGeom>
          </p:spPr>
        </p:pic>
        <p:pic>
          <p:nvPicPr>
            <p:cNvPr id="3237" name="Imagen 3236">
              <a:extLst>
                <a:ext uri="{FF2B5EF4-FFF2-40B4-BE49-F238E27FC236}">
                  <a16:creationId xmlns:a16="http://schemas.microsoft.com/office/drawing/2014/main" id="{8EF7C86E-D482-EE89-3856-9424A3E893F2}"/>
                </a:ext>
              </a:extLst>
            </p:cNvPr>
            <p:cNvPicPr>
              <a:picLocks noChangeAspect="1"/>
            </p:cNvPicPr>
            <p:nvPr/>
          </p:nvPicPr>
          <p:blipFill>
            <a:blip r:embed="rId4"/>
            <a:srcRect l="33923" t="63168" r="54930" b="25227"/>
            <a:stretch/>
          </p:blipFill>
          <p:spPr>
            <a:xfrm>
              <a:off x="8107305" y="2758116"/>
              <a:ext cx="266750" cy="342900"/>
            </a:xfrm>
            <a:prstGeom prst="rect">
              <a:avLst/>
            </a:prstGeom>
          </p:spPr>
        </p:pic>
        <p:pic>
          <p:nvPicPr>
            <p:cNvPr id="3238" name="Imagen 3237">
              <a:extLst>
                <a:ext uri="{FF2B5EF4-FFF2-40B4-BE49-F238E27FC236}">
                  <a16:creationId xmlns:a16="http://schemas.microsoft.com/office/drawing/2014/main" id="{7B3734CD-6814-9847-FB84-8FB4DAA22EAD}"/>
                </a:ext>
              </a:extLst>
            </p:cNvPr>
            <p:cNvPicPr>
              <a:picLocks noChangeAspect="1"/>
            </p:cNvPicPr>
            <p:nvPr/>
          </p:nvPicPr>
          <p:blipFill>
            <a:blip r:embed="rId4"/>
            <a:srcRect l="33923" t="63168" r="54930" b="25227"/>
            <a:stretch/>
          </p:blipFill>
          <p:spPr>
            <a:xfrm>
              <a:off x="8107305" y="5686427"/>
              <a:ext cx="266750" cy="342900"/>
            </a:xfrm>
            <a:prstGeom prst="rect">
              <a:avLst/>
            </a:prstGeom>
          </p:spPr>
        </p:pic>
        <p:pic>
          <p:nvPicPr>
            <p:cNvPr id="3239" name="Imagen 3238">
              <a:extLst>
                <a:ext uri="{FF2B5EF4-FFF2-40B4-BE49-F238E27FC236}">
                  <a16:creationId xmlns:a16="http://schemas.microsoft.com/office/drawing/2014/main" id="{123C067C-4717-FAAC-9D07-7417EB000049}"/>
                </a:ext>
              </a:extLst>
            </p:cNvPr>
            <p:cNvPicPr>
              <a:picLocks noChangeAspect="1"/>
            </p:cNvPicPr>
            <p:nvPr/>
          </p:nvPicPr>
          <p:blipFill>
            <a:blip r:embed="rId4"/>
            <a:srcRect l="66027" t="77100" r="22826" b="11295"/>
            <a:stretch/>
          </p:blipFill>
          <p:spPr>
            <a:xfrm>
              <a:off x="8110329" y="1656161"/>
              <a:ext cx="266750" cy="342900"/>
            </a:xfrm>
            <a:prstGeom prst="rect">
              <a:avLst/>
            </a:prstGeom>
          </p:spPr>
        </p:pic>
        <p:pic>
          <p:nvPicPr>
            <p:cNvPr id="3240" name="Imagen 3239">
              <a:extLst>
                <a:ext uri="{FF2B5EF4-FFF2-40B4-BE49-F238E27FC236}">
                  <a16:creationId xmlns:a16="http://schemas.microsoft.com/office/drawing/2014/main" id="{E6056570-FD97-FE94-6331-18AC59A826EF}"/>
                </a:ext>
              </a:extLst>
            </p:cNvPr>
            <p:cNvPicPr>
              <a:picLocks noChangeAspect="1"/>
            </p:cNvPicPr>
            <p:nvPr/>
          </p:nvPicPr>
          <p:blipFill>
            <a:blip r:embed="rId4"/>
            <a:srcRect l="66027" t="77100" r="22826" b="11295"/>
            <a:stretch/>
          </p:blipFill>
          <p:spPr>
            <a:xfrm>
              <a:off x="8107305" y="3873611"/>
              <a:ext cx="266750" cy="342900"/>
            </a:xfrm>
            <a:prstGeom prst="rect">
              <a:avLst/>
            </a:prstGeom>
          </p:spPr>
        </p:pic>
        <p:pic>
          <p:nvPicPr>
            <p:cNvPr id="3241" name="Imagen 3240">
              <a:extLst>
                <a:ext uri="{FF2B5EF4-FFF2-40B4-BE49-F238E27FC236}">
                  <a16:creationId xmlns:a16="http://schemas.microsoft.com/office/drawing/2014/main" id="{5E4D2E61-51CE-0E66-B824-F642CFA4962A}"/>
                </a:ext>
              </a:extLst>
            </p:cNvPr>
            <p:cNvPicPr>
              <a:picLocks noChangeAspect="1"/>
            </p:cNvPicPr>
            <p:nvPr/>
          </p:nvPicPr>
          <p:blipFill>
            <a:blip r:embed="rId4"/>
            <a:srcRect l="33923" t="63168" r="54930" b="25227"/>
            <a:stretch/>
          </p:blipFill>
          <p:spPr>
            <a:xfrm>
              <a:off x="8107305" y="4255458"/>
              <a:ext cx="266750" cy="342900"/>
            </a:xfrm>
            <a:prstGeom prst="rect">
              <a:avLst/>
            </a:prstGeom>
          </p:spPr>
        </p:pic>
        <p:pic>
          <p:nvPicPr>
            <p:cNvPr id="3242" name="Imagen 3241">
              <a:extLst>
                <a:ext uri="{FF2B5EF4-FFF2-40B4-BE49-F238E27FC236}">
                  <a16:creationId xmlns:a16="http://schemas.microsoft.com/office/drawing/2014/main" id="{C8B96D6C-A0BE-4D73-1098-61167B1A6125}"/>
                </a:ext>
              </a:extLst>
            </p:cNvPr>
            <p:cNvPicPr>
              <a:picLocks noChangeAspect="1"/>
            </p:cNvPicPr>
            <p:nvPr/>
          </p:nvPicPr>
          <p:blipFill>
            <a:blip r:embed="rId4"/>
            <a:srcRect l="33923" t="63168" r="54930" b="25227"/>
            <a:stretch/>
          </p:blipFill>
          <p:spPr>
            <a:xfrm>
              <a:off x="8107305" y="2384545"/>
              <a:ext cx="266750" cy="342900"/>
            </a:xfrm>
            <a:prstGeom prst="rect">
              <a:avLst/>
            </a:prstGeom>
          </p:spPr>
        </p:pic>
        <p:pic>
          <p:nvPicPr>
            <p:cNvPr id="3243" name="Imagen 3242">
              <a:extLst>
                <a:ext uri="{FF2B5EF4-FFF2-40B4-BE49-F238E27FC236}">
                  <a16:creationId xmlns:a16="http://schemas.microsoft.com/office/drawing/2014/main" id="{023BDA6B-8577-6715-AEB5-A2F47827D85D}"/>
                </a:ext>
              </a:extLst>
            </p:cNvPr>
            <p:cNvPicPr>
              <a:picLocks noChangeAspect="1"/>
            </p:cNvPicPr>
            <p:nvPr/>
          </p:nvPicPr>
          <p:blipFill>
            <a:blip r:embed="rId4"/>
            <a:srcRect l="44426" t="63168" r="44426" b="25227"/>
            <a:stretch/>
          </p:blipFill>
          <p:spPr>
            <a:xfrm>
              <a:off x="8107305" y="5311489"/>
              <a:ext cx="266750" cy="342900"/>
            </a:xfrm>
            <a:prstGeom prst="rect">
              <a:avLst/>
            </a:prstGeom>
          </p:spPr>
        </p:pic>
        <p:pic>
          <p:nvPicPr>
            <p:cNvPr id="3244" name="Imagen 3243">
              <a:extLst>
                <a:ext uri="{FF2B5EF4-FFF2-40B4-BE49-F238E27FC236}">
                  <a16:creationId xmlns:a16="http://schemas.microsoft.com/office/drawing/2014/main" id="{2CEE3474-68CF-A180-9EEB-A4698253E1A5}"/>
                </a:ext>
              </a:extLst>
            </p:cNvPr>
            <p:cNvPicPr>
              <a:picLocks noChangeAspect="1"/>
            </p:cNvPicPr>
            <p:nvPr/>
          </p:nvPicPr>
          <p:blipFill>
            <a:blip r:embed="rId4"/>
            <a:srcRect l="33923" t="63168" r="54930" b="25227"/>
            <a:stretch/>
          </p:blipFill>
          <p:spPr>
            <a:xfrm>
              <a:off x="8107305" y="3140200"/>
              <a:ext cx="266750" cy="342900"/>
            </a:xfrm>
            <a:prstGeom prst="rect">
              <a:avLst/>
            </a:prstGeom>
          </p:spPr>
        </p:pic>
        <p:pic>
          <p:nvPicPr>
            <p:cNvPr id="3245" name="Imagen 3244">
              <a:extLst>
                <a:ext uri="{FF2B5EF4-FFF2-40B4-BE49-F238E27FC236}">
                  <a16:creationId xmlns:a16="http://schemas.microsoft.com/office/drawing/2014/main" id="{B425284A-40C8-EB38-2FE5-D872046DD54E}"/>
                </a:ext>
              </a:extLst>
            </p:cNvPr>
            <p:cNvPicPr>
              <a:picLocks noChangeAspect="1"/>
            </p:cNvPicPr>
            <p:nvPr/>
          </p:nvPicPr>
          <p:blipFill>
            <a:blip r:embed="rId4"/>
            <a:srcRect l="44426" t="63168" r="44426" b="25227"/>
            <a:stretch/>
          </p:blipFill>
          <p:spPr>
            <a:xfrm>
              <a:off x="8390751" y="4255458"/>
              <a:ext cx="266750" cy="342900"/>
            </a:xfrm>
            <a:prstGeom prst="rect">
              <a:avLst/>
            </a:prstGeom>
          </p:spPr>
        </p:pic>
        <p:pic>
          <p:nvPicPr>
            <p:cNvPr id="3246" name="Imagen 3245">
              <a:extLst>
                <a:ext uri="{FF2B5EF4-FFF2-40B4-BE49-F238E27FC236}">
                  <a16:creationId xmlns:a16="http://schemas.microsoft.com/office/drawing/2014/main" id="{58D1463D-5365-60D0-F5FC-5ED3DA72DB20}"/>
                </a:ext>
              </a:extLst>
            </p:cNvPr>
            <p:cNvPicPr>
              <a:picLocks noChangeAspect="1"/>
            </p:cNvPicPr>
            <p:nvPr/>
          </p:nvPicPr>
          <p:blipFill>
            <a:blip r:embed="rId4"/>
            <a:srcRect l="44426" t="63168" r="44426" b="25227"/>
            <a:stretch/>
          </p:blipFill>
          <p:spPr>
            <a:xfrm>
              <a:off x="8390751" y="5686427"/>
              <a:ext cx="266750" cy="342900"/>
            </a:xfrm>
            <a:prstGeom prst="rect">
              <a:avLst/>
            </a:prstGeom>
          </p:spPr>
        </p:pic>
        <p:pic>
          <p:nvPicPr>
            <p:cNvPr id="3247" name="Imagen 3246">
              <a:extLst>
                <a:ext uri="{FF2B5EF4-FFF2-40B4-BE49-F238E27FC236}">
                  <a16:creationId xmlns:a16="http://schemas.microsoft.com/office/drawing/2014/main" id="{2BB954A3-CAF6-B563-FE1C-F4BBD678D7E8}"/>
                </a:ext>
              </a:extLst>
            </p:cNvPr>
            <p:cNvPicPr>
              <a:picLocks noChangeAspect="1"/>
            </p:cNvPicPr>
            <p:nvPr/>
          </p:nvPicPr>
          <p:blipFill>
            <a:blip r:embed="rId4"/>
            <a:srcRect l="44778" t="77100" r="44075" b="11295"/>
            <a:stretch/>
          </p:blipFill>
          <p:spPr>
            <a:xfrm>
              <a:off x="8390751" y="6062704"/>
              <a:ext cx="266750" cy="342900"/>
            </a:xfrm>
            <a:prstGeom prst="rect">
              <a:avLst/>
            </a:prstGeom>
          </p:spPr>
        </p:pic>
        <p:pic>
          <p:nvPicPr>
            <p:cNvPr id="3248" name="Imagen 3247">
              <a:extLst>
                <a:ext uri="{FF2B5EF4-FFF2-40B4-BE49-F238E27FC236}">
                  <a16:creationId xmlns:a16="http://schemas.microsoft.com/office/drawing/2014/main" id="{F3D112E9-6086-A4B0-2EA1-2FD4A5827187}"/>
                </a:ext>
              </a:extLst>
            </p:cNvPr>
            <p:cNvPicPr>
              <a:picLocks noChangeAspect="1"/>
            </p:cNvPicPr>
            <p:nvPr/>
          </p:nvPicPr>
          <p:blipFill>
            <a:blip r:embed="rId4"/>
            <a:srcRect l="65725" t="63168" r="23128" b="25227"/>
            <a:stretch/>
          </p:blipFill>
          <p:spPr>
            <a:xfrm>
              <a:off x="8390751" y="3873611"/>
              <a:ext cx="266750" cy="342900"/>
            </a:xfrm>
            <a:prstGeom prst="rect">
              <a:avLst/>
            </a:prstGeom>
          </p:spPr>
        </p:pic>
        <p:pic>
          <p:nvPicPr>
            <p:cNvPr id="3249" name="Imagen 3248">
              <a:extLst>
                <a:ext uri="{FF2B5EF4-FFF2-40B4-BE49-F238E27FC236}">
                  <a16:creationId xmlns:a16="http://schemas.microsoft.com/office/drawing/2014/main" id="{6F0F02E9-1064-DA68-39C1-5E6A00577570}"/>
                </a:ext>
              </a:extLst>
            </p:cNvPr>
            <p:cNvPicPr>
              <a:picLocks noChangeAspect="1"/>
            </p:cNvPicPr>
            <p:nvPr/>
          </p:nvPicPr>
          <p:blipFill>
            <a:blip r:embed="rId4"/>
            <a:srcRect l="76360" t="63168" r="12493" b="25227"/>
            <a:stretch/>
          </p:blipFill>
          <p:spPr>
            <a:xfrm>
              <a:off x="8390751" y="5311489"/>
              <a:ext cx="266750" cy="342900"/>
            </a:xfrm>
            <a:prstGeom prst="rect">
              <a:avLst/>
            </a:prstGeom>
          </p:spPr>
        </p:pic>
        <p:pic>
          <p:nvPicPr>
            <p:cNvPr id="3250" name="Imagen 3249">
              <a:extLst>
                <a:ext uri="{FF2B5EF4-FFF2-40B4-BE49-F238E27FC236}">
                  <a16:creationId xmlns:a16="http://schemas.microsoft.com/office/drawing/2014/main" id="{0D3FD3CA-199B-46B5-1D92-6D5133D51FC4}"/>
                </a:ext>
              </a:extLst>
            </p:cNvPr>
            <p:cNvPicPr>
              <a:picLocks noChangeAspect="1"/>
            </p:cNvPicPr>
            <p:nvPr/>
          </p:nvPicPr>
          <p:blipFill>
            <a:blip r:embed="rId4"/>
            <a:srcRect l="34130" t="77100" r="54723" b="11295"/>
            <a:stretch/>
          </p:blipFill>
          <p:spPr>
            <a:xfrm>
              <a:off x="8390751" y="3140200"/>
              <a:ext cx="266750" cy="342900"/>
            </a:xfrm>
            <a:prstGeom prst="rect">
              <a:avLst/>
            </a:prstGeom>
          </p:spPr>
        </p:pic>
        <p:pic>
          <p:nvPicPr>
            <p:cNvPr id="3251" name="Imagen 3250">
              <a:extLst>
                <a:ext uri="{FF2B5EF4-FFF2-40B4-BE49-F238E27FC236}">
                  <a16:creationId xmlns:a16="http://schemas.microsoft.com/office/drawing/2014/main" id="{8409EA74-746B-7626-A7A3-6E2AA2B03AB1}"/>
                </a:ext>
              </a:extLst>
            </p:cNvPr>
            <p:cNvPicPr>
              <a:picLocks noChangeAspect="1"/>
            </p:cNvPicPr>
            <p:nvPr/>
          </p:nvPicPr>
          <p:blipFill>
            <a:blip r:embed="rId4"/>
            <a:srcRect l="34130" t="77100" r="54723" b="11295"/>
            <a:stretch/>
          </p:blipFill>
          <p:spPr>
            <a:xfrm>
              <a:off x="8393883" y="1656161"/>
              <a:ext cx="266750" cy="342900"/>
            </a:xfrm>
            <a:prstGeom prst="rect">
              <a:avLst/>
            </a:prstGeom>
          </p:spPr>
        </p:pic>
        <p:pic>
          <p:nvPicPr>
            <p:cNvPr id="3252" name="Imagen 3251">
              <a:extLst>
                <a:ext uri="{FF2B5EF4-FFF2-40B4-BE49-F238E27FC236}">
                  <a16:creationId xmlns:a16="http://schemas.microsoft.com/office/drawing/2014/main" id="{1937F9A0-3EE9-77A5-1D26-AD0B478C154F}"/>
                </a:ext>
              </a:extLst>
            </p:cNvPr>
            <p:cNvPicPr>
              <a:picLocks noChangeAspect="1"/>
            </p:cNvPicPr>
            <p:nvPr/>
          </p:nvPicPr>
          <p:blipFill>
            <a:blip r:embed="rId4"/>
            <a:srcRect l="44426" t="63168" r="44426" b="25227"/>
            <a:stretch/>
          </p:blipFill>
          <p:spPr>
            <a:xfrm>
              <a:off x="8390751" y="2384545"/>
              <a:ext cx="266750" cy="342900"/>
            </a:xfrm>
            <a:prstGeom prst="rect">
              <a:avLst/>
            </a:prstGeom>
          </p:spPr>
        </p:pic>
        <p:pic>
          <p:nvPicPr>
            <p:cNvPr id="3253" name="Imagen 3252">
              <a:extLst>
                <a:ext uri="{FF2B5EF4-FFF2-40B4-BE49-F238E27FC236}">
                  <a16:creationId xmlns:a16="http://schemas.microsoft.com/office/drawing/2014/main" id="{4B4EDEFB-49CA-3618-F887-3A80F66B1755}"/>
                </a:ext>
              </a:extLst>
            </p:cNvPr>
            <p:cNvPicPr>
              <a:picLocks noChangeAspect="1"/>
            </p:cNvPicPr>
            <p:nvPr/>
          </p:nvPicPr>
          <p:blipFill>
            <a:blip r:embed="rId4"/>
            <a:srcRect l="65725" t="63168" r="23128" b="25227"/>
            <a:stretch/>
          </p:blipFill>
          <p:spPr>
            <a:xfrm>
              <a:off x="8390751" y="4970263"/>
              <a:ext cx="266750" cy="342900"/>
            </a:xfrm>
            <a:prstGeom prst="rect">
              <a:avLst/>
            </a:prstGeom>
          </p:spPr>
        </p:pic>
        <p:grpSp>
          <p:nvGrpSpPr>
            <p:cNvPr id="3254" name="Grupo 3253">
              <a:extLst>
                <a:ext uri="{FF2B5EF4-FFF2-40B4-BE49-F238E27FC236}">
                  <a16:creationId xmlns:a16="http://schemas.microsoft.com/office/drawing/2014/main" id="{54999016-6CB5-7DE4-3289-81B9CD44B5EF}"/>
                </a:ext>
              </a:extLst>
            </p:cNvPr>
            <p:cNvGrpSpPr/>
            <p:nvPr/>
          </p:nvGrpSpPr>
          <p:grpSpPr>
            <a:xfrm>
              <a:off x="8957643" y="4255458"/>
              <a:ext cx="266750" cy="342900"/>
              <a:chOff x="5053733" y="4472706"/>
              <a:chExt cx="764498" cy="795862"/>
            </a:xfrm>
          </p:grpSpPr>
          <p:pic>
            <p:nvPicPr>
              <p:cNvPr id="3820" name="Imagen 3819">
                <a:extLst>
                  <a:ext uri="{FF2B5EF4-FFF2-40B4-BE49-F238E27FC236}">
                    <a16:creationId xmlns:a16="http://schemas.microsoft.com/office/drawing/2014/main" id="{98EFC57E-5592-AC81-2057-0E688EF7106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21" name="Imagen 3820">
                <a:extLst>
                  <a:ext uri="{FF2B5EF4-FFF2-40B4-BE49-F238E27FC236}">
                    <a16:creationId xmlns:a16="http://schemas.microsoft.com/office/drawing/2014/main" id="{2E4EBCE2-5083-70F1-34F7-8185829C69C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55" name="Grupo 3254">
              <a:extLst>
                <a:ext uri="{FF2B5EF4-FFF2-40B4-BE49-F238E27FC236}">
                  <a16:creationId xmlns:a16="http://schemas.microsoft.com/office/drawing/2014/main" id="{BE44FAA5-C252-807B-A8BC-0EB440F0AC33}"/>
                </a:ext>
              </a:extLst>
            </p:cNvPr>
            <p:cNvGrpSpPr/>
            <p:nvPr/>
          </p:nvGrpSpPr>
          <p:grpSpPr>
            <a:xfrm>
              <a:off x="8957643" y="3502366"/>
              <a:ext cx="266750" cy="342900"/>
              <a:chOff x="5053733" y="4472706"/>
              <a:chExt cx="764498" cy="795862"/>
            </a:xfrm>
          </p:grpSpPr>
          <p:pic>
            <p:nvPicPr>
              <p:cNvPr id="3818" name="Imagen 3817">
                <a:extLst>
                  <a:ext uri="{FF2B5EF4-FFF2-40B4-BE49-F238E27FC236}">
                    <a16:creationId xmlns:a16="http://schemas.microsoft.com/office/drawing/2014/main" id="{372D2BAB-26DE-3FE8-44EF-5F388D0C330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19" name="Imagen 3818">
                <a:extLst>
                  <a:ext uri="{FF2B5EF4-FFF2-40B4-BE49-F238E27FC236}">
                    <a16:creationId xmlns:a16="http://schemas.microsoft.com/office/drawing/2014/main" id="{7F94B5E1-7A5F-A643-CD75-A284C553226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56" name="Grupo 3255">
              <a:extLst>
                <a:ext uri="{FF2B5EF4-FFF2-40B4-BE49-F238E27FC236}">
                  <a16:creationId xmlns:a16="http://schemas.microsoft.com/office/drawing/2014/main" id="{A9CFBDF3-DDA0-82DB-FFE6-A2CAF337507E}"/>
                </a:ext>
              </a:extLst>
            </p:cNvPr>
            <p:cNvGrpSpPr/>
            <p:nvPr/>
          </p:nvGrpSpPr>
          <p:grpSpPr>
            <a:xfrm>
              <a:off x="8957643" y="3873611"/>
              <a:ext cx="266750" cy="342900"/>
              <a:chOff x="5053733" y="4472706"/>
              <a:chExt cx="764498" cy="795862"/>
            </a:xfrm>
          </p:grpSpPr>
          <p:pic>
            <p:nvPicPr>
              <p:cNvPr id="3816" name="Imagen 3815">
                <a:extLst>
                  <a:ext uri="{FF2B5EF4-FFF2-40B4-BE49-F238E27FC236}">
                    <a16:creationId xmlns:a16="http://schemas.microsoft.com/office/drawing/2014/main" id="{9607F410-D2FB-F010-7E51-42ADDD714B6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17" name="Imagen 3816">
                <a:extLst>
                  <a:ext uri="{FF2B5EF4-FFF2-40B4-BE49-F238E27FC236}">
                    <a16:creationId xmlns:a16="http://schemas.microsoft.com/office/drawing/2014/main" id="{3EE8F197-526A-BA23-2ACB-1FD8B64E4CD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57" name="Grupo 3256">
              <a:extLst>
                <a:ext uri="{FF2B5EF4-FFF2-40B4-BE49-F238E27FC236}">
                  <a16:creationId xmlns:a16="http://schemas.microsoft.com/office/drawing/2014/main" id="{B72E7EF3-88EA-08A3-5B2F-F0D91192AC1D}"/>
                </a:ext>
              </a:extLst>
            </p:cNvPr>
            <p:cNvGrpSpPr/>
            <p:nvPr/>
          </p:nvGrpSpPr>
          <p:grpSpPr>
            <a:xfrm>
              <a:off x="8967656" y="1291071"/>
              <a:ext cx="266750" cy="342900"/>
              <a:chOff x="5053733" y="4472706"/>
              <a:chExt cx="764498" cy="795862"/>
            </a:xfrm>
          </p:grpSpPr>
          <p:pic>
            <p:nvPicPr>
              <p:cNvPr id="3814" name="Imagen 3813">
                <a:extLst>
                  <a:ext uri="{FF2B5EF4-FFF2-40B4-BE49-F238E27FC236}">
                    <a16:creationId xmlns:a16="http://schemas.microsoft.com/office/drawing/2014/main" id="{DA059218-96AA-50A0-5435-8EC99931255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15" name="Imagen 3814">
                <a:extLst>
                  <a:ext uri="{FF2B5EF4-FFF2-40B4-BE49-F238E27FC236}">
                    <a16:creationId xmlns:a16="http://schemas.microsoft.com/office/drawing/2014/main" id="{7F0C7863-F435-B23C-8244-BFE7D910F4C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58" name="Grupo 3257">
              <a:extLst>
                <a:ext uri="{FF2B5EF4-FFF2-40B4-BE49-F238E27FC236}">
                  <a16:creationId xmlns:a16="http://schemas.microsoft.com/office/drawing/2014/main" id="{D0D00D61-5AE1-52C1-4989-8675D319FEBE}"/>
                </a:ext>
              </a:extLst>
            </p:cNvPr>
            <p:cNvGrpSpPr/>
            <p:nvPr/>
          </p:nvGrpSpPr>
          <p:grpSpPr>
            <a:xfrm>
              <a:off x="8957643" y="3140200"/>
              <a:ext cx="266750" cy="342900"/>
              <a:chOff x="5053733" y="4472706"/>
              <a:chExt cx="764498" cy="795862"/>
            </a:xfrm>
          </p:grpSpPr>
          <p:pic>
            <p:nvPicPr>
              <p:cNvPr id="3812" name="Imagen 3811">
                <a:extLst>
                  <a:ext uri="{FF2B5EF4-FFF2-40B4-BE49-F238E27FC236}">
                    <a16:creationId xmlns:a16="http://schemas.microsoft.com/office/drawing/2014/main" id="{6024B65D-4E53-0103-AEAC-57F72686408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13" name="Imagen 3812">
                <a:extLst>
                  <a:ext uri="{FF2B5EF4-FFF2-40B4-BE49-F238E27FC236}">
                    <a16:creationId xmlns:a16="http://schemas.microsoft.com/office/drawing/2014/main" id="{17D115BB-5EED-3659-5A67-1766C407A67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59" name="Grupo 3258">
              <a:extLst>
                <a:ext uri="{FF2B5EF4-FFF2-40B4-BE49-F238E27FC236}">
                  <a16:creationId xmlns:a16="http://schemas.microsoft.com/office/drawing/2014/main" id="{E3FF0C55-A360-EEDB-ABA1-A2FADE8F490C}"/>
                </a:ext>
              </a:extLst>
            </p:cNvPr>
            <p:cNvGrpSpPr/>
            <p:nvPr/>
          </p:nvGrpSpPr>
          <p:grpSpPr>
            <a:xfrm>
              <a:off x="8674197" y="3502366"/>
              <a:ext cx="266750" cy="342900"/>
              <a:chOff x="5053733" y="4472706"/>
              <a:chExt cx="764498" cy="795862"/>
            </a:xfrm>
          </p:grpSpPr>
          <p:pic>
            <p:nvPicPr>
              <p:cNvPr id="3810" name="Imagen 3809">
                <a:extLst>
                  <a:ext uri="{FF2B5EF4-FFF2-40B4-BE49-F238E27FC236}">
                    <a16:creationId xmlns:a16="http://schemas.microsoft.com/office/drawing/2014/main" id="{1A37924A-4A5D-55D1-1715-4CA98A85F88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11" name="Imagen 3810">
                <a:extLst>
                  <a:ext uri="{FF2B5EF4-FFF2-40B4-BE49-F238E27FC236}">
                    <a16:creationId xmlns:a16="http://schemas.microsoft.com/office/drawing/2014/main" id="{25521A3B-B4AF-252D-3D96-E7EA8C192DF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0" name="Grupo 3259">
              <a:extLst>
                <a:ext uri="{FF2B5EF4-FFF2-40B4-BE49-F238E27FC236}">
                  <a16:creationId xmlns:a16="http://schemas.microsoft.com/office/drawing/2014/main" id="{F2326591-C1B0-D7EF-BF9E-94D23F555039}"/>
                </a:ext>
              </a:extLst>
            </p:cNvPr>
            <p:cNvGrpSpPr/>
            <p:nvPr/>
          </p:nvGrpSpPr>
          <p:grpSpPr>
            <a:xfrm>
              <a:off x="8674197" y="3873611"/>
              <a:ext cx="266750" cy="342900"/>
              <a:chOff x="5053733" y="4472706"/>
              <a:chExt cx="764498" cy="795862"/>
            </a:xfrm>
          </p:grpSpPr>
          <p:pic>
            <p:nvPicPr>
              <p:cNvPr id="3808" name="Imagen 3807">
                <a:extLst>
                  <a:ext uri="{FF2B5EF4-FFF2-40B4-BE49-F238E27FC236}">
                    <a16:creationId xmlns:a16="http://schemas.microsoft.com/office/drawing/2014/main" id="{86534BA5-8864-6FAF-ED24-285E1411FBD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09" name="Imagen 3808">
                <a:extLst>
                  <a:ext uri="{FF2B5EF4-FFF2-40B4-BE49-F238E27FC236}">
                    <a16:creationId xmlns:a16="http://schemas.microsoft.com/office/drawing/2014/main" id="{B01E8C62-5053-BF7E-3258-5D180605F8D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1" name="Grupo 3260">
              <a:extLst>
                <a:ext uri="{FF2B5EF4-FFF2-40B4-BE49-F238E27FC236}">
                  <a16:creationId xmlns:a16="http://schemas.microsoft.com/office/drawing/2014/main" id="{51268351-E9A2-E16A-F111-E42B551B5381}"/>
                </a:ext>
              </a:extLst>
            </p:cNvPr>
            <p:cNvGrpSpPr/>
            <p:nvPr/>
          </p:nvGrpSpPr>
          <p:grpSpPr>
            <a:xfrm>
              <a:off x="8683887" y="1291071"/>
              <a:ext cx="266750" cy="342900"/>
              <a:chOff x="5053733" y="4472706"/>
              <a:chExt cx="764498" cy="795862"/>
            </a:xfrm>
          </p:grpSpPr>
          <p:pic>
            <p:nvPicPr>
              <p:cNvPr id="3806" name="Imagen 3805">
                <a:extLst>
                  <a:ext uri="{FF2B5EF4-FFF2-40B4-BE49-F238E27FC236}">
                    <a16:creationId xmlns:a16="http://schemas.microsoft.com/office/drawing/2014/main" id="{76DA3BBA-4CC0-D499-7E12-D9DE9B17657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07" name="Imagen 3806">
                <a:extLst>
                  <a:ext uri="{FF2B5EF4-FFF2-40B4-BE49-F238E27FC236}">
                    <a16:creationId xmlns:a16="http://schemas.microsoft.com/office/drawing/2014/main" id="{97731004-393D-6417-06FB-9CE970E4ED9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2" name="Grupo 3261">
              <a:extLst>
                <a:ext uri="{FF2B5EF4-FFF2-40B4-BE49-F238E27FC236}">
                  <a16:creationId xmlns:a16="http://schemas.microsoft.com/office/drawing/2014/main" id="{9F3E63D0-C37C-3DCD-74EB-682A176324D9}"/>
                </a:ext>
              </a:extLst>
            </p:cNvPr>
            <p:cNvGrpSpPr/>
            <p:nvPr/>
          </p:nvGrpSpPr>
          <p:grpSpPr>
            <a:xfrm>
              <a:off x="8674197" y="3140200"/>
              <a:ext cx="266750" cy="342900"/>
              <a:chOff x="5053733" y="4472706"/>
              <a:chExt cx="764498" cy="795862"/>
            </a:xfrm>
          </p:grpSpPr>
          <p:pic>
            <p:nvPicPr>
              <p:cNvPr id="3804" name="Imagen 3803">
                <a:extLst>
                  <a:ext uri="{FF2B5EF4-FFF2-40B4-BE49-F238E27FC236}">
                    <a16:creationId xmlns:a16="http://schemas.microsoft.com/office/drawing/2014/main" id="{2731FC0F-EA44-55A9-D6B4-7B186F6E292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05" name="Imagen 3804">
                <a:extLst>
                  <a:ext uri="{FF2B5EF4-FFF2-40B4-BE49-F238E27FC236}">
                    <a16:creationId xmlns:a16="http://schemas.microsoft.com/office/drawing/2014/main" id="{5CC73837-03CB-DE7E-5B95-ED493343076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3" name="Grupo 3262">
              <a:extLst>
                <a:ext uri="{FF2B5EF4-FFF2-40B4-BE49-F238E27FC236}">
                  <a16:creationId xmlns:a16="http://schemas.microsoft.com/office/drawing/2014/main" id="{6E80CD29-4C78-CEAF-913E-2F7B62620289}"/>
                </a:ext>
              </a:extLst>
            </p:cNvPr>
            <p:cNvGrpSpPr/>
            <p:nvPr/>
          </p:nvGrpSpPr>
          <p:grpSpPr>
            <a:xfrm>
              <a:off x="8674197" y="4970263"/>
              <a:ext cx="266750" cy="342900"/>
              <a:chOff x="5053733" y="4472706"/>
              <a:chExt cx="764498" cy="795862"/>
            </a:xfrm>
          </p:grpSpPr>
          <p:pic>
            <p:nvPicPr>
              <p:cNvPr id="3802" name="Imagen 3801">
                <a:extLst>
                  <a:ext uri="{FF2B5EF4-FFF2-40B4-BE49-F238E27FC236}">
                    <a16:creationId xmlns:a16="http://schemas.microsoft.com/office/drawing/2014/main" id="{FD19CE91-AADD-E7DD-729E-0784BA7B00B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03" name="Imagen 3802">
                <a:extLst>
                  <a:ext uri="{FF2B5EF4-FFF2-40B4-BE49-F238E27FC236}">
                    <a16:creationId xmlns:a16="http://schemas.microsoft.com/office/drawing/2014/main" id="{0B534842-8932-7BF8-681A-A2ED2C5101C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4" name="Grupo 3263">
              <a:extLst>
                <a:ext uri="{FF2B5EF4-FFF2-40B4-BE49-F238E27FC236}">
                  <a16:creationId xmlns:a16="http://schemas.microsoft.com/office/drawing/2014/main" id="{7D327C4C-9C91-4942-596D-00A2020394A5}"/>
                </a:ext>
              </a:extLst>
            </p:cNvPr>
            <p:cNvGrpSpPr/>
            <p:nvPr/>
          </p:nvGrpSpPr>
          <p:grpSpPr>
            <a:xfrm>
              <a:off x="8957643" y="4970263"/>
              <a:ext cx="266750" cy="342900"/>
              <a:chOff x="5053733" y="4472706"/>
              <a:chExt cx="764498" cy="795862"/>
            </a:xfrm>
          </p:grpSpPr>
          <p:pic>
            <p:nvPicPr>
              <p:cNvPr id="3800" name="Imagen 3799">
                <a:extLst>
                  <a:ext uri="{FF2B5EF4-FFF2-40B4-BE49-F238E27FC236}">
                    <a16:creationId xmlns:a16="http://schemas.microsoft.com/office/drawing/2014/main" id="{2E7FB85C-329B-377A-A696-5D4E1DE3022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01" name="Imagen 3800">
                <a:extLst>
                  <a:ext uri="{FF2B5EF4-FFF2-40B4-BE49-F238E27FC236}">
                    <a16:creationId xmlns:a16="http://schemas.microsoft.com/office/drawing/2014/main" id="{B77E52CD-BC19-2879-737A-B76C7896E54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5" name="Grupo 3264">
              <a:extLst>
                <a:ext uri="{FF2B5EF4-FFF2-40B4-BE49-F238E27FC236}">
                  <a16:creationId xmlns:a16="http://schemas.microsoft.com/office/drawing/2014/main" id="{48D0B559-6018-89AC-578D-EA4644ECAB1C}"/>
                </a:ext>
              </a:extLst>
            </p:cNvPr>
            <p:cNvGrpSpPr/>
            <p:nvPr/>
          </p:nvGrpSpPr>
          <p:grpSpPr>
            <a:xfrm>
              <a:off x="8674197" y="4255458"/>
              <a:ext cx="266750" cy="342900"/>
              <a:chOff x="5053733" y="4472706"/>
              <a:chExt cx="764498" cy="795862"/>
            </a:xfrm>
          </p:grpSpPr>
          <p:pic>
            <p:nvPicPr>
              <p:cNvPr id="3798" name="Imagen 3797">
                <a:extLst>
                  <a:ext uri="{FF2B5EF4-FFF2-40B4-BE49-F238E27FC236}">
                    <a16:creationId xmlns:a16="http://schemas.microsoft.com/office/drawing/2014/main" id="{E6B2D355-F4B9-237A-B6E7-9AA2118F244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99" name="Imagen 3798">
                <a:extLst>
                  <a:ext uri="{FF2B5EF4-FFF2-40B4-BE49-F238E27FC236}">
                    <a16:creationId xmlns:a16="http://schemas.microsoft.com/office/drawing/2014/main" id="{87CD30D2-341A-E200-0D7B-DB912597912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6" name="Grupo 3265">
              <a:extLst>
                <a:ext uri="{FF2B5EF4-FFF2-40B4-BE49-F238E27FC236}">
                  <a16:creationId xmlns:a16="http://schemas.microsoft.com/office/drawing/2014/main" id="{9DC760F2-6CF1-869E-073B-7A308BBDB32A}"/>
                </a:ext>
              </a:extLst>
            </p:cNvPr>
            <p:cNvGrpSpPr/>
            <p:nvPr/>
          </p:nvGrpSpPr>
          <p:grpSpPr>
            <a:xfrm>
              <a:off x="8674197" y="5686427"/>
              <a:ext cx="266750" cy="342900"/>
              <a:chOff x="5053733" y="4472706"/>
              <a:chExt cx="764498" cy="795862"/>
            </a:xfrm>
          </p:grpSpPr>
          <p:pic>
            <p:nvPicPr>
              <p:cNvPr id="3796" name="Imagen 3795">
                <a:extLst>
                  <a:ext uri="{FF2B5EF4-FFF2-40B4-BE49-F238E27FC236}">
                    <a16:creationId xmlns:a16="http://schemas.microsoft.com/office/drawing/2014/main" id="{9D11C271-98FB-47BD-0E0F-EBF01653864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97" name="Imagen 3796">
                <a:extLst>
                  <a:ext uri="{FF2B5EF4-FFF2-40B4-BE49-F238E27FC236}">
                    <a16:creationId xmlns:a16="http://schemas.microsoft.com/office/drawing/2014/main" id="{8E8E5020-7568-8889-A1EF-619F14C20D1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7" name="Grupo 3266">
              <a:extLst>
                <a:ext uri="{FF2B5EF4-FFF2-40B4-BE49-F238E27FC236}">
                  <a16:creationId xmlns:a16="http://schemas.microsoft.com/office/drawing/2014/main" id="{58F1F485-3499-28B5-ACC8-D9675783FD48}"/>
                </a:ext>
              </a:extLst>
            </p:cNvPr>
            <p:cNvGrpSpPr/>
            <p:nvPr/>
          </p:nvGrpSpPr>
          <p:grpSpPr>
            <a:xfrm>
              <a:off x="8957643" y="5686427"/>
              <a:ext cx="266750" cy="342900"/>
              <a:chOff x="5053733" y="4472706"/>
              <a:chExt cx="764498" cy="795862"/>
            </a:xfrm>
          </p:grpSpPr>
          <p:pic>
            <p:nvPicPr>
              <p:cNvPr id="3794" name="Imagen 3793">
                <a:extLst>
                  <a:ext uri="{FF2B5EF4-FFF2-40B4-BE49-F238E27FC236}">
                    <a16:creationId xmlns:a16="http://schemas.microsoft.com/office/drawing/2014/main" id="{60F676C0-978D-ADA4-DE8A-896E7CBEF0A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95" name="Imagen 3794">
                <a:extLst>
                  <a:ext uri="{FF2B5EF4-FFF2-40B4-BE49-F238E27FC236}">
                    <a16:creationId xmlns:a16="http://schemas.microsoft.com/office/drawing/2014/main" id="{8806FA7C-EB27-284A-3BE4-E7CD769114F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8" name="Grupo 3267">
              <a:extLst>
                <a:ext uri="{FF2B5EF4-FFF2-40B4-BE49-F238E27FC236}">
                  <a16:creationId xmlns:a16="http://schemas.microsoft.com/office/drawing/2014/main" id="{AC4217DF-D21C-6CEA-67F5-12CA35D80CD6}"/>
                </a:ext>
              </a:extLst>
            </p:cNvPr>
            <p:cNvGrpSpPr/>
            <p:nvPr/>
          </p:nvGrpSpPr>
          <p:grpSpPr>
            <a:xfrm>
              <a:off x="8674197" y="5311489"/>
              <a:ext cx="266750" cy="342900"/>
              <a:chOff x="5053733" y="4472706"/>
              <a:chExt cx="764498" cy="795862"/>
            </a:xfrm>
          </p:grpSpPr>
          <p:pic>
            <p:nvPicPr>
              <p:cNvPr id="3792" name="Imagen 3791">
                <a:extLst>
                  <a:ext uri="{FF2B5EF4-FFF2-40B4-BE49-F238E27FC236}">
                    <a16:creationId xmlns:a16="http://schemas.microsoft.com/office/drawing/2014/main" id="{9EC3204A-CBB8-3714-014D-DC8869F9884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93" name="Imagen 3792">
                <a:extLst>
                  <a:ext uri="{FF2B5EF4-FFF2-40B4-BE49-F238E27FC236}">
                    <a16:creationId xmlns:a16="http://schemas.microsoft.com/office/drawing/2014/main" id="{465B3835-AB72-8AEA-50CA-00EEDDFAD08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69" name="Grupo 3268">
              <a:extLst>
                <a:ext uri="{FF2B5EF4-FFF2-40B4-BE49-F238E27FC236}">
                  <a16:creationId xmlns:a16="http://schemas.microsoft.com/office/drawing/2014/main" id="{7975794A-1CE3-1A9C-3DE9-F2BC3AC06CE2}"/>
                </a:ext>
              </a:extLst>
            </p:cNvPr>
            <p:cNvGrpSpPr/>
            <p:nvPr/>
          </p:nvGrpSpPr>
          <p:grpSpPr>
            <a:xfrm>
              <a:off x="8957643" y="5311489"/>
              <a:ext cx="266750" cy="342900"/>
              <a:chOff x="5053733" y="4472706"/>
              <a:chExt cx="764498" cy="795862"/>
            </a:xfrm>
          </p:grpSpPr>
          <p:pic>
            <p:nvPicPr>
              <p:cNvPr id="3790" name="Imagen 3789">
                <a:extLst>
                  <a:ext uri="{FF2B5EF4-FFF2-40B4-BE49-F238E27FC236}">
                    <a16:creationId xmlns:a16="http://schemas.microsoft.com/office/drawing/2014/main" id="{F35F2D84-DEAC-00FE-73A0-F4D8226ADC3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91" name="Imagen 3790">
                <a:extLst>
                  <a:ext uri="{FF2B5EF4-FFF2-40B4-BE49-F238E27FC236}">
                    <a16:creationId xmlns:a16="http://schemas.microsoft.com/office/drawing/2014/main" id="{644521DB-057C-635E-A089-9A8F774B638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0" name="Grupo 3269">
              <a:extLst>
                <a:ext uri="{FF2B5EF4-FFF2-40B4-BE49-F238E27FC236}">
                  <a16:creationId xmlns:a16="http://schemas.microsoft.com/office/drawing/2014/main" id="{F8E588EA-0DB5-97F7-C3A7-1ED856809946}"/>
                </a:ext>
              </a:extLst>
            </p:cNvPr>
            <p:cNvGrpSpPr/>
            <p:nvPr/>
          </p:nvGrpSpPr>
          <p:grpSpPr>
            <a:xfrm>
              <a:off x="8674197" y="6062704"/>
              <a:ext cx="266750" cy="342900"/>
              <a:chOff x="5053733" y="4472706"/>
              <a:chExt cx="764498" cy="795862"/>
            </a:xfrm>
          </p:grpSpPr>
          <p:pic>
            <p:nvPicPr>
              <p:cNvPr id="3788" name="Imagen 3787">
                <a:extLst>
                  <a:ext uri="{FF2B5EF4-FFF2-40B4-BE49-F238E27FC236}">
                    <a16:creationId xmlns:a16="http://schemas.microsoft.com/office/drawing/2014/main" id="{6593728F-3A68-6DFB-F4C2-0F0E4BBD62B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89" name="Imagen 3788">
                <a:extLst>
                  <a:ext uri="{FF2B5EF4-FFF2-40B4-BE49-F238E27FC236}">
                    <a16:creationId xmlns:a16="http://schemas.microsoft.com/office/drawing/2014/main" id="{6B7910CD-1BC8-E58B-9EA4-02A7A54CC78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1" name="Grupo 3270">
              <a:extLst>
                <a:ext uri="{FF2B5EF4-FFF2-40B4-BE49-F238E27FC236}">
                  <a16:creationId xmlns:a16="http://schemas.microsoft.com/office/drawing/2014/main" id="{2ED5975A-7D63-C692-5FDC-6A2F78A476FD}"/>
                </a:ext>
              </a:extLst>
            </p:cNvPr>
            <p:cNvGrpSpPr/>
            <p:nvPr/>
          </p:nvGrpSpPr>
          <p:grpSpPr>
            <a:xfrm>
              <a:off x="8957643" y="6062704"/>
              <a:ext cx="266750" cy="342900"/>
              <a:chOff x="5053733" y="4472706"/>
              <a:chExt cx="764498" cy="795862"/>
            </a:xfrm>
          </p:grpSpPr>
          <p:pic>
            <p:nvPicPr>
              <p:cNvPr id="3786" name="Imagen 3785">
                <a:extLst>
                  <a:ext uri="{FF2B5EF4-FFF2-40B4-BE49-F238E27FC236}">
                    <a16:creationId xmlns:a16="http://schemas.microsoft.com/office/drawing/2014/main" id="{51263B8A-3C3E-2582-A35D-70E0CD7DA25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87" name="Imagen 3786">
                <a:extLst>
                  <a:ext uri="{FF2B5EF4-FFF2-40B4-BE49-F238E27FC236}">
                    <a16:creationId xmlns:a16="http://schemas.microsoft.com/office/drawing/2014/main" id="{8E809F28-3993-1341-1CE8-34B5C6B005F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2" name="Grupo 3271">
              <a:extLst>
                <a:ext uri="{FF2B5EF4-FFF2-40B4-BE49-F238E27FC236}">
                  <a16:creationId xmlns:a16="http://schemas.microsoft.com/office/drawing/2014/main" id="{7AE77C83-5702-9557-22E9-07B485B47A6C}"/>
                </a:ext>
              </a:extLst>
            </p:cNvPr>
            <p:cNvGrpSpPr/>
            <p:nvPr/>
          </p:nvGrpSpPr>
          <p:grpSpPr>
            <a:xfrm>
              <a:off x="8960991" y="1656161"/>
              <a:ext cx="266750" cy="342900"/>
              <a:chOff x="5053733" y="4472706"/>
              <a:chExt cx="764498" cy="795862"/>
            </a:xfrm>
          </p:grpSpPr>
          <p:pic>
            <p:nvPicPr>
              <p:cNvPr id="3784" name="Imagen 3783">
                <a:extLst>
                  <a:ext uri="{FF2B5EF4-FFF2-40B4-BE49-F238E27FC236}">
                    <a16:creationId xmlns:a16="http://schemas.microsoft.com/office/drawing/2014/main" id="{16B91431-EF2E-9851-7BAF-2C742C65232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85" name="Imagen 3784">
                <a:extLst>
                  <a:ext uri="{FF2B5EF4-FFF2-40B4-BE49-F238E27FC236}">
                    <a16:creationId xmlns:a16="http://schemas.microsoft.com/office/drawing/2014/main" id="{E380CB36-4BB0-AD3B-6452-96C2F66D977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3" name="Grupo 3272">
              <a:extLst>
                <a:ext uri="{FF2B5EF4-FFF2-40B4-BE49-F238E27FC236}">
                  <a16:creationId xmlns:a16="http://schemas.microsoft.com/office/drawing/2014/main" id="{4F5F7FD6-5190-1554-8FD5-77B943A4D5E1}"/>
                </a:ext>
              </a:extLst>
            </p:cNvPr>
            <p:cNvGrpSpPr/>
            <p:nvPr/>
          </p:nvGrpSpPr>
          <p:grpSpPr>
            <a:xfrm>
              <a:off x="8677437" y="1656161"/>
              <a:ext cx="266750" cy="342900"/>
              <a:chOff x="5053733" y="4472706"/>
              <a:chExt cx="764498" cy="795862"/>
            </a:xfrm>
          </p:grpSpPr>
          <p:pic>
            <p:nvPicPr>
              <p:cNvPr id="3782" name="Imagen 3781">
                <a:extLst>
                  <a:ext uri="{FF2B5EF4-FFF2-40B4-BE49-F238E27FC236}">
                    <a16:creationId xmlns:a16="http://schemas.microsoft.com/office/drawing/2014/main" id="{342E9279-F25D-A37F-DD24-F176BD0CB31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83" name="Imagen 3782">
                <a:extLst>
                  <a:ext uri="{FF2B5EF4-FFF2-40B4-BE49-F238E27FC236}">
                    <a16:creationId xmlns:a16="http://schemas.microsoft.com/office/drawing/2014/main" id="{968B251C-9224-0717-4D5E-D64212ABC2C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4" name="Grupo 3273">
              <a:extLst>
                <a:ext uri="{FF2B5EF4-FFF2-40B4-BE49-F238E27FC236}">
                  <a16:creationId xmlns:a16="http://schemas.microsoft.com/office/drawing/2014/main" id="{E34FFB82-86B6-6939-13EC-03F6B924C9DA}"/>
                </a:ext>
              </a:extLst>
            </p:cNvPr>
            <p:cNvGrpSpPr/>
            <p:nvPr/>
          </p:nvGrpSpPr>
          <p:grpSpPr>
            <a:xfrm>
              <a:off x="8957643" y="2025139"/>
              <a:ext cx="266750" cy="342900"/>
              <a:chOff x="5053733" y="4472706"/>
              <a:chExt cx="764498" cy="795862"/>
            </a:xfrm>
          </p:grpSpPr>
          <p:pic>
            <p:nvPicPr>
              <p:cNvPr id="3780" name="Imagen 3779">
                <a:extLst>
                  <a:ext uri="{FF2B5EF4-FFF2-40B4-BE49-F238E27FC236}">
                    <a16:creationId xmlns:a16="http://schemas.microsoft.com/office/drawing/2014/main" id="{E1ED2198-EE1C-E738-DE67-EEC1A68A17D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81" name="Imagen 3780">
                <a:extLst>
                  <a:ext uri="{FF2B5EF4-FFF2-40B4-BE49-F238E27FC236}">
                    <a16:creationId xmlns:a16="http://schemas.microsoft.com/office/drawing/2014/main" id="{2CA4923B-D354-5FDE-377F-D1D51F252B4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5" name="Grupo 3274">
              <a:extLst>
                <a:ext uri="{FF2B5EF4-FFF2-40B4-BE49-F238E27FC236}">
                  <a16:creationId xmlns:a16="http://schemas.microsoft.com/office/drawing/2014/main" id="{316202EE-B0B3-1ED7-03F3-1BEC08A68E28}"/>
                </a:ext>
              </a:extLst>
            </p:cNvPr>
            <p:cNvGrpSpPr/>
            <p:nvPr/>
          </p:nvGrpSpPr>
          <p:grpSpPr>
            <a:xfrm>
              <a:off x="8674197" y="2025139"/>
              <a:ext cx="266750" cy="342900"/>
              <a:chOff x="5053733" y="4472706"/>
              <a:chExt cx="764498" cy="795862"/>
            </a:xfrm>
          </p:grpSpPr>
          <p:pic>
            <p:nvPicPr>
              <p:cNvPr id="3778" name="Imagen 3777">
                <a:extLst>
                  <a:ext uri="{FF2B5EF4-FFF2-40B4-BE49-F238E27FC236}">
                    <a16:creationId xmlns:a16="http://schemas.microsoft.com/office/drawing/2014/main" id="{5CDDBAE1-13D8-05DC-984F-0175EE9E64B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79" name="Imagen 3778">
                <a:extLst>
                  <a:ext uri="{FF2B5EF4-FFF2-40B4-BE49-F238E27FC236}">
                    <a16:creationId xmlns:a16="http://schemas.microsoft.com/office/drawing/2014/main" id="{9BA65F8F-B08D-F4F1-FC4B-4CE13171DFA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6" name="Grupo 3275">
              <a:extLst>
                <a:ext uri="{FF2B5EF4-FFF2-40B4-BE49-F238E27FC236}">
                  <a16:creationId xmlns:a16="http://schemas.microsoft.com/office/drawing/2014/main" id="{59ED32FE-61C3-10D4-4595-1CEC542FECBE}"/>
                </a:ext>
              </a:extLst>
            </p:cNvPr>
            <p:cNvGrpSpPr/>
            <p:nvPr/>
          </p:nvGrpSpPr>
          <p:grpSpPr>
            <a:xfrm>
              <a:off x="8957643" y="2384545"/>
              <a:ext cx="266750" cy="342900"/>
              <a:chOff x="5053733" y="4472706"/>
              <a:chExt cx="764498" cy="795862"/>
            </a:xfrm>
          </p:grpSpPr>
          <p:pic>
            <p:nvPicPr>
              <p:cNvPr id="3776" name="Imagen 3775">
                <a:extLst>
                  <a:ext uri="{FF2B5EF4-FFF2-40B4-BE49-F238E27FC236}">
                    <a16:creationId xmlns:a16="http://schemas.microsoft.com/office/drawing/2014/main" id="{AFA1B412-AFEF-6ECE-AF5B-D30472718BB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77" name="Imagen 3776">
                <a:extLst>
                  <a:ext uri="{FF2B5EF4-FFF2-40B4-BE49-F238E27FC236}">
                    <a16:creationId xmlns:a16="http://schemas.microsoft.com/office/drawing/2014/main" id="{DF5048A4-BDA9-00F9-9716-239D570B0F9B}"/>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7" name="Grupo 3276">
              <a:extLst>
                <a:ext uri="{FF2B5EF4-FFF2-40B4-BE49-F238E27FC236}">
                  <a16:creationId xmlns:a16="http://schemas.microsoft.com/office/drawing/2014/main" id="{024700C8-21B9-A53B-38F5-D8221C884549}"/>
                </a:ext>
              </a:extLst>
            </p:cNvPr>
            <p:cNvGrpSpPr/>
            <p:nvPr/>
          </p:nvGrpSpPr>
          <p:grpSpPr>
            <a:xfrm>
              <a:off x="8674197" y="2384545"/>
              <a:ext cx="266750" cy="342900"/>
              <a:chOff x="5053733" y="4472706"/>
              <a:chExt cx="764498" cy="795862"/>
            </a:xfrm>
          </p:grpSpPr>
          <p:pic>
            <p:nvPicPr>
              <p:cNvPr id="3774" name="Imagen 3773">
                <a:extLst>
                  <a:ext uri="{FF2B5EF4-FFF2-40B4-BE49-F238E27FC236}">
                    <a16:creationId xmlns:a16="http://schemas.microsoft.com/office/drawing/2014/main" id="{414A1643-C0D6-2F07-F00B-FC5DD20CCB4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75" name="Imagen 3774">
                <a:extLst>
                  <a:ext uri="{FF2B5EF4-FFF2-40B4-BE49-F238E27FC236}">
                    <a16:creationId xmlns:a16="http://schemas.microsoft.com/office/drawing/2014/main" id="{0C75AAA5-4C04-C367-6D8F-41A018150DE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8" name="Grupo 3277">
              <a:extLst>
                <a:ext uri="{FF2B5EF4-FFF2-40B4-BE49-F238E27FC236}">
                  <a16:creationId xmlns:a16="http://schemas.microsoft.com/office/drawing/2014/main" id="{8B32E008-600B-4F18-C0E0-76916BC437BF}"/>
                </a:ext>
              </a:extLst>
            </p:cNvPr>
            <p:cNvGrpSpPr/>
            <p:nvPr/>
          </p:nvGrpSpPr>
          <p:grpSpPr>
            <a:xfrm>
              <a:off x="8957643" y="2758116"/>
              <a:ext cx="266750" cy="342900"/>
              <a:chOff x="5053733" y="4472706"/>
              <a:chExt cx="764498" cy="795862"/>
            </a:xfrm>
          </p:grpSpPr>
          <p:pic>
            <p:nvPicPr>
              <p:cNvPr id="3772" name="Imagen 3771">
                <a:extLst>
                  <a:ext uri="{FF2B5EF4-FFF2-40B4-BE49-F238E27FC236}">
                    <a16:creationId xmlns:a16="http://schemas.microsoft.com/office/drawing/2014/main" id="{26E9E9CE-0ECC-BD96-A69A-1A1E91C4CAC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73" name="Imagen 3772">
                <a:extLst>
                  <a:ext uri="{FF2B5EF4-FFF2-40B4-BE49-F238E27FC236}">
                    <a16:creationId xmlns:a16="http://schemas.microsoft.com/office/drawing/2014/main" id="{A1722721-D80E-FDD9-7588-7F8AEE1A1C0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79" name="Grupo 3278">
              <a:extLst>
                <a:ext uri="{FF2B5EF4-FFF2-40B4-BE49-F238E27FC236}">
                  <a16:creationId xmlns:a16="http://schemas.microsoft.com/office/drawing/2014/main" id="{A336EA05-9CDF-CDD3-F201-B70DB540987B}"/>
                </a:ext>
              </a:extLst>
            </p:cNvPr>
            <p:cNvGrpSpPr/>
            <p:nvPr/>
          </p:nvGrpSpPr>
          <p:grpSpPr>
            <a:xfrm>
              <a:off x="8674197" y="2758116"/>
              <a:ext cx="266750" cy="342900"/>
              <a:chOff x="5053733" y="4472706"/>
              <a:chExt cx="764498" cy="795862"/>
            </a:xfrm>
          </p:grpSpPr>
          <p:pic>
            <p:nvPicPr>
              <p:cNvPr id="3770" name="Imagen 3769">
                <a:extLst>
                  <a:ext uri="{FF2B5EF4-FFF2-40B4-BE49-F238E27FC236}">
                    <a16:creationId xmlns:a16="http://schemas.microsoft.com/office/drawing/2014/main" id="{649285ED-EB32-ABF4-D748-8E8316A70EE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71" name="Imagen 3770">
                <a:extLst>
                  <a:ext uri="{FF2B5EF4-FFF2-40B4-BE49-F238E27FC236}">
                    <a16:creationId xmlns:a16="http://schemas.microsoft.com/office/drawing/2014/main" id="{14578ECA-0284-CB5D-B3BB-1AAB5B7B1C6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80" name="Grupo 3279">
              <a:extLst>
                <a:ext uri="{FF2B5EF4-FFF2-40B4-BE49-F238E27FC236}">
                  <a16:creationId xmlns:a16="http://schemas.microsoft.com/office/drawing/2014/main" id="{6FD207C9-3ACA-3EF9-5A31-A98C06AB96C0}"/>
                </a:ext>
              </a:extLst>
            </p:cNvPr>
            <p:cNvGrpSpPr/>
            <p:nvPr/>
          </p:nvGrpSpPr>
          <p:grpSpPr>
            <a:xfrm>
              <a:off x="8674197" y="4611739"/>
              <a:ext cx="266750" cy="342900"/>
              <a:chOff x="5053733" y="4472706"/>
              <a:chExt cx="764498" cy="795862"/>
            </a:xfrm>
          </p:grpSpPr>
          <p:pic>
            <p:nvPicPr>
              <p:cNvPr id="3768" name="Imagen 3767">
                <a:extLst>
                  <a:ext uri="{FF2B5EF4-FFF2-40B4-BE49-F238E27FC236}">
                    <a16:creationId xmlns:a16="http://schemas.microsoft.com/office/drawing/2014/main" id="{192FDB4D-8EB9-031E-5EC4-55D3240DB53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69" name="Imagen 3768">
                <a:extLst>
                  <a:ext uri="{FF2B5EF4-FFF2-40B4-BE49-F238E27FC236}">
                    <a16:creationId xmlns:a16="http://schemas.microsoft.com/office/drawing/2014/main" id="{7E522E67-FF0D-E3C2-AC17-B294A1A0024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281" name="Grupo 3280">
              <a:extLst>
                <a:ext uri="{FF2B5EF4-FFF2-40B4-BE49-F238E27FC236}">
                  <a16:creationId xmlns:a16="http://schemas.microsoft.com/office/drawing/2014/main" id="{1B60774A-7010-AFE9-0B23-A554C49DB67B}"/>
                </a:ext>
              </a:extLst>
            </p:cNvPr>
            <p:cNvGrpSpPr/>
            <p:nvPr/>
          </p:nvGrpSpPr>
          <p:grpSpPr>
            <a:xfrm>
              <a:off x="8957643" y="4611739"/>
              <a:ext cx="266750" cy="342900"/>
              <a:chOff x="5053733" y="4472706"/>
              <a:chExt cx="764498" cy="795862"/>
            </a:xfrm>
          </p:grpSpPr>
          <p:pic>
            <p:nvPicPr>
              <p:cNvPr id="3766" name="Imagen 3765">
                <a:extLst>
                  <a:ext uri="{FF2B5EF4-FFF2-40B4-BE49-F238E27FC236}">
                    <a16:creationId xmlns:a16="http://schemas.microsoft.com/office/drawing/2014/main" id="{1BA54C7B-6CC5-3001-9594-6D810835553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67" name="Imagen 3766">
                <a:extLst>
                  <a:ext uri="{FF2B5EF4-FFF2-40B4-BE49-F238E27FC236}">
                    <a16:creationId xmlns:a16="http://schemas.microsoft.com/office/drawing/2014/main" id="{E1B19C5D-E9A8-E2C7-2F5B-0814FA86F55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282" name="Imagen 3281">
              <a:extLst>
                <a:ext uri="{FF2B5EF4-FFF2-40B4-BE49-F238E27FC236}">
                  <a16:creationId xmlns:a16="http://schemas.microsoft.com/office/drawing/2014/main" id="{346454E1-4594-DF1B-8266-6C26E8C15070}"/>
                </a:ext>
              </a:extLst>
            </p:cNvPr>
            <p:cNvPicPr>
              <a:picLocks noChangeAspect="1"/>
            </p:cNvPicPr>
            <p:nvPr/>
          </p:nvPicPr>
          <p:blipFill>
            <a:blip r:embed="rId4"/>
            <a:srcRect l="12624" t="34906" r="76229" b="53489"/>
            <a:stretch/>
          </p:blipFill>
          <p:spPr>
            <a:xfrm>
              <a:off x="9251425" y="1291071"/>
              <a:ext cx="266750" cy="342900"/>
            </a:xfrm>
            <a:prstGeom prst="rect">
              <a:avLst/>
            </a:prstGeom>
          </p:spPr>
        </p:pic>
        <p:pic>
          <p:nvPicPr>
            <p:cNvPr id="3283" name="Imagen 3282">
              <a:extLst>
                <a:ext uri="{FF2B5EF4-FFF2-40B4-BE49-F238E27FC236}">
                  <a16:creationId xmlns:a16="http://schemas.microsoft.com/office/drawing/2014/main" id="{B390C790-A4C9-7D07-A4FC-CD8120B89EAA}"/>
                </a:ext>
              </a:extLst>
            </p:cNvPr>
            <p:cNvPicPr>
              <a:picLocks noChangeAspect="1"/>
            </p:cNvPicPr>
            <p:nvPr/>
          </p:nvPicPr>
          <p:blipFill>
            <a:blip r:embed="rId4"/>
            <a:srcRect l="76281" t="21082" r="12572" b="67313"/>
            <a:stretch/>
          </p:blipFill>
          <p:spPr>
            <a:xfrm>
              <a:off x="9535194" y="1291071"/>
              <a:ext cx="266750" cy="342900"/>
            </a:xfrm>
            <a:prstGeom prst="rect">
              <a:avLst/>
            </a:prstGeom>
          </p:spPr>
        </p:pic>
        <p:grpSp>
          <p:nvGrpSpPr>
            <p:cNvPr id="3284" name="Grupo 3283">
              <a:extLst>
                <a:ext uri="{FF2B5EF4-FFF2-40B4-BE49-F238E27FC236}">
                  <a16:creationId xmlns:a16="http://schemas.microsoft.com/office/drawing/2014/main" id="{86451548-1985-2C7E-6AB9-510E7756E4FD}"/>
                </a:ext>
              </a:extLst>
            </p:cNvPr>
            <p:cNvGrpSpPr/>
            <p:nvPr/>
          </p:nvGrpSpPr>
          <p:grpSpPr>
            <a:xfrm>
              <a:off x="9818963" y="1291071"/>
              <a:ext cx="266750" cy="342900"/>
              <a:chOff x="5053733" y="4472706"/>
              <a:chExt cx="764498" cy="795862"/>
            </a:xfrm>
          </p:grpSpPr>
          <p:pic>
            <p:nvPicPr>
              <p:cNvPr id="3764" name="Imagen 3763">
                <a:extLst>
                  <a:ext uri="{FF2B5EF4-FFF2-40B4-BE49-F238E27FC236}">
                    <a16:creationId xmlns:a16="http://schemas.microsoft.com/office/drawing/2014/main" id="{4E58A02C-0AD8-15F0-B98F-843ACBD4077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65" name="Imagen 3764">
                <a:extLst>
                  <a:ext uri="{FF2B5EF4-FFF2-40B4-BE49-F238E27FC236}">
                    <a16:creationId xmlns:a16="http://schemas.microsoft.com/office/drawing/2014/main" id="{F6037B40-425F-57AA-5EC1-6EC210E4A0D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285" name="Imagen 3284">
              <a:extLst>
                <a:ext uri="{FF2B5EF4-FFF2-40B4-BE49-F238E27FC236}">
                  <a16:creationId xmlns:a16="http://schemas.microsoft.com/office/drawing/2014/main" id="{F6731C86-85F1-F08B-ACA4-F07B886AC48C}"/>
                </a:ext>
              </a:extLst>
            </p:cNvPr>
            <p:cNvPicPr>
              <a:picLocks noChangeAspect="1"/>
            </p:cNvPicPr>
            <p:nvPr/>
          </p:nvPicPr>
          <p:blipFill>
            <a:blip r:embed="rId4"/>
            <a:srcRect l="65685" t="34869" r="23168" b="53526"/>
            <a:stretch/>
          </p:blipFill>
          <p:spPr>
            <a:xfrm>
              <a:off x="10102732" y="1291071"/>
              <a:ext cx="266750" cy="342900"/>
            </a:xfrm>
            <a:prstGeom prst="rect">
              <a:avLst/>
            </a:prstGeom>
          </p:spPr>
        </p:pic>
        <p:pic>
          <p:nvPicPr>
            <p:cNvPr id="3286" name="Imagen 3285">
              <a:extLst>
                <a:ext uri="{FF2B5EF4-FFF2-40B4-BE49-F238E27FC236}">
                  <a16:creationId xmlns:a16="http://schemas.microsoft.com/office/drawing/2014/main" id="{BF294AB2-3FCC-DF12-4DA0-364058636923}"/>
                </a:ext>
              </a:extLst>
            </p:cNvPr>
            <p:cNvPicPr>
              <a:picLocks noChangeAspect="1"/>
            </p:cNvPicPr>
            <p:nvPr/>
          </p:nvPicPr>
          <p:blipFill>
            <a:blip r:embed="rId4"/>
            <a:srcRect l="23278" t="21261" r="65575" b="67134"/>
            <a:stretch/>
          </p:blipFill>
          <p:spPr>
            <a:xfrm>
              <a:off x="10386501" y="1291071"/>
              <a:ext cx="266750" cy="342900"/>
            </a:xfrm>
            <a:prstGeom prst="rect">
              <a:avLst/>
            </a:prstGeom>
          </p:spPr>
        </p:pic>
        <p:pic>
          <p:nvPicPr>
            <p:cNvPr id="3287" name="Imagen 3286">
              <a:extLst>
                <a:ext uri="{FF2B5EF4-FFF2-40B4-BE49-F238E27FC236}">
                  <a16:creationId xmlns:a16="http://schemas.microsoft.com/office/drawing/2014/main" id="{5AAB4816-0C1D-ADF4-070D-E6D213A244BA}"/>
                </a:ext>
              </a:extLst>
            </p:cNvPr>
            <p:cNvPicPr>
              <a:picLocks noChangeAspect="1"/>
            </p:cNvPicPr>
            <p:nvPr/>
          </p:nvPicPr>
          <p:blipFill>
            <a:blip r:embed="rId4"/>
            <a:srcRect l="65751" t="21142" r="23101" b="67253"/>
            <a:stretch/>
          </p:blipFill>
          <p:spPr>
            <a:xfrm>
              <a:off x="10670270" y="1291071"/>
              <a:ext cx="266750" cy="342900"/>
            </a:xfrm>
            <a:prstGeom prst="rect">
              <a:avLst/>
            </a:prstGeom>
          </p:spPr>
        </p:pic>
        <p:pic>
          <p:nvPicPr>
            <p:cNvPr id="3288" name="Imagen 3287">
              <a:extLst>
                <a:ext uri="{FF2B5EF4-FFF2-40B4-BE49-F238E27FC236}">
                  <a16:creationId xmlns:a16="http://schemas.microsoft.com/office/drawing/2014/main" id="{132FCE58-ADFE-1785-110F-3A39EC14CD54}"/>
                </a:ext>
              </a:extLst>
            </p:cNvPr>
            <p:cNvPicPr>
              <a:picLocks noChangeAspect="1"/>
            </p:cNvPicPr>
            <p:nvPr/>
          </p:nvPicPr>
          <p:blipFill>
            <a:blip r:embed="rId4"/>
            <a:srcRect l="55117" t="6975" r="33736" b="81420"/>
            <a:stretch/>
          </p:blipFill>
          <p:spPr>
            <a:xfrm>
              <a:off x="10954039" y="1291071"/>
              <a:ext cx="266750" cy="342900"/>
            </a:xfrm>
            <a:prstGeom prst="rect">
              <a:avLst/>
            </a:prstGeom>
          </p:spPr>
        </p:pic>
        <p:grpSp>
          <p:nvGrpSpPr>
            <p:cNvPr id="3289" name="Grupo 3288">
              <a:extLst>
                <a:ext uri="{FF2B5EF4-FFF2-40B4-BE49-F238E27FC236}">
                  <a16:creationId xmlns:a16="http://schemas.microsoft.com/office/drawing/2014/main" id="{0EECAA8D-6723-E177-4B85-669B96FBCB38}"/>
                </a:ext>
              </a:extLst>
            </p:cNvPr>
            <p:cNvGrpSpPr/>
            <p:nvPr/>
          </p:nvGrpSpPr>
          <p:grpSpPr>
            <a:xfrm>
              <a:off x="11225229" y="1291071"/>
              <a:ext cx="266750" cy="342900"/>
              <a:chOff x="5053733" y="4472706"/>
              <a:chExt cx="764498" cy="795862"/>
            </a:xfrm>
          </p:grpSpPr>
          <p:pic>
            <p:nvPicPr>
              <p:cNvPr id="3762" name="Imagen 3761">
                <a:extLst>
                  <a:ext uri="{FF2B5EF4-FFF2-40B4-BE49-F238E27FC236}">
                    <a16:creationId xmlns:a16="http://schemas.microsoft.com/office/drawing/2014/main" id="{011015BC-1C6C-3418-F250-217CD548EAAC}"/>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63" name="Imagen 3762">
                <a:extLst>
                  <a:ext uri="{FF2B5EF4-FFF2-40B4-BE49-F238E27FC236}">
                    <a16:creationId xmlns:a16="http://schemas.microsoft.com/office/drawing/2014/main" id="{73A2621B-A9AF-D405-2B6B-837D34B32FA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290" name="Imagen 3289">
              <a:extLst>
                <a:ext uri="{FF2B5EF4-FFF2-40B4-BE49-F238E27FC236}">
                  <a16:creationId xmlns:a16="http://schemas.microsoft.com/office/drawing/2014/main" id="{2A32E8D5-9011-4EA7-45FB-DED32514A18D}"/>
                </a:ext>
              </a:extLst>
            </p:cNvPr>
            <p:cNvPicPr>
              <a:picLocks noChangeAspect="1"/>
            </p:cNvPicPr>
            <p:nvPr/>
          </p:nvPicPr>
          <p:blipFill>
            <a:blip r:embed="rId4"/>
            <a:srcRect l="12624" t="34906" r="76229" b="53489"/>
            <a:stretch/>
          </p:blipFill>
          <p:spPr>
            <a:xfrm>
              <a:off x="9244545" y="1656161"/>
              <a:ext cx="266750" cy="342900"/>
            </a:xfrm>
            <a:prstGeom prst="rect">
              <a:avLst/>
            </a:prstGeom>
          </p:spPr>
        </p:pic>
        <p:pic>
          <p:nvPicPr>
            <p:cNvPr id="3291" name="Imagen 3290">
              <a:extLst>
                <a:ext uri="{FF2B5EF4-FFF2-40B4-BE49-F238E27FC236}">
                  <a16:creationId xmlns:a16="http://schemas.microsoft.com/office/drawing/2014/main" id="{3A16BFEE-351C-84B8-F962-2578BF970C7B}"/>
                </a:ext>
              </a:extLst>
            </p:cNvPr>
            <p:cNvPicPr>
              <a:picLocks noChangeAspect="1"/>
            </p:cNvPicPr>
            <p:nvPr/>
          </p:nvPicPr>
          <p:blipFill>
            <a:blip r:embed="rId4"/>
            <a:srcRect l="76281" t="21082" r="12572" b="67313"/>
            <a:stretch/>
          </p:blipFill>
          <p:spPr>
            <a:xfrm>
              <a:off x="9528099" y="1656161"/>
              <a:ext cx="266750" cy="342900"/>
            </a:xfrm>
            <a:prstGeom prst="rect">
              <a:avLst/>
            </a:prstGeom>
          </p:spPr>
        </p:pic>
        <p:grpSp>
          <p:nvGrpSpPr>
            <p:cNvPr id="3292" name="Grupo 3291">
              <a:extLst>
                <a:ext uri="{FF2B5EF4-FFF2-40B4-BE49-F238E27FC236}">
                  <a16:creationId xmlns:a16="http://schemas.microsoft.com/office/drawing/2014/main" id="{F75B9592-05BD-AFFC-6A7D-15178F18CA16}"/>
                </a:ext>
              </a:extLst>
            </p:cNvPr>
            <p:cNvGrpSpPr/>
            <p:nvPr/>
          </p:nvGrpSpPr>
          <p:grpSpPr>
            <a:xfrm>
              <a:off x="9811653" y="1656161"/>
              <a:ext cx="266750" cy="342900"/>
              <a:chOff x="5053733" y="4472706"/>
              <a:chExt cx="764498" cy="795862"/>
            </a:xfrm>
          </p:grpSpPr>
          <p:pic>
            <p:nvPicPr>
              <p:cNvPr id="3760" name="Imagen 3759">
                <a:extLst>
                  <a:ext uri="{FF2B5EF4-FFF2-40B4-BE49-F238E27FC236}">
                    <a16:creationId xmlns:a16="http://schemas.microsoft.com/office/drawing/2014/main" id="{C37B4380-502E-A460-A19D-A47AADF3DC0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61" name="Imagen 3760">
                <a:extLst>
                  <a:ext uri="{FF2B5EF4-FFF2-40B4-BE49-F238E27FC236}">
                    <a16:creationId xmlns:a16="http://schemas.microsoft.com/office/drawing/2014/main" id="{609692A2-1B91-2D9E-1A2F-1B6DC867949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293" name="Imagen 3292">
              <a:extLst>
                <a:ext uri="{FF2B5EF4-FFF2-40B4-BE49-F238E27FC236}">
                  <a16:creationId xmlns:a16="http://schemas.microsoft.com/office/drawing/2014/main" id="{24171DF6-E0BB-22B9-4E39-549CCCB5583F}"/>
                </a:ext>
              </a:extLst>
            </p:cNvPr>
            <p:cNvPicPr>
              <a:picLocks noChangeAspect="1"/>
            </p:cNvPicPr>
            <p:nvPr/>
          </p:nvPicPr>
          <p:blipFill>
            <a:blip r:embed="rId4"/>
            <a:srcRect l="65685" t="34869" r="23168" b="53526"/>
            <a:stretch/>
          </p:blipFill>
          <p:spPr>
            <a:xfrm>
              <a:off x="10095207" y="1656161"/>
              <a:ext cx="266750" cy="342900"/>
            </a:xfrm>
            <a:prstGeom prst="rect">
              <a:avLst/>
            </a:prstGeom>
          </p:spPr>
        </p:pic>
        <p:pic>
          <p:nvPicPr>
            <p:cNvPr id="3294" name="Imagen 3293">
              <a:extLst>
                <a:ext uri="{FF2B5EF4-FFF2-40B4-BE49-F238E27FC236}">
                  <a16:creationId xmlns:a16="http://schemas.microsoft.com/office/drawing/2014/main" id="{7D001F1A-4C61-1FE2-84D3-80A8DC512D34}"/>
                </a:ext>
              </a:extLst>
            </p:cNvPr>
            <p:cNvPicPr>
              <a:picLocks noChangeAspect="1"/>
            </p:cNvPicPr>
            <p:nvPr/>
          </p:nvPicPr>
          <p:blipFill>
            <a:blip r:embed="rId4"/>
            <a:srcRect l="23278" t="21261" r="65575" b="67134"/>
            <a:stretch/>
          </p:blipFill>
          <p:spPr>
            <a:xfrm>
              <a:off x="10378761" y="1656161"/>
              <a:ext cx="266750" cy="342900"/>
            </a:xfrm>
            <a:prstGeom prst="rect">
              <a:avLst/>
            </a:prstGeom>
          </p:spPr>
        </p:pic>
        <p:pic>
          <p:nvPicPr>
            <p:cNvPr id="3295" name="Imagen 3294">
              <a:extLst>
                <a:ext uri="{FF2B5EF4-FFF2-40B4-BE49-F238E27FC236}">
                  <a16:creationId xmlns:a16="http://schemas.microsoft.com/office/drawing/2014/main" id="{A7D0ECEF-F3FE-C14E-6DB3-933401709DB5}"/>
                </a:ext>
              </a:extLst>
            </p:cNvPr>
            <p:cNvPicPr>
              <a:picLocks noChangeAspect="1"/>
            </p:cNvPicPr>
            <p:nvPr/>
          </p:nvPicPr>
          <p:blipFill>
            <a:blip r:embed="rId4"/>
            <a:srcRect l="65751" t="21142" r="23101" b="67253"/>
            <a:stretch/>
          </p:blipFill>
          <p:spPr>
            <a:xfrm>
              <a:off x="10662315" y="1656161"/>
              <a:ext cx="266750" cy="342900"/>
            </a:xfrm>
            <a:prstGeom prst="rect">
              <a:avLst/>
            </a:prstGeom>
          </p:spPr>
        </p:pic>
        <p:pic>
          <p:nvPicPr>
            <p:cNvPr id="3296" name="Imagen 3295">
              <a:extLst>
                <a:ext uri="{FF2B5EF4-FFF2-40B4-BE49-F238E27FC236}">
                  <a16:creationId xmlns:a16="http://schemas.microsoft.com/office/drawing/2014/main" id="{4EF3D1D6-D461-A89E-430D-5636E68626AD}"/>
                </a:ext>
              </a:extLst>
            </p:cNvPr>
            <p:cNvPicPr>
              <a:picLocks noChangeAspect="1"/>
            </p:cNvPicPr>
            <p:nvPr/>
          </p:nvPicPr>
          <p:blipFill>
            <a:blip r:embed="rId4"/>
            <a:srcRect l="55117" t="6975" r="33736" b="81420"/>
            <a:stretch/>
          </p:blipFill>
          <p:spPr>
            <a:xfrm>
              <a:off x="10945869" y="1656161"/>
              <a:ext cx="266750" cy="342900"/>
            </a:xfrm>
            <a:prstGeom prst="rect">
              <a:avLst/>
            </a:prstGeom>
          </p:spPr>
        </p:pic>
        <p:grpSp>
          <p:nvGrpSpPr>
            <p:cNvPr id="3297" name="Grupo 3296">
              <a:extLst>
                <a:ext uri="{FF2B5EF4-FFF2-40B4-BE49-F238E27FC236}">
                  <a16:creationId xmlns:a16="http://schemas.microsoft.com/office/drawing/2014/main" id="{54E185DF-3DC2-A0AF-0415-2DE23B0A382A}"/>
                </a:ext>
              </a:extLst>
            </p:cNvPr>
            <p:cNvGrpSpPr/>
            <p:nvPr/>
          </p:nvGrpSpPr>
          <p:grpSpPr>
            <a:xfrm>
              <a:off x="11225229" y="1656161"/>
              <a:ext cx="266750" cy="342900"/>
              <a:chOff x="5053733" y="4472706"/>
              <a:chExt cx="764498" cy="795862"/>
            </a:xfrm>
          </p:grpSpPr>
          <p:pic>
            <p:nvPicPr>
              <p:cNvPr id="3758" name="Imagen 3757">
                <a:extLst>
                  <a:ext uri="{FF2B5EF4-FFF2-40B4-BE49-F238E27FC236}">
                    <a16:creationId xmlns:a16="http://schemas.microsoft.com/office/drawing/2014/main" id="{D4BED19B-25E9-9A33-0543-0DF71669A69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59" name="Imagen 3758">
                <a:extLst>
                  <a:ext uri="{FF2B5EF4-FFF2-40B4-BE49-F238E27FC236}">
                    <a16:creationId xmlns:a16="http://schemas.microsoft.com/office/drawing/2014/main" id="{942B6614-3A36-35D4-D28B-09BD7E3676E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298" name="Imagen 3297">
              <a:extLst>
                <a:ext uri="{FF2B5EF4-FFF2-40B4-BE49-F238E27FC236}">
                  <a16:creationId xmlns:a16="http://schemas.microsoft.com/office/drawing/2014/main" id="{1765B31F-2E4D-E583-5AB0-770C63762BFB}"/>
                </a:ext>
              </a:extLst>
            </p:cNvPr>
            <p:cNvPicPr>
              <a:picLocks noChangeAspect="1"/>
            </p:cNvPicPr>
            <p:nvPr/>
          </p:nvPicPr>
          <p:blipFill>
            <a:blip r:embed="rId4"/>
            <a:srcRect l="12624" t="34906" r="76229" b="53489"/>
            <a:stretch/>
          </p:blipFill>
          <p:spPr>
            <a:xfrm>
              <a:off x="9241089" y="2384545"/>
              <a:ext cx="266750" cy="342900"/>
            </a:xfrm>
            <a:prstGeom prst="rect">
              <a:avLst/>
            </a:prstGeom>
          </p:spPr>
        </p:pic>
        <p:pic>
          <p:nvPicPr>
            <p:cNvPr id="3299" name="Imagen 3298">
              <a:extLst>
                <a:ext uri="{FF2B5EF4-FFF2-40B4-BE49-F238E27FC236}">
                  <a16:creationId xmlns:a16="http://schemas.microsoft.com/office/drawing/2014/main" id="{BFB18661-FB07-9F9D-7174-F2E8A9410F9B}"/>
                </a:ext>
              </a:extLst>
            </p:cNvPr>
            <p:cNvPicPr>
              <a:picLocks noChangeAspect="1"/>
            </p:cNvPicPr>
            <p:nvPr/>
          </p:nvPicPr>
          <p:blipFill>
            <a:blip r:embed="rId4"/>
            <a:srcRect l="76281" t="21082" r="12572" b="67313"/>
            <a:stretch/>
          </p:blipFill>
          <p:spPr>
            <a:xfrm>
              <a:off x="9524535" y="2384545"/>
              <a:ext cx="266750" cy="342900"/>
            </a:xfrm>
            <a:prstGeom prst="rect">
              <a:avLst/>
            </a:prstGeom>
          </p:spPr>
        </p:pic>
        <p:grpSp>
          <p:nvGrpSpPr>
            <p:cNvPr id="3300" name="Grupo 3299">
              <a:extLst>
                <a:ext uri="{FF2B5EF4-FFF2-40B4-BE49-F238E27FC236}">
                  <a16:creationId xmlns:a16="http://schemas.microsoft.com/office/drawing/2014/main" id="{A65A991E-4865-4C86-6589-CC380E0BF0BE}"/>
                </a:ext>
              </a:extLst>
            </p:cNvPr>
            <p:cNvGrpSpPr/>
            <p:nvPr/>
          </p:nvGrpSpPr>
          <p:grpSpPr>
            <a:xfrm>
              <a:off x="9807981" y="2384545"/>
              <a:ext cx="266750" cy="342900"/>
              <a:chOff x="5053733" y="4472706"/>
              <a:chExt cx="764498" cy="795862"/>
            </a:xfrm>
          </p:grpSpPr>
          <p:pic>
            <p:nvPicPr>
              <p:cNvPr id="3756" name="Imagen 3755">
                <a:extLst>
                  <a:ext uri="{FF2B5EF4-FFF2-40B4-BE49-F238E27FC236}">
                    <a16:creationId xmlns:a16="http://schemas.microsoft.com/office/drawing/2014/main" id="{FF436E0F-B9C4-AF2B-C79B-B2438B45779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57" name="Imagen 3756">
                <a:extLst>
                  <a:ext uri="{FF2B5EF4-FFF2-40B4-BE49-F238E27FC236}">
                    <a16:creationId xmlns:a16="http://schemas.microsoft.com/office/drawing/2014/main" id="{73A16A1A-3F78-92A3-A0A8-C7A786DAE8A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01" name="Imagen 3300">
              <a:extLst>
                <a:ext uri="{FF2B5EF4-FFF2-40B4-BE49-F238E27FC236}">
                  <a16:creationId xmlns:a16="http://schemas.microsoft.com/office/drawing/2014/main" id="{0D7D71E3-4A6C-C215-A904-9D3D7224118A}"/>
                </a:ext>
              </a:extLst>
            </p:cNvPr>
            <p:cNvPicPr>
              <a:picLocks noChangeAspect="1"/>
            </p:cNvPicPr>
            <p:nvPr/>
          </p:nvPicPr>
          <p:blipFill>
            <a:blip r:embed="rId4"/>
            <a:srcRect l="65685" t="34869" r="23168" b="53526"/>
            <a:stretch/>
          </p:blipFill>
          <p:spPr>
            <a:xfrm>
              <a:off x="10091427" y="2384545"/>
              <a:ext cx="266750" cy="342900"/>
            </a:xfrm>
            <a:prstGeom prst="rect">
              <a:avLst/>
            </a:prstGeom>
          </p:spPr>
        </p:pic>
        <p:pic>
          <p:nvPicPr>
            <p:cNvPr id="3302" name="Imagen 3301">
              <a:extLst>
                <a:ext uri="{FF2B5EF4-FFF2-40B4-BE49-F238E27FC236}">
                  <a16:creationId xmlns:a16="http://schemas.microsoft.com/office/drawing/2014/main" id="{1D7F11CD-BA66-26DA-D998-86EFAFF1EB2A}"/>
                </a:ext>
              </a:extLst>
            </p:cNvPr>
            <p:cNvPicPr>
              <a:picLocks noChangeAspect="1"/>
            </p:cNvPicPr>
            <p:nvPr/>
          </p:nvPicPr>
          <p:blipFill>
            <a:blip r:embed="rId4"/>
            <a:srcRect l="23278" t="21261" r="65575" b="67134"/>
            <a:stretch/>
          </p:blipFill>
          <p:spPr>
            <a:xfrm>
              <a:off x="10374873" y="2384545"/>
              <a:ext cx="266750" cy="342900"/>
            </a:xfrm>
            <a:prstGeom prst="rect">
              <a:avLst/>
            </a:prstGeom>
          </p:spPr>
        </p:pic>
        <p:pic>
          <p:nvPicPr>
            <p:cNvPr id="3303" name="Imagen 3302">
              <a:extLst>
                <a:ext uri="{FF2B5EF4-FFF2-40B4-BE49-F238E27FC236}">
                  <a16:creationId xmlns:a16="http://schemas.microsoft.com/office/drawing/2014/main" id="{CE3FA503-8585-72D2-876D-4B7FB2045DCC}"/>
                </a:ext>
              </a:extLst>
            </p:cNvPr>
            <p:cNvPicPr>
              <a:picLocks noChangeAspect="1"/>
            </p:cNvPicPr>
            <p:nvPr/>
          </p:nvPicPr>
          <p:blipFill>
            <a:blip r:embed="rId4"/>
            <a:srcRect l="65751" t="21142" r="23101" b="67253"/>
            <a:stretch/>
          </p:blipFill>
          <p:spPr>
            <a:xfrm>
              <a:off x="10658319" y="2384545"/>
              <a:ext cx="266750" cy="342900"/>
            </a:xfrm>
            <a:prstGeom prst="rect">
              <a:avLst/>
            </a:prstGeom>
          </p:spPr>
        </p:pic>
        <p:pic>
          <p:nvPicPr>
            <p:cNvPr id="3304" name="Imagen 3303">
              <a:extLst>
                <a:ext uri="{FF2B5EF4-FFF2-40B4-BE49-F238E27FC236}">
                  <a16:creationId xmlns:a16="http://schemas.microsoft.com/office/drawing/2014/main" id="{0B93D65A-EDE9-91A6-DB93-B7D09F3098F6}"/>
                </a:ext>
              </a:extLst>
            </p:cNvPr>
            <p:cNvPicPr>
              <a:picLocks noChangeAspect="1"/>
            </p:cNvPicPr>
            <p:nvPr/>
          </p:nvPicPr>
          <p:blipFill>
            <a:blip r:embed="rId4"/>
            <a:srcRect l="55117" t="6975" r="33736" b="81420"/>
            <a:stretch/>
          </p:blipFill>
          <p:spPr>
            <a:xfrm>
              <a:off x="10941765" y="2384545"/>
              <a:ext cx="266750" cy="342900"/>
            </a:xfrm>
            <a:prstGeom prst="rect">
              <a:avLst/>
            </a:prstGeom>
          </p:spPr>
        </p:pic>
        <p:grpSp>
          <p:nvGrpSpPr>
            <p:cNvPr id="3305" name="Grupo 3304">
              <a:extLst>
                <a:ext uri="{FF2B5EF4-FFF2-40B4-BE49-F238E27FC236}">
                  <a16:creationId xmlns:a16="http://schemas.microsoft.com/office/drawing/2014/main" id="{F39EE785-00FD-1B3B-3605-19489D2D1DC1}"/>
                </a:ext>
              </a:extLst>
            </p:cNvPr>
            <p:cNvGrpSpPr/>
            <p:nvPr/>
          </p:nvGrpSpPr>
          <p:grpSpPr>
            <a:xfrm>
              <a:off x="11225229" y="2384545"/>
              <a:ext cx="266750" cy="342900"/>
              <a:chOff x="5053733" y="4472706"/>
              <a:chExt cx="764498" cy="795862"/>
            </a:xfrm>
          </p:grpSpPr>
          <p:pic>
            <p:nvPicPr>
              <p:cNvPr id="3754" name="Imagen 3753">
                <a:extLst>
                  <a:ext uri="{FF2B5EF4-FFF2-40B4-BE49-F238E27FC236}">
                    <a16:creationId xmlns:a16="http://schemas.microsoft.com/office/drawing/2014/main" id="{5B924E31-D19D-EB69-6711-5C5BA590EB2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55" name="Imagen 3754">
                <a:extLst>
                  <a:ext uri="{FF2B5EF4-FFF2-40B4-BE49-F238E27FC236}">
                    <a16:creationId xmlns:a16="http://schemas.microsoft.com/office/drawing/2014/main" id="{6D4A3B7B-3521-9CF2-06AC-7C3024F0E71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06" name="Imagen 3305">
              <a:extLst>
                <a:ext uri="{FF2B5EF4-FFF2-40B4-BE49-F238E27FC236}">
                  <a16:creationId xmlns:a16="http://schemas.microsoft.com/office/drawing/2014/main" id="{24FC971A-6050-BBDA-AB47-FD4FD4120CDE}"/>
                </a:ext>
              </a:extLst>
            </p:cNvPr>
            <p:cNvPicPr>
              <a:picLocks noChangeAspect="1"/>
            </p:cNvPicPr>
            <p:nvPr/>
          </p:nvPicPr>
          <p:blipFill>
            <a:blip r:embed="rId4"/>
            <a:srcRect l="12624" t="34906" r="76229" b="53489"/>
            <a:stretch/>
          </p:blipFill>
          <p:spPr>
            <a:xfrm>
              <a:off x="9241089" y="2025139"/>
              <a:ext cx="266750" cy="342900"/>
            </a:xfrm>
            <a:prstGeom prst="rect">
              <a:avLst/>
            </a:prstGeom>
          </p:spPr>
        </p:pic>
        <p:pic>
          <p:nvPicPr>
            <p:cNvPr id="3307" name="Imagen 3306">
              <a:extLst>
                <a:ext uri="{FF2B5EF4-FFF2-40B4-BE49-F238E27FC236}">
                  <a16:creationId xmlns:a16="http://schemas.microsoft.com/office/drawing/2014/main" id="{9DCDD498-146C-69F6-E372-F2300EDA9099}"/>
                </a:ext>
              </a:extLst>
            </p:cNvPr>
            <p:cNvPicPr>
              <a:picLocks noChangeAspect="1"/>
            </p:cNvPicPr>
            <p:nvPr/>
          </p:nvPicPr>
          <p:blipFill>
            <a:blip r:embed="rId4"/>
            <a:srcRect l="76281" t="21082" r="12572" b="67313"/>
            <a:stretch/>
          </p:blipFill>
          <p:spPr>
            <a:xfrm>
              <a:off x="9524535" y="2025139"/>
              <a:ext cx="266750" cy="342900"/>
            </a:xfrm>
            <a:prstGeom prst="rect">
              <a:avLst/>
            </a:prstGeom>
          </p:spPr>
        </p:pic>
        <p:grpSp>
          <p:nvGrpSpPr>
            <p:cNvPr id="3308" name="Grupo 3307">
              <a:extLst>
                <a:ext uri="{FF2B5EF4-FFF2-40B4-BE49-F238E27FC236}">
                  <a16:creationId xmlns:a16="http://schemas.microsoft.com/office/drawing/2014/main" id="{5100E4C5-AC18-6D4D-9985-0E044468270E}"/>
                </a:ext>
              </a:extLst>
            </p:cNvPr>
            <p:cNvGrpSpPr/>
            <p:nvPr/>
          </p:nvGrpSpPr>
          <p:grpSpPr>
            <a:xfrm>
              <a:off x="9807981" y="2025139"/>
              <a:ext cx="266750" cy="342900"/>
              <a:chOff x="5053733" y="4472706"/>
              <a:chExt cx="764498" cy="795862"/>
            </a:xfrm>
          </p:grpSpPr>
          <p:pic>
            <p:nvPicPr>
              <p:cNvPr id="3752" name="Imagen 3751">
                <a:extLst>
                  <a:ext uri="{FF2B5EF4-FFF2-40B4-BE49-F238E27FC236}">
                    <a16:creationId xmlns:a16="http://schemas.microsoft.com/office/drawing/2014/main" id="{7C6CA20C-A5F4-6699-3017-632BE11F274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53" name="Imagen 3752">
                <a:extLst>
                  <a:ext uri="{FF2B5EF4-FFF2-40B4-BE49-F238E27FC236}">
                    <a16:creationId xmlns:a16="http://schemas.microsoft.com/office/drawing/2014/main" id="{FF77265D-FB43-EE2C-898A-0C199345986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09" name="Imagen 3308">
              <a:extLst>
                <a:ext uri="{FF2B5EF4-FFF2-40B4-BE49-F238E27FC236}">
                  <a16:creationId xmlns:a16="http://schemas.microsoft.com/office/drawing/2014/main" id="{1953CC84-6F55-5D02-39A5-66CED7B19E2E}"/>
                </a:ext>
              </a:extLst>
            </p:cNvPr>
            <p:cNvPicPr>
              <a:picLocks noChangeAspect="1"/>
            </p:cNvPicPr>
            <p:nvPr/>
          </p:nvPicPr>
          <p:blipFill>
            <a:blip r:embed="rId4"/>
            <a:srcRect l="65685" t="34869" r="23168" b="53526"/>
            <a:stretch/>
          </p:blipFill>
          <p:spPr>
            <a:xfrm>
              <a:off x="10091427" y="2025139"/>
              <a:ext cx="266750" cy="342900"/>
            </a:xfrm>
            <a:prstGeom prst="rect">
              <a:avLst/>
            </a:prstGeom>
          </p:spPr>
        </p:pic>
        <p:pic>
          <p:nvPicPr>
            <p:cNvPr id="3310" name="Imagen 3309">
              <a:extLst>
                <a:ext uri="{FF2B5EF4-FFF2-40B4-BE49-F238E27FC236}">
                  <a16:creationId xmlns:a16="http://schemas.microsoft.com/office/drawing/2014/main" id="{DAC39DA8-0345-7C29-7517-7756640E30B2}"/>
                </a:ext>
              </a:extLst>
            </p:cNvPr>
            <p:cNvPicPr>
              <a:picLocks noChangeAspect="1"/>
            </p:cNvPicPr>
            <p:nvPr/>
          </p:nvPicPr>
          <p:blipFill>
            <a:blip r:embed="rId4"/>
            <a:srcRect l="23278" t="21261" r="65575" b="67134"/>
            <a:stretch/>
          </p:blipFill>
          <p:spPr>
            <a:xfrm>
              <a:off x="10374873" y="2025139"/>
              <a:ext cx="266750" cy="342900"/>
            </a:xfrm>
            <a:prstGeom prst="rect">
              <a:avLst/>
            </a:prstGeom>
          </p:spPr>
        </p:pic>
        <p:pic>
          <p:nvPicPr>
            <p:cNvPr id="3311" name="Imagen 3310">
              <a:extLst>
                <a:ext uri="{FF2B5EF4-FFF2-40B4-BE49-F238E27FC236}">
                  <a16:creationId xmlns:a16="http://schemas.microsoft.com/office/drawing/2014/main" id="{F87F1D6F-DEF5-DC48-6108-41A931C7449C}"/>
                </a:ext>
              </a:extLst>
            </p:cNvPr>
            <p:cNvPicPr>
              <a:picLocks noChangeAspect="1"/>
            </p:cNvPicPr>
            <p:nvPr/>
          </p:nvPicPr>
          <p:blipFill>
            <a:blip r:embed="rId4"/>
            <a:srcRect l="65751" t="21142" r="23101" b="67253"/>
            <a:stretch/>
          </p:blipFill>
          <p:spPr>
            <a:xfrm>
              <a:off x="10658319" y="2025139"/>
              <a:ext cx="266750" cy="342900"/>
            </a:xfrm>
            <a:prstGeom prst="rect">
              <a:avLst/>
            </a:prstGeom>
          </p:spPr>
        </p:pic>
        <p:pic>
          <p:nvPicPr>
            <p:cNvPr id="3312" name="Imagen 3311">
              <a:extLst>
                <a:ext uri="{FF2B5EF4-FFF2-40B4-BE49-F238E27FC236}">
                  <a16:creationId xmlns:a16="http://schemas.microsoft.com/office/drawing/2014/main" id="{353BFD94-F4BD-2E75-6518-27BC1F3AE72E}"/>
                </a:ext>
              </a:extLst>
            </p:cNvPr>
            <p:cNvPicPr>
              <a:picLocks noChangeAspect="1"/>
            </p:cNvPicPr>
            <p:nvPr/>
          </p:nvPicPr>
          <p:blipFill>
            <a:blip r:embed="rId4"/>
            <a:srcRect l="55117" t="6975" r="33736" b="81420"/>
            <a:stretch/>
          </p:blipFill>
          <p:spPr>
            <a:xfrm>
              <a:off x="10941765" y="2025139"/>
              <a:ext cx="266750" cy="342900"/>
            </a:xfrm>
            <a:prstGeom prst="rect">
              <a:avLst/>
            </a:prstGeom>
          </p:spPr>
        </p:pic>
        <p:grpSp>
          <p:nvGrpSpPr>
            <p:cNvPr id="3313" name="Grupo 3312">
              <a:extLst>
                <a:ext uri="{FF2B5EF4-FFF2-40B4-BE49-F238E27FC236}">
                  <a16:creationId xmlns:a16="http://schemas.microsoft.com/office/drawing/2014/main" id="{60D407DB-CB2D-27F8-60F4-B2C39878822A}"/>
                </a:ext>
              </a:extLst>
            </p:cNvPr>
            <p:cNvGrpSpPr/>
            <p:nvPr/>
          </p:nvGrpSpPr>
          <p:grpSpPr>
            <a:xfrm>
              <a:off x="11225229" y="2025139"/>
              <a:ext cx="266750" cy="342900"/>
              <a:chOff x="5053733" y="4472706"/>
              <a:chExt cx="764498" cy="795862"/>
            </a:xfrm>
          </p:grpSpPr>
          <p:pic>
            <p:nvPicPr>
              <p:cNvPr id="3750" name="Imagen 3749">
                <a:extLst>
                  <a:ext uri="{FF2B5EF4-FFF2-40B4-BE49-F238E27FC236}">
                    <a16:creationId xmlns:a16="http://schemas.microsoft.com/office/drawing/2014/main" id="{04167516-BC68-9AC1-0F6B-2406EF5724A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51" name="Imagen 3750">
                <a:extLst>
                  <a:ext uri="{FF2B5EF4-FFF2-40B4-BE49-F238E27FC236}">
                    <a16:creationId xmlns:a16="http://schemas.microsoft.com/office/drawing/2014/main" id="{A8D43186-DC72-9168-4333-6286482E4A7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14" name="Imagen 3313">
              <a:extLst>
                <a:ext uri="{FF2B5EF4-FFF2-40B4-BE49-F238E27FC236}">
                  <a16:creationId xmlns:a16="http://schemas.microsoft.com/office/drawing/2014/main" id="{2FB4E5A3-5637-D41F-2746-C627916DB706}"/>
                </a:ext>
              </a:extLst>
            </p:cNvPr>
            <p:cNvPicPr>
              <a:picLocks noChangeAspect="1"/>
            </p:cNvPicPr>
            <p:nvPr/>
          </p:nvPicPr>
          <p:blipFill>
            <a:blip r:embed="rId4"/>
            <a:srcRect l="12624" t="34906" r="76229" b="53489"/>
            <a:stretch/>
          </p:blipFill>
          <p:spPr>
            <a:xfrm>
              <a:off x="9241089" y="2758116"/>
              <a:ext cx="266750" cy="342900"/>
            </a:xfrm>
            <a:prstGeom prst="rect">
              <a:avLst/>
            </a:prstGeom>
          </p:spPr>
        </p:pic>
        <p:pic>
          <p:nvPicPr>
            <p:cNvPr id="3315" name="Imagen 3314">
              <a:extLst>
                <a:ext uri="{FF2B5EF4-FFF2-40B4-BE49-F238E27FC236}">
                  <a16:creationId xmlns:a16="http://schemas.microsoft.com/office/drawing/2014/main" id="{5A8C76F6-300B-8337-AD29-08D735DDF528}"/>
                </a:ext>
              </a:extLst>
            </p:cNvPr>
            <p:cNvPicPr>
              <a:picLocks noChangeAspect="1"/>
            </p:cNvPicPr>
            <p:nvPr/>
          </p:nvPicPr>
          <p:blipFill>
            <a:blip r:embed="rId4"/>
            <a:srcRect l="76281" t="21082" r="12572" b="67313"/>
            <a:stretch/>
          </p:blipFill>
          <p:spPr>
            <a:xfrm>
              <a:off x="9524535" y="2758116"/>
              <a:ext cx="266750" cy="342900"/>
            </a:xfrm>
            <a:prstGeom prst="rect">
              <a:avLst/>
            </a:prstGeom>
          </p:spPr>
        </p:pic>
        <p:grpSp>
          <p:nvGrpSpPr>
            <p:cNvPr id="3316" name="Grupo 3315">
              <a:extLst>
                <a:ext uri="{FF2B5EF4-FFF2-40B4-BE49-F238E27FC236}">
                  <a16:creationId xmlns:a16="http://schemas.microsoft.com/office/drawing/2014/main" id="{DCD8B42A-D1C6-8F74-A425-0C7478175F4F}"/>
                </a:ext>
              </a:extLst>
            </p:cNvPr>
            <p:cNvGrpSpPr/>
            <p:nvPr/>
          </p:nvGrpSpPr>
          <p:grpSpPr>
            <a:xfrm>
              <a:off x="9807981" y="2758116"/>
              <a:ext cx="266750" cy="342900"/>
              <a:chOff x="5053733" y="4472706"/>
              <a:chExt cx="764498" cy="795862"/>
            </a:xfrm>
          </p:grpSpPr>
          <p:pic>
            <p:nvPicPr>
              <p:cNvPr id="3748" name="Imagen 3747">
                <a:extLst>
                  <a:ext uri="{FF2B5EF4-FFF2-40B4-BE49-F238E27FC236}">
                    <a16:creationId xmlns:a16="http://schemas.microsoft.com/office/drawing/2014/main" id="{84551FDF-9775-F57D-D8AE-6418162D1A0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49" name="Imagen 3748">
                <a:extLst>
                  <a:ext uri="{FF2B5EF4-FFF2-40B4-BE49-F238E27FC236}">
                    <a16:creationId xmlns:a16="http://schemas.microsoft.com/office/drawing/2014/main" id="{A4E81B9E-309E-A867-595D-D114FEB56DF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17" name="Imagen 3316">
              <a:extLst>
                <a:ext uri="{FF2B5EF4-FFF2-40B4-BE49-F238E27FC236}">
                  <a16:creationId xmlns:a16="http://schemas.microsoft.com/office/drawing/2014/main" id="{E1BCB352-92E0-2DD5-C535-8750E5BC5FF3}"/>
                </a:ext>
              </a:extLst>
            </p:cNvPr>
            <p:cNvPicPr>
              <a:picLocks noChangeAspect="1"/>
            </p:cNvPicPr>
            <p:nvPr/>
          </p:nvPicPr>
          <p:blipFill>
            <a:blip r:embed="rId4"/>
            <a:srcRect l="65685" t="34869" r="23168" b="53526"/>
            <a:stretch/>
          </p:blipFill>
          <p:spPr>
            <a:xfrm>
              <a:off x="10091427" y="2758116"/>
              <a:ext cx="266750" cy="342900"/>
            </a:xfrm>
            <a:prstGeom prst="rect">
              <a:avLst/>
            </a:prstGeom>
          </p:spPr>
        </p:pic>
        <p:pic>
          <p:nvPicPr>
            <p:cNvPr id="3318" name="Imagen 3317">
              <a:extLst>
                <a:ext uri="{FF2B5EF4-FFF2-40B4-BE49-F238E27FC236}">
                  <a16:creationId xmlns:a16="http://schemas.microsoft.com/office/drawing/2014/main" id="{FB1D5F74-2A8C-0DBC-DF95-62365EB8321F}"/>
                </a:ext>
              </a:extLst>
            </p:cNvPr>
            <p:cNvPicPr>
              <a:picLocks noChangeAspect="1"/>
            </p:cNvPicPr>
            <p:nvPr/>
          </p:nvPicPr>
          <p:blipFill>
            <a:blip r:embed="rId4"/>
            <a:srcRect l="23278" t="21261" r="65575" b="67134"/>
            <a:stretch/>
          </p:blipFill>
          <p:spPr>
            <a:xfrm>
              <a:off x="10374873" y="2758116"/>
              <a:ext cx="266750" cy="342900"/>
            </a:xfrm>
            <a:prstGeom prst="rect">
              <a:avLst/>
            </a:prstGeom>
          </p:spPr>
        </p:pic>
        <p:pic>
          <p:nvPicPr>
            <p:cNvPr id="3319" name="Imagen 3318">
              <a:extLst>
                <a:ext uri="{FF2B5EF4-FFF2-40B4-BE49-F238E27FC236}">
                  <a16:creationId xmlns:a16="http://schemas.microsoft.com/office/drawing/2014/main" id="{D768AB79-FD14-9061-F243-37A38E84C7E6}"/>
                </a:ext>
              </a:extLst>
            </p:cNvPr>
            <p:cNvPicPr>
              <a:picLocks noChangeAspect="1"/>
            </p:cNvPicPr>
            <p:nvPr/>
          </p:nvPicPr>
          <p:blipFill>
            <a:blip r:embed="rId4"/>
            <a:srcRect l="65751" t="21142" r="23101" b="67253"/>
            <a:stretch/>
          </p:blipFill>
          <p:spPr>
            <a:xfrm>
              <a:off x="10658319" y="2758116"/>
              <a:ext cx="266750" cy="342900"/>
            </a:xfrm>
            <a:prstGeom prst="rect">
              <a:avLst/>
            </a:prstGeom>
          </p:spPr>
        </p:pic>
        <p:pic>
          <p:nvPicPr>
            <p:cNvPr id="3320" name="Imagen 3319">
              <a:extLst>
                <a:ext uri="{FF2B5EF4-FFF2-40B4-BE49-F238E27FC236}">
                  <a16:creationId xmlns:a16="http://schemas.microsoft.com/office/drawing/2014/main" id="{F2E1A022-8DD5-D901-6BA0-706814450C75}"/>
                </a:ext>
              </a:extLst>
            </p:cNvPr>
            <p:cNvPicPr>
              <a:picLocks noChangeAspect="1"/>
            </p:cNvPicPr>
            <p:nvPr/>
          </p:nvPicPr>
          <p:blipFill>
            <a:blip r:embed="rId4"/>
            <a:srcRect l="55117" t="6975" r="33736" b="81420"/>
            <a:stretch/>
          </p:blipFill>
          <p:spPr>
            <a:xfrm>
              <a:off x="10941765" y="2758116"/>
              <a:ext cx="266750" cy="342900"/>
            </a:xfrm>
            <a:prstGeom prst="rect">
              <a:avLst/>
            </a:prstGeom>
          </p:spPr>
        </p:pic>
        <p:grpSp>
          <p:nvGrpSpPr>
            <p:cNvPr id="3321" name="Grupo 3320">
              <a:extLst>
                <a:ext uri="{FF2B5EF4-FFF2-40B4-BE49-F238E27FC236}">
                  <a16:creationId xmlns:a16="http://schemas.microsoft.com/office/drawing/2014/main" id="{E468A14C-23C1-4060-3FA4-6FBBD69E104B}"/>
                </a:ext>
              </a:extLst>
            </p:cNvPr>
            <p:cNvGrpSpPr/>
            <p:nvPr/>
          </p:nvGrpSpPr>
          <p:grpSpPr>
            <a:xfrm>
              <a:off x="11225229" y="2758116"/>
              <a:ext cx="266750" cy="342900"/>
              <a:chOff x="5053733" y="4472706"/>
              <a:chExt cx="764498" cy="795862"/>
            </a:xfrm>
          </p:grpSpPr>
          <p:pic>
            <p:nvPicPr>
              <p:cNvPr id="3746" name="Imagen 3745">
                <a:extLst>
                  <a:ext uri="{FF2B5EF4-FFF2-40B4-BE49-F238E27FC236}">
                    <a16:creationId xmlns:a16="http://schemas.microsoft.com/office/drawing/2014/main" id="{D1B38B92-BD76-0AF8-30DA-7A796AFA3D6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47" name="Imagen 3746">
                <a:extLst>
                  <a:ext uri="{FF2B5EF4-FFF2-40B4-BE49-F238E27FC236}">
                    <a16:creationId xmlns:a16="http://schemas.microsoft.com/office/drawing/2014/main" id="{A95E36CD-37A5-AAE5-CEAF-9FBFA3A5039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22" name="Imagen 3321">
              <a:extLst>
                <a:ext uri="{FF2B5EF4-FFF2-40B4-BE49-F238E27FC236}">
                  <a16:creationId xmlns:a16="http://schemas.microsoft.com/office/drawing/2014/main" id="{C3D2AB7A-DE66-A197-135B-C5DA08E4BCB4}"/>
                </a:ext>
              </a:extLst>
            </p:cNvPr>
            <p:cNvPicPr>
              <a:picLocks noChangeAspect="1"/>
            </p:cNvPicPr>
            <p:nvPr/>
          </p:nvPicPr>
          <p:blipFill>
            <a:blip r:embed="rId4"/>
            <a:srcRect l="12624" t="34906" r="76229" b="53489"/>
            <a:stretch/>
          </p:blipFill>
          <p:spPr>
            <a:xfrm>
              <a:off x="9241089" y="3140200"/>
              <a:ext cx="266750" cy="342900"/>
            </a:xfrm>
            <a:prstGeom prst="rect">
              <a:avLst/>
            </a:prstGeom>
          </p:spPr>
        </p:pic>
        <p:pic>
          <p:nvPicPr>
            <p:cNvPr id="3323" name="Imagen 3322">
              <a:extLst>
                <a:ext uri="{FF2B5EF4-FFF2-40B4-BE49-F238E27FC236}">
                  <a16:creationId xmlns:a16="http://schemas.microsoft.com/office/drawing/2014/main" id="{8C5C8B1F-F94F-692B-7714-BFCBB957234B}"/>
                </a:ext>
              </a:extLst>
            </p:cNvPr>
            <p:cNvPicPr>
              <a:picLocks noChangeAspect="1"/>
            </p:cNvPicPr>
            <p:nvPr/>
          </p:nvPicPr>
          <p:blipFill>
            <a:blip r:embed="rId4"/>
            <a:srcRect l="76281" t="21082" r="12572" b="67313"/>
            <a:stretch/>
          </p:blipFill>
          <p:spPr>
            <a:xfrm>
              <a:off x="9524535" y="3140200"/>
              <a:ext cx="266750" cy="342900"/>
            </a:xfrm>
            <a:prstGeom prst="rect">
              <a:avLst/>
            </a:prstGeom>
          </p:spPr>
        </p:pic>
        <p:grpSp>
          <p:nvGrpSpPr>
            <p:cNvPr id="3324" name="Grupo 3323">
              <a:extLst>
                <a:ext uri="{FF2B5EF4-FFF2-40B4-BE49-F238E27FC236}">
                  <a16:creationId xmlns:a16="http://schemas.microsoft.com/office/drawing/2014/main" id="{830E5C16-73D2-E941-2D5B-8AF02E61115D}"/>
                </a:ext>
              </a:extLst>
            </p:cNvPr>
            <p:cNvGrpSpPr/>
            <p:nvPr/>
          </p:nvGrpSpPr>
          <p:grpSpPr>
            <a:xfrm>
              <a:off x="9807981" y="3140200"/>
              <a:ext cx="266750" cy="342900"/>
              <a:chOff x="5053733" y="4472706"/>
              <a:chExt cx="764498" cy="795862"/>
            </a:xfrm>
          </p:grpSpPr>
          <p:pic>
            <p:nvPicPr>
              <p:cNvPr id="3744" name="Imagen 3743">
                <a:extLst>
                  <a:ext uri="{FF2B5EF4-FFF2-40B4-BE49-F238E27FC236}">
                    <a16:creationId xmlns:a16="http://schemas.microsoft.com/office/drawing/2014/main" id="{E478270D-8766-4D39-095B-D5FC22216F0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45" name="Imagen 3744">
                <a:extLst>
                  <a:ext uri="{FF2B5EF4-FFF2-40B4-BE49-F238E27FC236}">
                    <a16:creationId xmlns:a16="http://schemas.microsoft.com/office/drawing/2014/main" id="{CFA13965-5F1B-339E-C5E9-D19E644A8BD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25" name="Imagen 3324">
              <a:extLst>
                <a:ext uri="{FF2B5EF4-FFF2-40B4-BE49-F238E27FC236}">
                  <a16:creationId xmlns:a16="http://schemas.microsoft.com/office/drawing/2014/main" id="{E7EC12FA-CCEB-AAE5-9B60-01E558681458}"/>
                </a:ext>
              </a:extLst>
            </p:cNvPr>
            <p:cNvPicPr>
              <a:picLocks noChangeAspect="1"/>
            </p:cNvPicPr>
            <p:nvPr/>
          </p:nvPicPr>
          <p:blipFill>
            <a:blip r:embed="rId4"/>
            <a:srcRect l="65685" t="34869" r="23168" b="53526"/>
            <a:stretch/>
          </p:blipFill>
          <p:spPr>
            <a:xfrm>
              <a:off x="10091427" y="3140200"/>
              <a:ext cx="266750" cy="342900"/>
            </a:xfrm>
            <a:prstGeom prst="rect">
              <a:avLst/>
            </a:prstGeom>
          </p:spPr>
        </p:pic>
        <p:pic>
          <p:nvPicPr>
            <p:cNvPr id="3326" name="Imagen 3325">
              <a:extLst>
                <a:ext uri="{FF2B5EF4-FFF2-40B4-BE49-F238E27FC236}">
                  <a16:creationId xmlns:a16="http://schemas.microsoft.com/office/drawing/2014/main" id="{F8040F7B-DF1E-7909-F49D-1BC6D804173A}"/>
                </a:ext>
              </a:extLst>
            </p:cNvPr>
            <p:cNvPicPr>
              <a:picLocks noChangeAspect="1"/>
            </p:cNvPicPr>
            <p:nvPr/>
          </p:nvPicPr>
          <p:blipFill>
            <a:blip r:embed="rId4"/>
            <a:srcRect l="23278" t="21261" r="65575" b="67134"/>
            <a:stretch/>
          </p:blipFill>
          <p:spPr>
            <a:xfrm>
              <a:off x="10374873" y="3140200"/>
              <a:ext cx="266750" cy="342900"/>
            </a:xfrm>
            <a:prstGeom prst="rect">
              <a:avLst/>
            </a:prstGeom>
          </p:spPr>
        </p:pic>
        <p:pic>
          <p:nvPicPr>
            <p:cNvPr id="3327" name="Imagen 3326">
              <a:extLst>
                <a:ext uri="{FF2B5EF4-FFF2-40B4-BE49-F238E27FC236}">
                  <a16:creationId xmlns:a16="http://schemas.microsoft.com/office/drawing/2014/main" id="{C49103E9-DD22-30B0-4661-CEA776A221DA}"/>
                </a:ext>
              </a:extLst>
            </p:cNvPr>
            <p:cNvPicPr>
              <a:picLocks noChangeAspect="1"/>
            </p:cNvPicPr>
            <p:nvPr/>
          </p:nvPicPr>
          <p:blipFill>
            <a:blip r:embed="rId4"/>
            <a:srcRect l="65751" t="21142" r="23101" b="67253"/>
            <a:stretch/>
          </p:blipFill>
          <p:spPr>
            <a:xfrm>
              <a:off x="10658319" y="3140200"/>
              <a:ext cx="266750" cy="342900"/>
            </a:xfrm>
            <a:prstGeom prst="rect">
              <a:avLst/>
            </a:prstGeom>
          </p:spPr>
        </p:pic>
        <p:pic>
          <p:nvPicPr>
            <p:cNvPr id="3328" name="Imagen 3327">
              <a:extLst>
                <a:ext uri="{FF2B5EF4-FFF2-40B4-BE49-F238E27FC236}">
                  <a16:creationId xmlns:a16="http://schemas.microsoft.com/office/drawing/2014/main" id="{7141E468-9C2D-56F9-CA13-6236DD093174}"/>
                </a:ext>
              </a:extLst>
            </p:cNvPr>
            <p:cNvPicPr>
              <a:picLocks noChangeAspect="1"/>
            </p:cNvPicPr>
            <p:nvPr/>
          </p:nvPicPr>
          <p:blipFill>
            <a:blip r:embed="rId4"/>
            <a:srcRect l="55117" t="6975" r="33736" b="81420"/>
            <a:stretch/>
          </p:blipFill>
          <p:spPr>
            <a:xfrm>
              <a:off x="10941765" y="3140200"/>
              <a:ext cx="266750" cy="342900"/>
            </a:xfrm>
            <a:prstGeom prst="rect">
              <a:avLst/>
            </a:prstGeom>
          </p:spPr>
        </p:pic>
        <p:grpSp>
          <p:nvGrpSpPr>
            <p:cNvPr id="3329" name="Grupo 3328">
              <a:extLst>
                <a:ext uri="{FF2B5EF4-FFF2-40B4-BE49-F238E27FC236}">
                  <a16:creationId xmlns:a16="http://schemas.microsoft.com/office/drawing/2014/main" id="{3FB73D48-A175-E23E-9D87-3D9EC40BDB95}"/>
                </a:ext>
              </a:extLst>
            </p:cNvPr>
            <p:cNvGrpSpPr/>
            <p:nvPr/>
          </p:nvGrpSpPr>
          <p:grpSpPr>
            <a:xfrm>
              <a:off x="11225229" y="3140200"/>
              <a:ext cx="266750" cy="342900"/>
              <a:chOff x="5053733" y="4472706"/>
              <a:chExt cx="764498" cy="795862"/>
            </a:xfrm>
          </p:grpSpPr>
          <p:pic>
            <p:nvPicPr>
              <p:cNvPr id="3742" name="Imagen 3741">
                <a:extLst>
                  <a:ext uri="{FF2B5EF4-FFF2-40B4-BE49-F238E27FC236}">
                    <a16:creationId xmlns:a16="http://schemas.microsoft.com/office/drawing/2014/main" id="{0F02B466-8AF4-FA1C-7395-6F5D0746958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43" name="Imagen 3742">
                <a:extLst>
                  <a:ext uri="{FF2B5EF4-FFF2-40B4-BE49-F238E27FC236}">
                    <a16:creationId xmlns:a16="http://schemas.microsoft.com/office/drawing/2014/main" id="{D89EBFE6-DE10-51CD-A28B-86A6A75CBB4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30" name="Imagen 3329">
              <a:extLst>
                <a:ext uri="{FF2B5EF4-FFF2-40B4-BE49-F238E27FC236}">
                  <a16:creationId xmlns:a16="http://schemas.microsoft.com/office/drawing/2014/main" id="{390AB284-5BBD-BD42-3F16-78A59DB3CC13}"/>
                </a:ext>
              </a:extLst>
            </p:cNvPr>
            <p:cNvPicPr>
              <a:picLocks noChangeAspect="1"/>
            </p:cNvPicPr>
            <p:nvPr/>
          </p:nvPicPr>
          <p:blipFill>
            <a:blip r:embed="rId4"/>
            <a:srcRect l="12624" t="34906" r="76229" b="53489"/>
            <a:stretch/>
          </p:blipFill>
          <p:spPr>
            <a:xfrm>
              <a:off x="9241089" y="3502366"/>
              <a:ext cx="266750" cy="342900"/>
            </a:xfrm>
            <a:prstGeom prst="rect">
              <a:avLst/>
            </a:prstGeom>
          </p:spPr>
        </p:pic>
        <p:pic>
          <p:nvPicPr>
            <p:cNvPr id="3331" name="Imagen 3330">
              <a:extLst>
                <a:ext uri="{FF2B5EF4-FFF2-40B4-BE49-F238E27FC236}">
                  <a16:creationId xmlns:a16="http://schemas.microsoft.com/office/drawing/2014/main" id="{33FD06C6-468C-0CE1-A551-4852C152B0AD}"/>
                </a:ext>
              </a:extLst>
            </p:cNvPr>
            <p:cNvPicPr>
              <a:picLocks noChangeAspect="1"/>
            </p:cNvPicPr>
            <p:nvPr/>
          </p:nvPicPr>
          <p:blipFill>
            <a:blip r:embed="rId4"/>
            <a:srcRect l="76281" t="21082" r="12572" b="67313"/>
            <a:stretch/>
          </p:blipFill>
          <p:spPr>
            <a:xfrm>
              <a:off x="9524535" y="3502366"/>
              <a:ext cx="266750" cy="342900"/>
            </a:xfrm>
            <a:prstGeom prst="rect">
              <a:avLst/>
            </a:prstGeom>
          </p:spPr>
        </p:pic>
        <p:grpSp>
          <p:nvGrpSpPr>
            <p:cNvPr id="3332" name="Grupo 3331">
              <a:extLst>
                <a:ext uri="{FF2B5EF4-FFF2-40B4-BE49-F238E27FC236}">
                  <a16:creationId xmlns:a16="http://schemas.microsoft.com/office/drawing/2014/main" id="{1CD71D69-4CA7-5A7D-17A9-DC5F63F99FD1}"/>
                </a:ext>
              </a:extLst>
            </p:cNvPr>
            <p:cNvGrpSpPr/>
            <p:nvPr/>
          </p:nvGrpSpPr>
          <p:grpSpPr>
            <a:xfrm>
              <a:off x="9807981" y="3502366"/>
              <a:ext cx="266750" cy="342900"/>
              <a:chOff x="5053733" y="4472706"/>
              <a:chExt cx="764498" cy="795862"/>
            </a:xfrm>
          </p:grpSpPr>
          <p:pic>
            <p:nvPicPr>
              <p:cNvPr id="3740" name="Imagen 3739">
                <a:extLst>
                  <a:ext uri="{FF2B5EF4-FFF2-40B4-BE49-F238E27FC236}">
                    <a16:creationId xmlns:a16="http://schemas.microsoft.com/office/drawing/2014/main" id="{E100146B-1DD1-EC17-65C4-63735320E23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41" name="Imagen 3740">
                <a:extLst>
                  <a:ext uri="{FF2B5EF4-FFF2-40B4-BE49-F238E27FC236}">
                    <a16:creationId xmlns:a16="http://schemas.microsoft.com/office/drawing/2014/main" id="{DCEE7D85-6D4B-2EAC-F0C5-05FFCB26589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33" name="Imagen 3332">
              <a:extLst>
                <a:ext uri="{FF2B5EF4-FFF2-40B4-BE49-F238E27FC236}">
                  <a16:creationId xmlns:a16="http://schemas.microsoft.com/office/drawing/2014/main" id="{461DBC73-5FF0-E427-0E05-A0EAEB68192F}"/>
                </a:ext>
              </a:extLst>
            </p:cNvPr>
            <p:cNvPicPr>
              <a:picLocks noChangeAspect="1"/>
            </p:cNvPicPr>
            <p:nvPr/>
          </p:nvPicPr>
          <p:blipFill>
            <a:blip r:embed="rId4"/>
            <a:srcRect l="65685" t="34869" r="23168" b="53526"/>
            <a:stretch/>
          </p:blipFill>
          <p:spPr>
            <a:xfrm>
              <a:off x="10091427" y="3502366"/>
              <a:ext cx="266750" cy="342900"/>
            </a:xfrm>
            <a:prstGeom prst="rect">
              <a:avLst/>
            </a:prstGeom>
          </p:spPr>
        </p:pic>
        <p:pic>
          <p:nvPicPr>
            <p:cNvPr id="3334" name="Imagen 3333">
              <a:extLst>
                <a:ext uri="{FF2B5EF4-FFF2-40B4-BE49-F238E27FC236}">
                  <a16:creationId xmlns:a16="http://schemas.microsoft.com/office/drawing/2014/main" id="{B762B33B-9DC1-5B12-6838-077E948F34E2}"/>
                </a:ext>
              </a:extLst>
            </p:cNvPr>
            <p:cNvPicPr>
              <a:picLocks noChangeAspect="1"/>
            </p:cNvPicPr>
            <p:nvPr/>
          </p:nvPicPr>
          <p:blipFill>
            <a:blip r:embed="rId4"/>
            <a:srcRect l="23278" t="21261" r="65575" b="67134"/>
            <a:stretch/>
          </p:blipFill>
          <p:spPr>
            <a:xfrm>
              <a:off x="10374873" y="3502366"/>
              <a:ext cx="266750" cy="342900"/>
            </a:xfrm>
            <a:prstGeom prst="rect">
              <a:avLst/>
            </a:prstGeom>
          </p:spPr>
        </p:pic>
        <p:pic>
          <p:nvPicPr>
            <p:cNvPr id="3335" name="Imagen 3334">
              <a:extLst>
                <a:ext uri="{FF2B5EF4-FFF2-40B4-BE49-F238E27FC236}">
                  <a16:creationId xmlns:a16="http://schemas.microsoft.com/office/drawing/2014/main" id="{F0D044E2-B295-5B33-2A67-67A778152A3A}"/>
                </a:ext>
              </a:extLst>
            </p:cNvPr>
            <p:cNvPicPr>
              <a:picLocks noChangeAspect="1"/>
            </p:cNvPicPr>
            <p:nvPr/>
          </p:nvPicPr>
          <p:blipFill>
            <a:blip r:embed="rId4"/>
            <a:srcRect l="65751" t="21142" r="23101" b="67253"/>
            <a:stretch/>
          </p:blipFill>
          <p:spPr>
            <a:xfrm>
              <a:off x="10658319" y="3502366"/>
              <a:ext cx="266750" cy="342900"/>
            </a:xfrm>
            <a:prstGeom prst="rect">
              <a:avLst/>
            </a:prstGeom>
          </p:spPr>
        </p:pic>
        <p:pic>
          <p:nvPicPr>
            <p:cNvPr id="3336" name="Imagen 3335">
              <a:extLst>
                <a:ext uri="{FF2B5EF4-FFF2-40B4-BE49-F238E27FC236}">
                  <a16:creationId xmlns:a16="http://schemas.microsoft.com/office/drawing/2014/main" id="{6D215817-833C-B09A-8D50-F7F33A822E89}"/>
                </a:ext>
              </a:extLst>
            </p:cNvPr>
            <p:cNvPicPr>
              <a:picLocks noChangeAspect="1"/>
            </p:cNvPicPr>
            <p:nvPr/>
          </p:nvPicPr>
          <p:blipFill>
            <a:blip r:embed="rId4"/>
            <a:srcRect l="55117" t="6975" r="33736" b="81420"/>
            <a:stretch/>
          </p:blipFill>
          <p:spPr>
            <a:xfrm>
              <a:off x="10941765" y="3502366"/>
              <a:ext cx="266750" cy="342900"/>
            </a:xfrm>
            <a:prstGeom prst="rect">
              <a:avLst/>
            </a:prstGeom>
          </p:spPr>
        </p:pic>
        <p:grpSp>
          <p:nvGrpSpPr>
            <p:cNvPr id="3337" name="Grupo 3336">
              <a:extLst>
                <a:ext uri="{FF2B5EF4-FFF2-40B4-BE49-F238E27FC236}">
                  <a16:creationId xmlns:a16="http://schemas.microsoft.com/office/drawing/2014/main" id="{762EE1B5-426A-8538-DE72-FF397677AC43}"/>
                </a:ext>
              </a:extLst>
            </p:cNvPr>
            <p:cNvGrpSpPr/>
            <p:nvPr/>
          </p:nvGrpSpPr>
          <p:grpSpPr>
            <a:xfrm>
              <a:off x="11225229" y="3502366"/>
              <a:ext cx="266750" cy="342900"/>
              <a:chOff x="5053733" y="4472706"/>
              <a:chExt cx="764498" cy="795862"/>
            </a:xfrm>
          </p:grpSpPr>
          <p:pic>
            <p:nvPicPr>
              <p:cNvPr id="3738" name="Imagen 3737">
                <a:extLst>
                  <a:ext uri="{FF2B5EF4-FFF2-40B4-BE49-F238E27FC236}">
                    <a16:creationId xmlns:a16="http://schemas.microsoft.com/office/drawing/2014/main" id="{AA16AC50-8B1F-A513-CCB0-AA46E5E3777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39" name="Imagen 3738">
                <a:extLst>
                  <a:ext uri="{FF2B5EF4-FFF2-40B4-BE49-F238E27FC236}">
                    <a16:creationId xmlns:a16="http://schemas.microsoft.com/office/drawing/2014/main" id="{315A9237-2377-088C-91AD-B2FB6DE8D52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38" name="Imagen 3337">
              <a:extLst>
                <a:ext uri="{FF2B5EF4-FFF2-40B4-BE49-F238E27FC236}">
                  <a16:creationId xmlns:a16="http://schemas.microsoft.com/office/drawing/2014/main" id="{BC7D2113-C629-A1F0-408B-65E02A884A7A}"/>
                </a:ext>
              </a:extLst>
            </p:cNvPr>
            <p:cNvPicPr>
              <a:picLocks noChangeAspect="1"/>
            </p:cNvPicPr>
            <p:nvPr/>
          </p:nvPicPr>
          <p:blipFill>
            <a:blip r:embed="rId4"/>
            <a:srcRect l="12624" t="34906" r="76229" b="53489"/>
            <a:stretch/>
          </p:blipFill>
          <p:spPr>
            <a:xfrm>
              <a:off x="9241089" y="3873611"/>
              <a:ext cx="266750" cy="342900"/>
            </a:xfrm>
            <a:prstGeom prst="rect">
              <a:avLst/>
            </a:prstGeom>
          </p:spPr>
        </p:pic>
        <p:pic>
          <p:nvPicPr>
            <p:cNvPr id="3339" name="Imagen 3338">
              <a:extLst>
                <a:ext uri="{FF2B5EF4-FFF2-40B4-BE49-F238E27FC236}">
                  <a16:creationId xmlns:a16="http://schemas.microsoft.com/office/drawing/2014/main" id="{3BE92AC6-B642-3D0B-3394-0302E82C7661}"/>
                </a:ext>
              </a:extLst>
            </p:cNvPr>
            <p:cNvPicPr>
              <a:picLocks noChangeAspect="1"/>
            </p:cNvPicPr>
            <p:nvPr/>
          </p:nvPicPr>
          <p:blipFill>
            <a:blip r:embed="rId4"/>
            <a:srcRect l="76281" t="21082" r="12572" b="67313"/>
            <a:stretch/>
          </p:blipFill>
          <p:spPr>
            <a:xfrm>
              <a:off x="9524535" y="3873611"/>
              <a:ext cx="266750" cy="342900"/>
            </a:xfrm>
            <a:prstGeom prst="rect">
              <a:avLst/>
            </a:prstGeom>
          </p:spPr>
        </p:pic>
        <p:grpSp>
          <p:nvGrpSpPr>
            <p:cNvPr id="3340" name="Grupo 3339">
              <a:extLst>
                <a:ext uri="{FF2B5EF4-FFF2-40B4-BE49-F238E27FC236}">
                  <a16:creationId xmlns:a16="http://schemas.microsoft.com/office/drawing/2014/main" id="{4AB25AA8-FAFC-BEC8-4493-FCD3F45FF475}"/>
                </a:ext>
              </a:extLst>
            </p:cNvPr>
            <p:cNvGrpSpPr/>
            <p:nvPr/>
          </p:nvGrpSpPr>
          <p:grpSpPr>
            <a:xfrm>
              <a:off x="9807981" y="3873611"/>
              <a:ext cx="266750" cy="342900"/>
              <a:chOff x="5053733" y="4472706"/>
              <a:chExt cx="764498" cy="795862"/>
            </a:xfrm>
          </p:grpSpPr>
          <p:pic>
            <p:nvPicPr>
              <p:cNvPr id="3736" name="Imagen 3735">
                <a:extLst>
                  <a:ext uri="{FF2B5EF4-FFF2-40B4-BE49-F238E27FC236}">
                    <a16:creationId xmlns:a16="http://schemas.microsoft.com/office/drawing/2014/main" id="{2765498C-7218-E947-E125-E628574B748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37" name="Imagen 3736">
                <a:extLst>
                  <a:ext uri="{FF2B5EF4-FFF2-40B4-BE49-F238E27FC236}">
                    <a16:creationId xmlns:a16="http://schemas.microsoft.com/office/drawing/2014/main" id="{7ADDF32A-98FA-BA1A-463D-56E24FE2804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41" name="Imagen 3340">
              <a:extLst>
                <a:ext uri="{FF2B5EF4-FFF2-40B4-BE49-F238E27FC236}">
                  <a16:creationId xmlns:a16="http://schemas.microsoft.com/office/drawing/2014/main" id="{FE6CB4F6-14ED-A87A-2AEF-F8BB54EB1BA4}"/>
                </a:ext>
              </a:extLst>
            </p:cNvPr>
            <p:cNvPicPr>
              <a:picLocks noChangeAspect="1"/>
            </p:cNvPicPr>
            <p:nvPr/>
          </p:nvPicPr>
          <p:blipFill>
            <a:blip r:embed="rId4"/>
            <a:srcRect l="65685" t="34869" r="23168" b="53526"/>
            <a:stretch/>
          </p:blipFill>
          <p:spPr>
            <a:xfrm>
              <a:off x="10091427" y="3873611"/>
              <a:ext cx="266750" cy="342900"/>
            </a:xfrm>
            <a:prstGeom prst="rect">
              <a:avLst/>
            </a:prstGeom>
          </p:spPr>
        </p:pic>
        <p:pic>
          <p:nvPicPr>
            <p:cNvPr id="3342" name="Imagen 3341">
              <a:extLst>
                <a:ext uri="{FF2B5EF4-FFF2-40B4-BE49-F238E27FC236}">
                  <a16:creationId xmlns:a16="http://schemas.microsoft.com/office/drawing/2014/main" id="{7611E257-768F-6A54-9AA9-AE5FE92DEC51}"/>
                </a:ext>
              </a:extLst>
            </p:cNvPr>
            <p:cNvPicPr>
              <a:picLocks noChangeAspect="1"/>
            </p:cNvPicPr>
            <p:nvPr/>
          </p:nvPicPr>
          <p:blipFill>
            <a:blip r:embed="rId4"/>
            <a:srcRect l="23278" t="21261" r="65575" b="67134"/>
            <a:stretch/>
          </p:blipFill>
          <p:spPr>
            <a:xfrm>
              <a:off x="10374873" y="3873611"/>
              <a:ext cx="266750" cy="342900"/>
            </a:xfrm>
            <a:prstGeom prst="rect">
              <a:avLst/>
            </a:prstGeom>
          </p:spPr>
        </p:pic>
        <p:pic>
          <p:nvPicPr>
            <p:cNvPr id="3343" name="Imagen 3342">
              <a:extLst>
                <a:ext uri="{FF2B5EF4-FFF2-40B4-BE49-F238E27FC236}">
                  <a16:creationId xmlns:a16="http://schemas.microsoft.com/office/drawing/2014/main" id="{FE586F42-A7C9-4C33-8433-781F79768671}"/>
                </a:ext>
              </a:extLst>
            </p:cNvPr>
            <p:cNvPicPr>
              <a:picLocks noChangeAspect="1"/>
            </p:cNvPicPr>
            <p:nvPr/>
          </p:nvPicPr>
          <p:blipFill>
            <a:blip r:embed="rId4"/>
            <a:srcRect l="65751" t="21142" r="23101" b="67253"/>
            <a:stretch/>
          </p:blipFill>
          <p:spPr>
            <a:xfrm>
              <a:off x="10658319" y="3873611"/>
              <a:ext cx="266750" cy="342900"/>
            </a:xfrm>
            <a:prstGeom prst="rect">
              <a:avLst/>
            </a:prstGeom>
          </p:spPr>
        </p:pic>
        <p:pic>
          <p:nvPicPr>
            <p:cNvPr id="3344" name="Imagen 3343">
              <a:extLst>
                <a:ext uri="{FF2B5EF4-FFF2-40B4-BE49-F238E27FC236}">
                  <a16:creationId xmlns:a16="http://schemas.microsoft.com/office/drawing/2014/main" id="{F241FEAE-529D-FDD4-C6FD-261FBE0EB219}"/>
                </a:ext>
              </a:extLst>
            </p:cNvPr>
            <p:cNvPicPr>
              <a:picLocks noChangeAspect="1"/>
            </p:cNvPicPr>
            <p:nvPr/>
          </p:nvPicPr>
          <p:blipFill>
            <a:blip r:embed="rId4"/>
            <a:srcRect l="55117" t="6975" r="33736" b="81420"/>
            <a:stretch/>
          </p:blipFill>
          <p:spPr>
            <a:xfrm>
              <a:off x="10941765" y="3873611"/>
              <a:ext cx="266750" cy="342900"/>
            </a:xfrm>
            <a:prstGeom prst="rect">
              <a:avLst/>
            </a:prstGeom>
          </p:spPr>
        </p:pic>
        <p:grpSp>
          <p:nvGrpSpPr>
            <p:cNvPr id="3345" name="Grupo 3344">
              <a:extLst>
                <a:ext uri="{FF2B5EF4-FFF2-40B4-BE49-F238E27FC236}">
                  <a16:creationId xmlns:a16="http://schemas.microsoft.com/office/drawing/2014/main" id="{D9953BCA-1126-B054-0CBB-E61F9E8129E6}"/>
                </a:ext>
              </a:extLst>
            </p:cNvPr>
            <p:cNvGrpSpPr/>
            <p:nvPr/>
          </p:nvGrpSpPr>
          <p:grpSpPr>
            <a:xfrm>
              <a:off x="11225229" y="3873611"/>
              <a:ext cx="266750" cy="342900"/>
              <a:chOff x="5053733" y="4472706"/>
              <a:chExt cx="764498" cy="795862"/>
            </a:xfrm>
          </p:grpSpPr>
          <p:pic>
            <p:nvPicPr>
              <p:cNvPr id="3734" name="Imagen 3733">
                <a:extLst>
                  <a:ext uri="{FF2B5EF4-FFF2-40B4-BE49-F238E27FC236}">
                    <a16:creationId xmlns:a16="http://schemas.microsoft.com/office/drawing/2014/main" id="{04A32268-F024-AC88-0A75-40C22833041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35" name="Imagen 3734">
                <a:extLst>
                  <a:ext uri="{FF2B5EF4-FFF2-40B4-BE49-F238E27FC236}">
                    <a16:creationId xmlns:a16="http://schemas.microsoft.com/office/drawing/2014/main" id="{2B0FF1A3-BFE1-C7F0-294D-9B2EB39A27D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46" name="Imagen 3345">
              <a:extLst>
                <a:ext uri="{FF2B5EF4-FFF2-40B4-BE49-F238E27FC236}">
                  <a16:creationId xmlns:a16="http://schemas.microsoft.com/office/drawing/2014/main" id="{CB3E75E1-F872-55A0-1330-20FB8D5A821C}"/>
                </a:ext>
              </a:extLst>
            </p:cNvPr>
            <p:cNvPicPr>
              <a:picLocks noChangeAspect="1"/>
            </p:cNvPicPr>
            <p:nvPr/>
          </p:nvPicPr>
          <p:blipFill>
            <a:blip r:embed="rId4"/>
            <a:srcRect l="12624" t="34906" r="76229" b="53489"/>
            <a:stretch/>
          </p:blipFill>
          <p:spPr>
            <a:xfrm>
              <a:off x="9241089" y="4611739"/>
              <a:ext cx="266750" cy="342900"/>
            </a:xfrm>
            <a:prstGeom prst="rect">
              <a:avLst/>
            </a:prstGeom>
          </p:spPr>
        </p:pic>
        <p:pic>
          <p:nvPicPr>
            <p:cNvPr id="3347" name="Imagen 3346">
              <a:extLst>
                <a:ext uri="{FF2B5EF4-FFF2-40B4-BE49-F238E27FC236}">
                  <a16:creationId xmlns:a16="http://schemas.microsoft.com/office/drawing/2014/main" id="{40D6A78D-6C2D-BCF3-0673-7B4F351352A2}"/>
                </a:ext>
              </a:extLst>
            </p:cNvPr>
            <p:cNvPicPr>
              <a:picLocks noChangeAspect="1"/>
            </p:cNvPicPr>
            <p:nvPr/>
          </p:nvPicPr>
          <p:blipFill>
            <a:blip r:embed="rId4"/>
            <a:srcRect l="76281" t="21082" r="12572" b="67313"/>
            <a:stretch/>
          </p:blipFill>
          <p:spPr>
            <a:xfrm>
              <a:off x="9524535" y="4611739"/>
              <a:ext cx="266750" cy="342900"/>
            </a:xfrm>
            <a:prstGeom prst="rect">
              <a:avLst/>
            </a:prstGeom>
          </p:spPr>
        </p:pic>
        <p:grpSp>
          <p:nvGrpSpPr>
            <p:cNvPr id="3348" name="Grupo 3347">
              <a:extLst>
                <a:ext uri="{FF2B5EF4-FFF2-40B4-BE49-F238E27FC236}">
                  <a16:creationId xmlns:a16="http://schemas.microsoft.com/office/drawing/2014/main" id="{14B3D674-DAF1-4BD4-E77F-F7201DB621AB}"/>
                </a:ext>
              </a:extLst>
            </p:cNvPr>
            <p:cNvGrpSpPr/>
            <p:nvPr/>
          </p:nvGrpSpPr>
          <p:grpSpPr>
            <a:xfrm>
              <a:off x="9807981" y="4611739"/>
              <a:ext cx="266750" cy="342900"/>
              <a:chOff x="5053733" y="4472706"/>
              <a:chExt cx="764498" cy="795862"/>
            </a:xfrm>
          </p:grpSpPr>
          <p:pic>
            <p:nvPicPr>
              <p:cNvPr id="3732" name="Imagen 3731">
                <a:extLst>
                  <a:ext uri="{FF2B5EF4-FFF2-40B4-BE49-F238E27FC236}">
                    <a16:creationId xmlns:a16="http://schemas.microsoft.com/office/drawing/2014/main" id="{BD7246C5-6703-6619-7961-EC3EF151FA8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33" name="Imagen 3732">
                <a:extLst>
                  <a:ext uri="{FF2B5EF4-FFF2-40B4-BE49-F238E27FC236}">
                    <a16:creationId xmlns:a16="http://schemas.microsoft.com/office/drawing/2014/main" id="{2BA08B03-EA69-BB5D-6E1E-4E8DA866967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49" name="Imagen 3348">
              <a:extLst>
                <a:ext uri="{FF2B5EF4-FFF2-40B4-BE49-F238E27FC236}">
                  <a16:creationId xmlns:a16="http://schemas.microsoft.com/office/drawing/2014/main" id="{42F0BDB9-1FE9-BAF5-B51D-B71F59282975}"/>
                </a:ext>
              </a:extLst>
            </p:cNvPr>
            <p:cNvPicPr>
              <a:picLocks noChangeAspect="1"/>
            </p:cNvPicPr>
            <p:nvPr/>
          </p:nvPicPr>
          <p:blipFill>
            <a:blip r:embed="rId4"/>
            <a:srcRect l="65685" t="34869" r="23168" b="53526"/>
            <a:stretch/>
          </p:blipFill>
          <p:spPr>
            <a:xfrm>
              <a:off x="10091427" y="4611739"/>
              <a:ext cx="266750" cy="342900"/>
            </a:xfrm>
            <a:prstGeom prst="rect">
              <a:avLst/>
            </a:prstGeom>
          </p:spPr>
        </p:pic>
        <p:pic>
          <p:nvPicPr>
            <p:cNvPr id="3350" name="Imagen 3349">
              <a:extLst>
                <a:ext uri="{FF2B5EF4-FFF2-40B4-BE49-F238E27FC236}">
                  <a16:creationId xmlns:a16="http://schemas.microsoft.com/office/drawing/2014/main" id="{B4AC6FF6-AAAC-37A7-C6FB-3B1EB990E735}"/>
                </a:ext>
              </a:extLst>
            </p:cNvPr>
            <p:cNvPicPr>
              <a:picLocks noChangeAspect="1"/>
            </p:cNvPicPr>
            <p:nvPr/>
          </p:nvPicPr>
          <p:blipFill>
            <a:blip r:embed="rId4"/>
            <a:srcRect l="23278" t="21261" r="65575" b="67134"/>
            <a:stretch/>
          </p:blipFill>
          <p:spPr>
            <a:xfrm>
              <a:off x="10374873" y="4611739"/>
              <a:ext cx="266750" cy="342900"/>
            </a:xfrm>
            <a:prstGeom prst="rect">
              <a:avLst/>
            </a:prstGeom>
          </p:spPr>
        </p:pic>
        <p:pic>
          <p:nvPicPr>
            <p:cNvPr id="3351" name="Imagen 3350">
              <a:extLst>
                <a:ext uri="{FF2B5EF4-FFF2-40B4-BE49-F238E27FC236}">
                  <a16:creationId xmlns:a16="http://schemas.microsoft.com/office/drawing/2014/main" id="{B3C1E017-6EAD-0B98-546F-EC3287FF6755}"/>
                </a:ext>
              </a:extLst>
            </p:cNvPr>
            <p:cNvPicPr>
              <a:picLocks noChangeAspect="1"/>
            </p:cNvPicPr>
            <p:nvPr/>
          </p:nvPicPr>
          <p:blipFill>
            <a:blip r:embed="rId4"/>
            <a:srcRect l="65751" t="21142" r="23101" b="67253"/>
            <a:stretch/>
          </p:blipFill>
          <p:spPr>
            <a:xfrm>
              <a:off x="10658319" y="4611739"/>
              <a:ext cx="266750" cy="342900"/>
            </a:xfrm>
            <a:prstGeom prst="rect">
              <a:avLst/>
            </a:prstGeom>
          </p:spPr>
        </p:pic>
        <p:pic>
          <p:nvPicPr>
            <p:cNvPr id="3352" name="Imagen 3351">
              <a:extLst>
                <a:ext uri="{FF2B5EF4-FFF2-40B4-BE49-F238E27FC236}">
                  <a16:creationId xmlns:a16="http://schemas.microsoft.com/office/drawing/2014/main" id="{6B5FADE0-3E90-1561-FA5E-0CAED7BECC2D}"/>
                </a:ext>
              </a:extLst>
            </p:cNvPr>
            <p:cNvPicPr>
              <a:picLocks noChangeAspect="1"/>
            </p:cNvPicPr>
            <p:nvPr/>
          </p:nvPicPr>
          <p:blipFill>
            <a:blip r:embed="rId4"/>
            <a:srcRect l="55117" t="6975" r="33736" b="81420"/>
            <a:stretch/>
          </p:blipFill>
          <p:spPr>
            <a:xfrm>
              <a:off x="10941765" y="4611739"/>
              <a:ext cx="266750" cy="342900"/>
            </a:xfrm>
            <a:prstGeom prst="rect">
              <a:avLst/>
            </a:prstGeom>
          </p:spPr>
        </p:pic>
        <p:grpSp>
          <p:nvGrpSpPr>
            <p:cNvPr id="3353" name="Grupo 3352">
              <a:extLst>
                <a:ext uri="{FF2B5EF4-FFF2-40B4-BE49-F238E27FC236}">
                  <a16:creationId xmlns:a16="http://schemas.microsoft.com/office/drawing/2014/main" id="{EE80285E-B0D4-E4E4-92DB-6F831A9FA2B4}"/>
                </a:ext>
              </a:extLst>
            </p:cNvPr>
            <p:cNvGrpSpPr/>
            <p:nvPr/>
          </p:nvGrpSpPr>
          <p:grpSpPr>
            <a:xfrm>
              <a:off x="11225229" y="4611739"/>
              <a:ext cx="266750" cy="342900"/>
              <a:chOff x="5053733" y="4472706"/>
              <a:chExt cx="764498" cy="795862"/>
            </a:xfrm>
          </p:grpSpPr>
          <p:pic>
            <p:nvPicPr>
              <p:cNvPr id="3730" name="Imagen 3729">
                <a:extLst>
                  <a:ext uri="{FF2B5EF4-FFF2-40B4-BE49-F238E27FC236}">
                    <a16:creationId xmlns:a16="http://schemas.microsoft.com/office/drawing/2014/main" id="{1D1AA5D4-304C-F1E0-B8F6-9D591788EF5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31" name="Imagen 3730">
                <a:extLst>
                  <a:ext uri="{FF2B5EF4-FFF2-40B4-BE49-F238E27FC236}">
                    <a16:creationId xmlns:a16="http://schemas.microsoft.com/office/drawing/2014/main" id="{BCF9061D-BA38-006B-A4D0-D534CEBFD65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54" name="Imagen 3353">
              <a:extLst>
                <a:ext uri="{FF2B5EF4-FFF2-40B4-BE49-F238E27FC236}">
                  <a16:creationId xmlns:a16="http://schemas.microsoft.com/office/drawing/2014/main" id="{41D9BD81-7CC5-4EEF-E6F4-C761AF934176}"/>
                </a:ext>
              </a:extLst>
            </p:cNvPr>
            <p:cNvPicPr>
              <a:picLocks noChangeAspect="1"/>
            </p:cNvPicPr>
            <p:nvPr/>
          </p:nvPicPr>
          <p:blipFill>
            <a:blip r:embed="rId4"/>
            <a:srcRect l="12624" t="34906" r="76229" b="53489"/>
            <a:stretch/>
          </p:blipFill>
          <p:spPr>
            <a:xfrm>
              <a:off x="9241089" y="4255458"/>
              <a:ext cx="266750" cy="342900"/>
            </a:xfrm>
            <a:prstGeom prst="rect">
              <a:avLst/>
            </a:prstGeom>
          </p:spPr>
        </p:pic>
        <p:pic>
          <p:nvPicPr>
            <p:cNvPr id="3355" name="Imagen 3354">
              <a:extLst>
                <a:ext uri="{FF2B5EF4-FFF2-40B4-BE49-F238E27FC236}">
                  <a16:creationId xmlns:a16="http://schemas.microsoft.com/office/drawing/2014/main" id="{16A7B585-CDA5-F262-7DC8-334FFE31D87F}"/>
                </a:ext>
              </a:extLst>
            </p:cNvPr>
            <p:cNvPicPr>
              <a:picLocks noChangeAspect="1"/>
            </p:cNvPicPr>
            <p:nvPr/>
          </p:nvPicPr>
          <p:blipFill>
            <a:blip r:embed="rId4"/>
            <a:srcRect l="76281" t="21082" r="12572" b="67313"/>
            <a:stretch/>
          </p:blipFill>
          <p:spPr>
            <a:xfrm>
              <a:off x="9524535" y="4255458"/>
              <a:ext cx="266750" cy="342900"/>
            </a:xfrm>
            <a:prstGeom prst="rect">
              <a:avLst/>
            </a:prstGeom>
          </p:spPr>
        </p:pic>
        <p:grpSp>
          <p:nvGrpSpPr>
            <p:cNvPr id="3356" name="Grupo 3355">
              <a:extLst>
                <a:ext uri="{FF2B5EF4-FFF2-40B4-BE49-F238E27FC236}">
                  <a16:creationId xmlns:a16="http://schemas.microsoft.com/office/drawing/2014/main" id="{9EF56D54-41F8-0858-DF4F-55BBE676FE65}"/>
                </a:ext>
              </a:extLst>
            </p:cNvPr>
            <p:cNvGrpSpPr/>
            <p:nvPr/>
          </p:nvGrpSpPr>
          <p:grpSpPr>
            <a:xfrm>
              <a:off x="9807981" y="4255458"/>
              <a:ext cx="266750" cy="342900"/>
              <a:chOff x="5053733" y="4472706"/>
              <a:chExt cx="764498" cy="795862"/>
            </a:xfrm>
          </p:grpSpPr>
          <p:pic>
            <p:nvPicPr>
              <p:cNvPr id="3728" name="Imagen 3727">
                <a:extLst>
                  <a:ext uri="{FF2B5EF4-FFF2-40B4-BE49-F238E27FC236}">
                    <a16:creationId xmlns:a16="http://schemas.microsoft.com/office/drawing/2014/main" id="{A08F3CD3-BEEB-8095-524D-325E97E1E67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29" name="Imagen 3728">
                <a:extLst>
                  <a:ext uri="{FF2B5EF4-FFF2-40B4-BE49-F238E27FC236}">
                    <a16:creationId xmlns:a16="http://schemas.microsoft.com/office/drawing/2014/main" id="{DD790324-80CE-A470-FD7D-BD95E79D4D6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57" name="Imagen 3356">
              <a:extLst>
                <a:ext uri="{FF2B5EF4-FFF2-40B4-BE49-F238E27FC236}">
                  <a16:creationId xmlns:a16="http://schemas.microsoft.com/office/drawing/2014/main" id="{1A29DE45-EB14-8F98-42E8-2691007C08D4}"/>
                </a:ext>
              </a:extLst>
            </p:cNvPr>
            <p:cNvPicPr>
              <a:picLocks noChangeAspect="1"/>
            </p:cNvPicPr>
            <p:nvPr/>
          </p:nvPicPr>
          <p:blipFill>
            <a:blip r:embed="rId4"/>
            <a:srcRect l="65685" t="34869" r="23168" b="53526"/>
            <a:stretch/>
          </p:blipFill>
          <p:spPr>
            <a:xfrm>
              <a:off x="10091427" y="4255458"/>
              <a:ext cx="266750" cy="342900"/>
            </a:xfrm>
            <a:prstGeom prst="rect">
              <a:avLst/>
            </a:prstGeom>
          </p:spPr>
        </p:pic>
        <p:pic>
          <p:nvPicPr>
            <p:cNvPr id="3358" name="Imagen 3357">
              <a:extLst>
                <a:ext uri="{FF2B5EF4-FFF2-40B4-BE49-F238E27FC236}">
                  <a16:creationId xmlns:a16="http://schemas.microsoft.com/office/drawing/2014/main" id="{5C72C855-6A80-3F52-D785-1C90E4DD6BD2}"/>
                </a:ext>
              </a:extLst>
            </p:cNvPr>
            <p:cNvPicPr>
              <a:picLocks noChangeAspect="1"/>
            </p:cNvPicPr>
            <p:nvPr/>
          </p:nvPicPr>
          <p:blipFill>
            <a:blip r:embed="rId4"/>
            <a:srcRect l="23278" t="21261" r="65575" b="67134"/>
            <a:stretch/>
          </p:blipFill>
          <p:spPr>
            <a:xfrm>
              <a:off x="10374873" y="4255458"/>
              <a:ext cx="266750" cy="342900"/>
            </a:xfrm>
            <a:prstGeom prst="rect">
              <a:avLst/>
            </a:prstGeom>
          </p:spPr>
        </p:pic>
        <p:pic>
          <p:nvPicPr>
            <p:cNvPr id="3359" name="Imagen 3358">
              <a:extLst>
                <a:ext uri="{FF2B5EF4-FFF2-40B4-BE49-F238E27FC236}">
                  <a16:creationId xmlns:a16="http://schemas.microsoft.com/office/drawing/2014/main" id="{09EAF056-AB30-3D31-FC67-1862F53FD70C}"/>
                </a:ext>
              </a:extLst>
            </p:cNvPr>
            <p:cNvPicPr>
              <a:picLocks noChangeAspect="1"/>
            </p:cNvPicPr>
            <p:nvPr/>
          </p:nvPicPr>
          <p:blipFill>
            <a:blip r:embed="rId4"/>
            <a:srcRect l="65751" t="21142" r="23101" b="67253"/>
            <a:stretch/>
          </p:blipFill>
          <p:spPr>
            <a:xfrm>
              <a:off x="10658319" y="4255458"/>
              <a:ext cx="266750" cy="342900"/>
            </a:xfrm>
            <a:prstGeom prst="rect">
              <a:avLst/>
            </a:prstGeom>
          </p:spPr>
        </p:pic>
        <p:pic>
          <p:nvPicPr>
            <p:cNvPr id="3360" name="Imagen 3359">
              <a:extLst>
                <a:ext uri="{FF2B5EF4-FFF2-40B4-BE49-F238E27FC236}">
                  <a16:creationId xmlns:a16="http://schemas.microsoft.com/office/drawing/2014/main" id="{7177AB8B-A682-C2E3-6241-117689470E53}"/>
                </a:ext>
              </a:extLst>
            </p:cNvPr>
            <p:cNvPicPr>
              <a:picLocks noChangeAspect="1"/>
            </p:cNvPicPr>
            <p:nvPr/>
          </p:nvPicPr>
          <p:blipFill>
            <a:blip r:embed="rId4"/>
            <a:srcRect l="55117" t="6975" r="33736" b="81420"/>
            <a:stretch/>
          </p:blipFill>
          <p:spPr>
            <a:xfrm>
              <a:off x="10941765" y="4255458"/>
              <a:ext cx="266750" cy="342900"/>
            </a:xfrm>
            <a:prstGeom prst="rect">
              <a:avLst/>
            </a:prstGeom>
          </p:spPr>
        </p:pic>
        <p:grpSp>
          <p:nvGrpSpPr>
            <p:cNvPr id="3361" name="Grupo 3360">
              <a:extLst>
                <a:ext uri="{FF2B5EF4-FFF2-40B4-BE49-F238E27FC236}">
                  <a16:creationId xmlns:a16="http://schemas.microsoft.com/office/drawing/2014/main" id="{3433D974-C157-CEBB-093B-9E8F03FCB985}"/>
                </a:ext>
              </a:extLst>
            </p:cNvPr>
            <p:cNvGrpSpPr/>
            <p:nvPr/>
          </p:nvGrpSpPr>
          <p:grpSpPr>
            <a:xfrm>
              <a:off x="11225229" y="4255458"/>
              <a:ext cx="266750" cy="342900"/>
              <a:chOff x="5053733" y="4472706"/>
              <a:chExt cx="764498" cy="795862"/>
            </a:xfrm>
          </p:grpSpPr>
          <p:pic>
            <p:nvPicPr>
              <p:cNvPr id="3726" name="Imagen 3725">
                <a:extLst>
                  <a:ext uri="{FF2B5EF4-FFF2-40B4-BE49-F238E27FC236}">
                    <a16:creationId xmlns:a16="http://schemas.microsoft.com/office/drawing/2014/main" id="{7434218F-771E-3ED7-7ADF-7CCBFD382A9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27" name="Imagen 3726">
                <a:extLst>
                  <a:ext uri="{FF2B5EF4-FFF2-40B4-BE49-F238E27FC236}">
                    <a16:creationId xmlns:a16="http://schemas.microsoft.com/office/drawing/2014/main" id="{0638C07C-25DC-CA8B-1F8E-3E57A9591F4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62" name="Imagen 3361">
              <a:extLst>
                <a:ext uri="{FF2B5EF4-FFF2-40B4-BE49-F238E27FC236}">
                  <a16:creationId xmlns:a16="http://schemas.microsoft.com/office/drawing/2014/main" id="{0840ED89-3CED-59AF-A8BB-D502C001A379}"/>
                </a:ext>
              </a:extLst>
            </p:cNvPr>
            <p:cNvPicPr>
              <a:picLocks noChangeAspect="1"/>
            </p:cNvPicPr>
            <p:nvPr/>
          </p:nvPicPr>
          <p:blipFill>
            <a:blip r:embed="rId4"/>
            <a:srcRect l="12624" t="34906" r="76229" b="53489"/>
            <a:stretch/>
          </p:blipFill>
          <p:spPr>
            <a:xfrm>
              <a:off x="9241089" y="4970263"/>
              <a:ext cx="266750" cy="342900"/>
            </a:xfrm>
            <a:prstGeom prst="rect">
              <a:avLst/>
            </a:prstGeom>
          </p:spPr>
        </p:pic>
        <p:pic>
          <p:nvPicPr>
            <p:cNvPr id="3363" name="Imagen 3362">
              <a:extLst>
                <a:ext uri="{FF2B5EF4-FFF2-40B4-BE49-F238E27FC236}">
                  <a16:creationId xmlns:a16="http://schemas.microsoft.com/office/drawing/2014/main" id="{8BECD24F-C6E4-59CD-E46B-75C2E3E99DD8}"/>
                </a:ext>
              </a:extLst>
            </p:cNvPr>
            <p:cNvPicPr>
              <a:picLocks noChangeAspect="1"/>
            </p:cNvPicPr>
            <p:nvPr/>
          </p:nvPicPr>
          <p:blipFill>
            <a:blip r:embed="rId4"/>
            <a:srcRect l="76281" t="21082" r="12572" b="67313"/>
            <a:stretch/>
          </p:blipFill>
          <p:spPr>
            <a:xfrm>
              <a:off x="9524535" y="4970263"/>
              <a:ext cx="266750" cy="342900"/>
            </a:xfrm>
            <a:prstGeom prst="rect">
              <a:avLst/>
            </a:prstGeom>
          </p:spPr>
        </p:pic>
        <p:grpSp>
          <p:nvGrpSpPr>
            <p:cNvPr id="3364" name="Grupo 3363">
              <a:extLst>
                <a:ext uri="{FF2B5EF4-FFF2-40B4-BE49-F238E27FC236}">
                  <a16:creationId xmlns:a16="http://schemas.microsoft.com/office/drawing/2014/main" id="{0A4AC1E1-2C61-3940-CE6E-27CF97D86E8F}"/>
                </a:ext>
              </a:extLst>
            </p:cNvPr>
            <p:cNvGrpSpPr/>
            <p:nvPr/>
          </p:nvGrpSpPr>
          <p:grpSpPr>
            <a:xfrm>
              <a:off x="9807981" y="4970263"/>
              <a:ext cx="266750" cy="342900"/>
              <a:chOff x="5053733" y="4472706"/>
              <a:chExt cx="764498" cy="795862"/>
            </a:xfrm>
          </p:grpSpPr>
          <p:pic>
            <p:nvPicPr>
              <p:cNvPr id="3724" name="Imagen 3723">
                <a:extLst>
                  <a:ext uri="{FF2B5EF4-FFF2-40B4-BE49-F238E27FC236}">
                    <a16:creationId xmlns:a16="http://schemas.microsoft.com/office/drawing/2014/main" id="{A11C0BFA-4C75-E2E7-B018-BE53E3CF625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25" name="Imagen 3724">
                <a:extLst>
                  <a:ext uri="{FF2B5EF4-FFF2-40B4-BE49-F238E27FC236}">
                    <a16:creationId xmlns:a16="http://schemas.microsoft.com/office/drawing/2014/main" id="{1F123816-EFB4-A663-BAEC-6F565A81C02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65" name="Imagen 3364">
              <a:extLst>
                <a:ext uri="{FF2B5EF4-FFF2-40B4-BE49-F238E27FC236}">
                  <a16:creationId xmlns:a16="http://schemas.microsoft.com/office/drawing/2014/main" id="{ACE4A2E1-6411-9650-F62A-230560BFD656}"/>
                </a:ext>
              </a:extLst>
            </p:cNvPr>
            <p:cNvPicPr>
              <a:picLocks noChangeAspect="1"/>
            </p:cNvPicPr>
            <p:nvPr/>
          </p:nvPicPr>
          <p:blipFill>
            <a:blip r:embed="rId4"/>
            <a:srcRect l="65685" t="34869" r="23168" b="53526"/>
            <a:stretch/>
          </p:blipFill>
          <p:spPr>
            <a:xfrm>
              <a:off x="10091427" y="4970263"/>
              <a:ext cx="266750" cy="342900"/>
            </a:xfrm>
            <a:prstGeom prst="rect">
              <a:avLst/>
            </a:prstGeom>
          </p:spPr>
        </p:pic>
        <p:pic>
          <p:nvPicPr>
            <p:cNvPr id="3366" name="Imagen 3365">
              <a:extLst>
                <a:ext uri="{FF2B5EF4-FFF2-40B4-BE49-F238E27FC236}">
                  <a16:creationId xmlns:a16="http://schemas.microsoft.com/office/drawing/2014/main" id="{AF4220D2-98F7-C331-2710-407C2D1E9763}"/>
                </a:ext>
              </a:extLst>
            </p:cNvPr>
            <p:cNvPicPr>
              <a:picLocks noChangeAspect="1"/>
            </p:cNvPicPr>
            <p:nvPr/>
          </p:nvPicPr>
          <p:blipFill>
            <a:blip r:embed="rId4"/>
            <a:srcRect l="23278" t="21261" r="65575" b="67134"/>
            <a:stretch/>
          </p:blipFill>
          <p:spPr>
            <a:xfrm>
              <a:off x="10374873" y="4970263"/>
              <a:ext cx="266750" cy="342900"/>
            </a:xfrm>
            <a:prstGeom prst="rect">
              <a:avLst/>
            </a:prstGeom>
          </p:spPr>
        </p:pic>
        <p:pic>
          <p:nvPicPr>
            <p:cNvPr id="3367" name="Imagen 3366">
              <a:extLst>
                <a:ext uri="{FF2B5EF4-FFF2-40B4-BE49-F238E27FC236}">
                  <a16:creationId xmlns:a16="http://schemas.microsoft.com/office/drawing/2014/main" id="{D7647870-BC58-F720-D39B-12349D6BC51F}"/>
                </a:ext>
              </a:extLst>
            </p:cNvPr>
            <p:cNvPicPr>
              <a:picLocks noChangeAspect="1"/>
            </p:cNvPicPr>
            <p:nvPr/>
          </p:nvPicPr>
          <p:blipFill>
            <a:blip r:embed="rId4"/>
            <a:srcRect l="65751" t="21142" r="23101" b="67253"/>
            <a:stretch/>
          </p:blipFill>
          <p:spPr>
            <a:xfrm>
              <a:off x="10658319" y="4970263"/>
              <a:ext cx="266750" cy="342900"/>
            </a:xfrm>
            <a:prstGeom prst="rect">
              <a:avLst/>
            </a:prstGeom>
          </p:spPr>
        </p:pic>
        <p:pic>
          <p:nvPicPr>
            <p:cNvPr id="3368" name="Imagen 3367">
              <a:extLst>
                <a:ext uri="{FF2B5EF4-FFF2-40B4-BE49-F238E27FC236}">
                  <a16:creationId xmlns:a16="http://schemas.microsoft.com/office/drawing/2014/main" id="{8C553869-5B99-1CA9-C7E8-F5DC81A9447F}"/>
                </a:ext>
              </a:extLst>
            </p:cNvPr>
            <p:cNvPicPr>
              <a:picLocks noChangeAspect="1"/>
            </p:cNvPicPr>
            <p:nvPr/>
          </p:nvPicPr>
          <p:blipFill>
            <a:blip r:embed="rId4"/>
            <a:srcRect l="55117" t="6975" r="33736" b="81420"/>
            <a:stretch/>
          </p:blipFill>
          <p:spPr>
            <a:xfrm>
              <a:off x="10941765" y="4970263"/>
              <a:ext cx="266750" cy="342900"/>
            </a:xfrm>
            <a:prstGeom prst="rect">
              <a:avLst/>
            </a:prstGeom>
          </p:spPr>
        </p:pic>
        <p:grpSp>
          <p:nvGrpSpPr>
            <p:cNvPr id="3369" name="Grupo 3368">
              <a:extLst>
                <a:ext uri="{FF2B5EF4-FFF2-40B4-BE49-F238E27FC236}">
                  <a16:creationId xmlns:a16="http://schemas.microsoft.com/office/drawing/2014/main" id="{EA40DA75-38F0-B26E-DBB0-023204A04ED6}"/>
                </a:ext>
              </a:extLst>
            </p:cNvPr>
            <p:cNvGrpSpPr/>
            <p:nvPr/>
          </p:nvGrpSpPr>
          <p:grpSpPr>
            <a:xfrm>
              <a:off x="11225229" y="4970263"/>
              <a:ext cx="266750" cy="342900"/>
              <a:chOff x="5053733" y="4472706"/>
              <a:chExt cx="764498" cy="795862"/>
            </a:xfrm>
          </p:grpSpPr>
          <p:pic>
            <p:nvPicPr>
              <p:cNvPr id="3722" name="Imagen 3721">
                <a:extLst>
                  <a:ext uri="{FF2B5EF4-FFF2-40B4-BE49-F238E27FC236}">
                    <a16:creationId xmlns:a16="http://schemas.microsoft.com/office/drawing/2014/main" id="{23C9B908-863E-44CE-757C-D6CD5FA77B9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23" name="Imagen 3722">
                <a:extLst>
                  <a:ext uri="{FF2B5EF4-FFF2-40B4-BE49-F238E27FC236}">
                    <a16:creationId xmlns:a16="http://schemas.microsoft.com/office/drawing/2014/main" id="{C35164DE-6C37-5E44-9C05-326D538F2C3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70" name="Imagen 3369">
              <a:extLst>
                <a:ext uri="{FF2B5EF4-FFF2-40B4-BE49-F238E27FC236}">
                  <a16:creationId xmlns:a16="http://schemas.microsoft.com/office/drawing/2014/main" id="{9397EAD4-A08D-96C6-DC00-AD63F05C87C2}"/>
                </a:ext>
              </a:extLst>
            </p:cNvPr>
            <p:cNvPicPr>
              <a:picLocks noChangeAspect="1"/>
            </p:cNvPicPr>
            <p:nvPr/>
          </p:nvPicPr>
          <p:blipFill>
            <a:blip r:embed="rId4"/>
            <a:srcRect l="12624" t="34906" r="76229" b="53489"/>
            <a:stretch/>
          </p:blipFill>
          <p:spPr>
            <a:xfrm>
              <a:off x="9241089" y="5311489"/>
              <a:ext cx="266750" cy="342900"/>
            </a:xfrm>
            <a:prstGeom prst="rect">
              <a:avLst/>
            </a:prstGeom>
          </p:spPr>
        </p:pic>
        <p:pic>
          <p:nvPicPr>
            <p:cNvPr id="3371" name="Imagen 3370">
              <a:extLst>
                <a:ext uri="{FF2B5EF4-FFF2-40B4-BE49-F238E27FC236}">
                  <a16:creationId xmlns:a16="http://schemas.microsoft.com/office/drawing/2014/main" id="{A129B5B1-3501-2BF5-0903-1F72B77A8E21}"/>
                </a:ext>
              </a:extLst>
            </p:cNvPr>
            <p:cNvPicPr>
              <a:picLocks noChangeAspect="1"/>
            </p:cNvPicPr>
            <p:nvPr/>
          </p:nvPicPr>
          <p:blipFill>
            <a:blip r:embed="rId4"/>
            <a:srcRect l="76281" t="21082" r="12572" b="67313"/>
            <a:stretch/>
          </p:blipFill>
          <p:spPr>
            <a:xfrm>
              <a:off x="9524535" y="5311489"/>
              <a:ext cx="266750" cy="342900"/>
            </a:xfrm>
            <a:prstGeom prst="rect">
              <a:avLst/>
            </a:prstGeom>
          </p:spPr>
        </p:pic>
        <p:grpSp>
          <p:nvGrpSpPr>
            <p:cNvPr id="3372" name="Grupo 3371">
              <a:extLst>
                <a:ext uri="{FF2B5EF4-FFF2-40B4-BE49-F238E27FC236}">
                  <a16:creationId xmlns:a16="http://schemas.microsoft.com/office/drawing/2014/main" id="{896F82CE-3F2C-A22F-5044-4DA00A987D53}"/>
                </a:ext>
              </a:extLst>
            </p:cNvPr>
            <p:cNvGrpSpPr/>
            <p:nvPr/>
          </p:nvGrpSpPr>
          <p:grpSpPr>
            <a:xfrm>
              <a:off x="9807981" y="5311489"/>
              <a:ext cx="266750" cy="342900"/>
              <a:chOff x="5053733" y="4472706"/>
              <a:chExt cx="764498" cy="795862"/>
            </a:xfrm>
          </p:grpSpPr>
          <p:pic>
            <p:nvPicPr>
              <p:cNvPr id="3720" name="Imagen 3719">
                <a:extLst>
                  <a:ext uri="{FF2B5EF4-FFF2-40B4-BE49-F238E27FC236}">
                    <a16:creationId xmlns:a16="http://schemas.microsoft.com/office/drawing/2014/main" id="{B407ADB3-99A0-BBEB-0588-506BBB0B194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21" name="Imagen 3720">
                <a:extLst>
                  <a:ext uri="{FF2B5EF4-FFF2-40B4-BE49-F238E27FC236}">
                    <a16:creationId xmlns:a16="http://schemas.microsoft.com/office/drawing/2014/main" id="{128523EA-3BCD-DE8B-2FE1-ED2E1352CF1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73" name="Imagen 3372">
              <a:extLst>
                <a:ext uri="{FF2B5EF4-FFF2-40B4-BE49-F238E27FC236}">
                  <a16:creationId xmlns:a16="http://schemas.microsoft.com/office/drawing/2014/main" id="{6F7776DA-6DB5-764C-039E-D8C0F32E1333}"/>
                </a:ext>
              </a:extLst>
            </p:cNvPr>
            <p:cNvPicPr>
              <a:picLocks noChangeAspect="1"/>
            </p:cNvPicPr>
            <p:nvPr/>
          </p:nvPicPr>
          <p:blipFill>
            <a:blip r:embed="rId4"/>
            <a:srcRect l="65685" t="34869" r="23168" b="53526"/>
            <a:stretch/>
          </p:blipFill>
          <p:spPr>
            <a:xfrm>
              <a:off x="10091427" y="5311489"/>
              <a:ext cx="266750" cy="342900"/>
            </a:xfrm>
            <a:prstGeom prst="rect">
              <a:avLst/>
            </a:prstGeom>
          </p:spPr>
        </p:pic>
        <p:pic>
          <p:nvPicPr>
            <p:cNvPr id="3374" name="Imagen 3373">
              <a:extLst>
                <a:ext uri="{FF2B5EF4-FFF2-40B4-BE49-F238E27FC236}">
                  <a16:creationId xmlns:a16="http://schemas.microsoft.com/office/drawing/2014/main" id="{926FC5EF-EA0B-1FD5-A760-54361F722D7E}"/>
                </a:ext>
              </a:extLst>
            </p:cNvPr>
            <p:cNvPicPr>
              <a:picLocks noChangeAspect="1"/>
            </p:cNvPicPr>
            <p:nvPr/>
          </p:nvPicPr>
          <p:blipFill>
            <a:blip r:embed="rId4"/>
            <a:srcRect l="23278" t="21261" r="65575" b="67134"/>
            <a:stretch/>
          </p:blipFill>
          <p:spPr>
            <a:xfrm>
              <a:off x="10374873" y="5311489"/>
              <a:ext cx="266750" cy="342900"/>
            </a:xfrm>
            <a:prstGeom prst="rect">
              <a:avLst/>
            </a:prstGeom>
          </p:spPr>
        </p:pic>
        <p:pic>
          <p:nvPicPr>
            <p:cNvPr id="3375" name="Imagen 3374">
              <a:extLst>
                <a:ext uri="{FF2B5EF4-FFF2-40B4-BE49-F238E27FC236}">
                  <a16:creationId xmlns:a16="http://schemas.microsoft.com/office/drawing/2014/main" id="{B66071B8-B07D-2FE7-A347-5D466E8E40D5}"/>
                </a:ext>
              </a:extLst>
            </p:cNvPr>
            <p:cNvPicPr>
              <a:picLocks noChangeAspect="1"/>
            </p:cNvPicPr>
            <p:nvPr/>
          </p:nvPicPr>
          <p:blipFill>
            <a:blip r:embed="rId4"/>
            <a:srcRect l="65751" t="21142" r="23101" b="67253"/>
            <a:stretch/>
          </p:blipFill>
          <p:spPr>
            <a:xfrm>
              <a:off x="10658319" y="5311489"/>
              <a:ext cx="266750" cy="342900"/>
            </a:xfrm>
            <a:prstGeom prst="rect">
              <a:avLst/>
            </a:prstGeom>
          </p:spPr>
        </p:pic>
        <p:pic>
          <p:nvPicPr>
            <p:cNvPr id="3376" name="Imagen 3375">
              <a:extLst>
                <a:ext uri="{FF2B5EF4-FFF2-40B4-BE49-F238E27FC236}">
                  <a16:creationId xmlns:a16="http://schemas.microsoft.com/office/drawing/2014/main" id="{5D8DE871-826E-8EFA-94EC-57637A7CFA3E}"/>
                </a:ext>
              </a:extLst>
            </p:cNvPr>
            <p:cNvPicPr>
              <a:picLocks noChangeAspect="1"/>
            </p:cNvPicPr>
            <p:nvPr/>
          </p:nvPicPr>
          <p:blipFill>
            <a:blip r:embed="rId4"/>
            <a:srcRect l="55117" t="6975" r="33736" b="81420"/>
            <a:stretch/>
          </p:blipFill>
          <p:spPr>
            <a:xfrm>
              <a:off x="10941765" y="5311489"/>
              <a:ext cx="266750" cy="342900"/>
            </a:xfrm>
            <a:prstGeom prst="rect">
              <a:avLst/>
            </a:prstGeom>
          </p:spPr>
        </p:pic>
        <p:grpSp>
          <p:nvGrpSpPr>
            <p:cNvPr id="3377" name="Grupo 3376">
              <a:extLst>
                <a:ext uri="{FF2B5EF4-FFF2-40B4-BE49-F238E27FC236}">
                  <a16:creationId xmlns:a16="http://schemas.microsoft.com/office/drawing/2014/main" id="{5CE09186-B5E3-6708-1ACA-6FBEAEAC2C31}"/>
                </a:ext>
              </a:extLst>
            </p:cNvPr>
            <p:cNvGrpSpPr/>
            <p:nvPr/>
          </p:nvGrpSpPr>
          <p:grpSpPr>
            <a:xfrm>
              <a:off x="11225229" y="5311489"/>
              <a:ext cx="266750" cy="342900"/>
              <a:chOff x="5053733" y="4472706"/>
              <a:chExt cx="764498" cy="795862"/>
            </a:xfrm>
          </p:grpSpPr>
          <p:pic>
            <p:nvPicPr>
              <p:cNvPr id="3718" name="Imagen 3717">
                <a:extLst>
                  <a:ext uri="{FF2B5EF4-FFF2-40B4-BE49-F238E27FC236}">
                    <a16:creationId xmlns:a16="http://schemas.microsoft.com/office/drawing/2014/main" id="{BCE344AE-9558-6A18-B95F-03EC0A41B3F8}"/>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19" name="Imagen 3718">
                <a:extLst>
                  <a:ext uri="{FF2B5EF4-FFF2-40B4-BE49-F238E27FC236}">
                    <a16:creationId xmlns:a16="http://schemas.microsoft.com/office/drawing/2014/main" id="{58B99970-DA10-AB3E-10CC-BEAC8601724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78" name="Imagen 3377">
              <a:extLst>
                <a:ext uri="{FF2B5EF4-FFF2-40B4-BE49-F238E27FC236}">
                  <a16:creationId xmlns:a16="http://schemas.microsoft.com/office/drawing/2014/main" id="{86CF8F6D-120C-4220-B438-38A9289016C0}"/>
                </a:ext>
              </a:extLst>
            </p:cNvPr>
            <p:cNvPicPr>
              <a:picLocks noChangeAspect="1"/>
            </p:cNvPicPr>
            <p:nvPr/>
          </p:nvPicPr>
          <p:blipFill>
            <a:blip r:embed="rId4"/>
            <a:srcRect l="12624" t="34906" r="76229" b="53489"/>
            <a:stretch/>
          </p:blipFill>
          <p:spPr>
            <a:xfrm>
              <a:off x="9241089" y="5686427"/>
              <a:ext cx="266750" cy="342900"/>
            </a:xfrm>
            <a:prstGeom prst="rect">
              <a:avLst/>
            </a:prstGeom>
          </p:spPr>
        </p:pic>
        <p:pic>
          <p:nvPicPr>
            <p:cNvPr id="3379" name="Imagen 3378">
              <a:extLst>
                <a:ext uri="{FF2B5EF4-FFF2-40B4-BE49-F238E27FC236}">
                  <a16:creationId xmlns:a16="http://schemas.microsoft.com/office/drawing/2014/main" id="{9FADABB1-2723-6681-ADB5-BD791AEA2F62}"/>
                </a:ext>
              </a:extLst>
            </p:cNvPr>
            <p:cNvPicPr>
              <a:picLocks noChangeAspect="1"/>
            </p:cNvPicPr>
            <p:nvPr/>
          </p:nvPicPr>
          <p:blipFill>
            <a:blip r:embed="rId4"/>
            <a:srcRect l="76281" t="21082" r="12572" b="67313"/>
            <a:stretch/>
          </p:blipFill>
          <p:spPr>
            <a:xfrm>
              <a:off x="9524535" y="5686427"/>
              <a:ext cx="266750" cy="342900"/>
            </a:xfrm>
            <a:prstGeom prst="rect">
              <a:avLst/>
            </a:prstGeom>
          </p:spPr>
        </p:pic>
        <p:grpSp>
          <p:nvGrpSpPr>
            <p:cNvPr id="3380" name="Grupo 3379">
              <a:extLst>
                <a:ext uri="{FF2B5EF4-FFF2-40B4-BE49-F238E27FC236}">
                  <a16:creationId xmlns:a16="http://schemas.microsoft.com/office/drawing/2014/main" id="{E95918EB-4404-8B35-4E84-2C6C25F5EE3C}"/>
                </a:ext>
              </a:extLst>
            </p:cNvPr>
            <p:cNvGrpSpPr/>
            <p:nvPr/>
          </p:nvGrpSpPr>
          <p:grpSpPr>
            <a:xfrm>
              <a:off x="9807981" y="5686427"/>
              <a:ext cx="266750" cy="342900"/>
              <a:chOff x="5053733" y="4472706"/>
              <a:chExt cx="764498" cy="795862"/>
            </a:xfrm>
          </p:grpSpPr>
          <p:pic>
            <p:nvPicPr>
              <p:cNvPr id="3716" name="Imagen 3715">
                <a:extLst>
                  <a:ext uri="{FF2B5EF4-FFF2-40B4-BE49-F238E27FC236}">
                    <a16:creationId xmlns:a16="http://schemas.microsoft.com/office/drawing/2014/main" id="{0D5785D8-5041-8AFA-0A18-03F78823B7B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17" name="Imagen 3716">
                <a:extLst>
                  <a:ext uri="{FF2B5EF4-FFF2-40B4-BE49-F238E27FC236}">
                    <a16:creationId xmlns:a16="http://schemas.microsoft.com/office/drawing/2014/main" id="{508B6355-52FA-81A5-C676-DEE77A01DE1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81" name="Imagen 3380">
              <a:extLst>
                <a:ext uri="{FF2B5EF4-FFF2-40B4-BE49-F238E27FC236}">
                  <a16:creationId xmlns:a16="http://schemas.microsoft.com/office/drawing/2014/main" id="{92C0634C-3DBD-672C-D4C3-287C1C93CD3A}"/>
                </a:ext>
              </a:extLst>
            </p:cNvPr>
            <p:cNvPicPr>
              <a:picLocks noChangeAspect="1"/>
            </p:cNvPicPr>
            <p:nvPr/>
          </p:nvPicPr>
          <p:blipFill>
            <a:blip r:embed="rId4"/>
            <a:srcRect l="65685" t="34869" r="23168" b="53526"/>
            <a:stretch/>
          </p:blipFill>
          <p:spPr>
            <a:xfrm>
              <a:off x="10091427" y="5686427"/>
              <a:ext cx="266750" cy="342900"/>
            </a:xfrm>
            <a:prstGeom prst="rect">
              <a:avLst/>
            </a:prstGeom>
          </p:spPr>
        </p:pic>
        <p:pic>
          <p:nvPicPr>
            <p:cNvPr id="3382" name="Imagen 3381">
              <a:extLst>
                <a:ext uri="{FF2B5EF4-FFF2-40B4-BE49-F238E27FC236}">
                  <a16:creationId xmlns:a16="http://schemas.microsoft.com/office/drawing/2014/main" id="{3AA0B4B8-0CAF-F669-AF45-9927388FC627}"/>
                </a:ext>
              </a:extLst>
            </p:cNvPr>
            <p:cNvPicPr>
              <a:picLocks noChangeAspect="1"/>
            </p:cNvPicPr>
            <p:nvPr/>
          </p:nvPicPr>
          <p:blipFill>
            <a:blip r:embed="rId4"/>
            <a:srcRect l="23278" t="21261" r="65575" b="67134"/>
            <a:stretch/>
          </p:blipFill>
          <p:spPr>
            <a:xfrm>
              <a:off x="10374873" y="5686427"/>
              <a:ext cx="266750" cy="342900"/>
            </a:xfrm>
            <a:prstGeom prst="rect">
              <a:avLst/>
            </a:prstGeom>
          </p:spPr>
        </p:pic>
        <p:pic>
          <p:nvPicPr>
            <p:cNvPr id="3383" name="Imagen 3382">
              <a:extLst>
                <a:ext uri="{FF2B5EF4-FFF2-40B4-BE49-F238E27FC236}">
                  <a16:creationId xmlns:a16="http://schemas.microsoft.com/office/drawing/2014/main" id="{7034CB00-1621-9ED8-B8A3-12C12B7B7FDC}"/>
                </a:ext>
              </a:extLst>
            </p:cNvPr>
            <p:cNvPicPr>
              <a:picLocks noChangeAspect="1"/>
            </p:cNvPicPr>
            <p:nvPr/>
          </p:nvPicPr>
          <p:blipFill>
            <a:blip r:embed="rId4"/>
            <a:srcRect l="65751" t="21142" r="23101" b="67253"/>
            <a:stretch/>
          </p:blipFill>
          <p:spPr>
            <a:xfrm>
              <a:off x="10658319" y="5686427"/>
              <a:ext cx="266750" cy="342900"/>
            </a:xfrm>
            <a:prstGeom prst="rect">
              <a:avLst/>
            </a:prstGeom>
          </p:spPr>
        </p:pic>
        <p:pic>
          <p:nvPicPr>
            <p:cNvPr id="3384" name="Imagen 3383">
              <a:extLst>
                <a:ext uri="{FF2B5EF4-FFF2-40B4-BE49-F238E27FC236}">
                  <a16:creationId xmlns:a16="http://schemas.microsoft.com/office/drawing/2014/main" id="{58917576-A00D-47EC-FE01-5CBEAA638A2F}"/>
                </a:ext>
              </a:extLst>
            </p:cNvPr>
            <p:cNvPicPr>
              <a:picLocks noChangeAspect="1"/>
            </p:cNvPicPr>
            <p:nvPr/>
          </p:nvPicPr>
          <p:blipFill>
            <a:blip r:embed="rId4"/>
            <a:srcRect l="55117" t="6975" r="33736" b="81420"/>
            <a:stretch/>
          </p:blipFill>
          <p:spPr>
            <a:xfrm>
              <a:off x="10941765" y="5686427"/>
              <a:ext cx="266750" cy="342900"/>
            </a:xfrm>
            <a:prstGeom prst="rect">
              <a:avLst/>
            </a:prstGeom>
          </p:spPr>
        </p:pic>
        <p:grpSp>
          <p:nvGrpSpPr>
            <p:cNvPr id="3385" name="Grupo 3384">
              <a:extLst>
                <a:ext uri="{FF2B5EF4-FFF2-40B4-BE49-F238E27FC236}">
                  <a16:creationId xmlns:a16="http://schemas.microsoft.com/office/drawing/2014/main" id="{1D66D2D0-968A-0C8B-7F99-27E896DFC149}"/>
                </a:ext>
              </a:extLst>
            </p:cNvPr>
            <p:cNvGrpSpPr/>
            <p:nvPr/>
          </p:nvGrpSpPr>
          <p:grpSpPr>
            <a:xfrm>
              <a:off x="11225229" y="5686427"/>
              <a:ext cx="266750" cy="342900"/>
              <a:chOff x="5053733" y="4472706"/>
              <a:chExt cx="764498" cy="795862"/>
            </a:xfrm>
          </p:grpSpPr>
          <p:pic>
            <p:nvPicPr>
              <p:cNvPr id="3714" name="Imagen 3713">
                <a:extLst>
                  <a:ext uri="{FF2B5EF4-FFF2-40B4-BE49-F238E27FC236}">
                    <a16:creationId xmlns:a16="http://schemas.microsoft.com/office/drawing/2014/main" id="{3076FC2B-A6F6-4E9A-E3DC-81B155BCDCF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15" name="Imagen 3714">
                <a:extLst>
                  <a:ext uri="{FF2B5EF4-FFF2-40B4-BE49-F238E27FC236}">
                    <a16:creationId xmlns:a16="http://schemas.microsoft.com/office/drawing/2014/main" id="{7E23370C-C7D1-EE46-534F-ABE9420C89F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86" name="Imagen 3385">
              <a:extLst>
                <a:ext uri="{FF2B5EF4-FFF2-40B4-BE49-F238E27FC236}">
                  <a16:creationId xmlns:a16="http://schemas.microsoft.com/office/drawing/2014/main" id="{0DDDF74B-7E95-09A9-294B-33571C30E8A5}"/>
                </a:ext>
              </a:extLst>
            </p:cNvPr>
            <p:cNvPicPr>
              <a:picLocks noChangeAspect="1"/>
            </p:cNvPicPr>
            <p:nvPr/>
          </p:nvPicPr>
          <p:blipFill>
            <a:blip r:embed="rId4"/>
            <a:srcRect l="12624" t="34906" r="76229" b="53489"/>
            <a:stretch/>
          </p:blipFill>
          <p:spPr>
            <a:xfrm>
              <a:off x="9241089" y="6062704"/>
              <a:ext cx="266750" cy="342900"/>
            </a:xfrm>
            <a:prstGeom prst="rect">
              <a:avLst/>
            </a:prstGeom>
          </p:spPr>
        </p:pic>
        <p:pic>
          <p:nvPicPr>
            <p:cNvPr id="3387" name="Imagen 3386">
              <a:extLst>
                <a:ext uri="{FF2B5EF4-FFF2-40B4-BE49-F238E27FC236}">
                  <a16:creationId xmlns:a16="http://schemas.microsoft.com/office/drawing/2014/main" id="{B78FB1B0-2D72-9F7A-217B-9EDE47B9B593}"/>
                </a:ext>
              </a:extLst>
            </p:cNvPr>
            <p:cNvPicPr>
              <a:picLocks noChangeAspect="1"/>
            </p:cNvPicPr>
            <p:nvPr/>
          </p:nvPicPr>
          <p:blipFill>
            <a:blip r:embed="rId4"/>
            <a:srcRect l="76281" t="21082" r="12572" b="67313"/>
            <a:stretch/>
          </p:blipFill>
          <p:spPr>
            <a:xfrm>
              <a:off x="9524535" y="6062704"/>
              <a:ext cx="266750" cy="342900"/>
            </a:xfrm>
            <a:prstGeom prst="rect">
              <a:avLst/>
            </a:prstGeom>
          </p:spPr>
        </p:pic>
        <p:grpSp>
          <p:nvGrpSpPr>
            <p:cNvPr id="3388" name="Grupo 3387">
              <a:extLst>
                <a:ext uri="{FF2B5EF4-FFF2-40B4-BE49-F238E27FC236}">
                  <a16:creationId xmlns:a16="http://schemas.microsoft.com/office/drawing/2014/main" id="{F7B840D7-C572-1053-CAAE-ED3965155A1E}"/>
                </a:ext>
              </a:extLst>
            </p:cNvPr>
            <p:cNvGrpSpPr/>
            <p:nvPr/>
          </p:nvGrpSpPr>
          <p:grpSpPr>
            <a:xfrm>
              <a:off x="9807981" y="6062704"/>
              <a:ext cx="266750" cy="342900"/>
              <a:chOff x="5053733" y="4472706"/>
              <a:chExt cx="764498" cy="795862"/>
            </a:xfrm>
          </p:grpSpPr>
          <p:pic>
            <p:nvPicPr>
              <p:cNvPr id="3712" name="Imagen 3711">
                <a:extLst>
                  <a:ext uri="{FF2B5EF4-FFF2-40B4-BE49-F238E27FC236}">
                    <a16:creationId xmlns:a16="http://schemas.microsoft.com/office/drawing/2014/main" id="{2499B4A8-DC82-E6F7-92A0-5FCA7E86F1AE}"/>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13" name="Imagen 3712">
                <a:extLst>
                  <a:ext uri="{FF2B5EF4-FFF2-40B4-BE49-F238E27FC236}">
                    <a16:creationId xmlns:a16="http://schemas.microsoft.com/office/drawing/2014/main" id="{6035E722-9579-345D-43D5-F5C2A2C7453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389" name="Imagen 3388">
              <a:extLst>
                <a:ext uri="{FF2B5EF4-FFF2-40B4-BE49-F238E27FC236}">
                  <a16:creationId xmlns:a16="http://schemas.microsoft.com/office/drawing/2014/main" id="{1BF286C9-C84B-FB75-4C59-50B9775A0B23}"/>
                </a:ext>
              </a:extLst>
            </p:cNvPr>
            <p:cNvPicPr>
              <a:picLocks noChangeAspect="1"/>
            </p:cNvPicPr>
            <p:nvPr/>
          </p:nvPicPr>
          <p:blipFill>
            <a:blip r:embed="rId4"/>
            <a:srcRect l="65685" t="34869" r="23168" b="53526"/>
            <a:stretch/>
          </p:blipFill>
          <p:spPr>
            <a:xfrm>
              <a:off x="10091427" y="6062704"/>
              <a:ext cx="266750" cy="342900"/>
            </a:xfrm>
            <a:prstGeom prst="rect">
              <a:avLst/>
            </a:prstGeom>
          </p:spPr>
        </p:pic>
        <p:pic>
          <p:nvPicPr>
            <p:cNvPr id="3390" name="Imagen 3389">
              <a:extLst>
                <a:ext uri="{FF2B5EF4-FFF2-40B4-BE49-F238E27FC236}">
                  <a16:creationId xmlns:a16="http://schemas.microsoft.com/office/drawing/2014/main" id="{7BE5C4D7-330B-7B60-E596-396B120BF725}"/>
                </a:ext>
              </a:extLst>
            </p:cNvPr>
            <p:cNvPicPr>
              <a:picLocks noChangeAspect="1"/>
            </p:cNvPicPr>
            <p:nvPr/>
          </p:nvPicPr>
          <p:blipFill>
            <a:blip r:embed="rId4"/>
            <a:srcRect l="23278" t="21261" r="65575" b="67134"/>
            <a:stretch/>
          </p:blipFill>
          <p:spPr>
            <a:xfrm>
              <a:off x="10374873" y="6062704"/>
              <a:ext cx="266750" cy="342900"/>
            </a:xfrm>
            <a:prstGeom prst="rect">
              <a:avLst/>
            </a:prstGeom>
          </p:spPr>
        </p:pic>
        <p:pic>
          <p:nvPicPr>
            <p:cNvPr id="3391" name="Imagen 3390">
              <a:extLst>
                <a:ext uri="{FF2B5EF4-FFF2-40B4-BE49-F238E27FC236}">
                  <a16:creationId xmlns:a16="http://schemas.microsoft.com/office/drawing/2014/main" id="{B4B8F041-C9D8-28EC-EEEB-F75F874CCE74}"/>
                </a:ext>
              </a:extLst>
            </p:cNvPr>
            <p:cNvPicPr>
              <a:picLocks noChangeAspect="1"/>
            </p:cNvPicPr>
            <p:nvPr/>
          </p:nvPicPr>
          <p:blipFill>
            <a:blip r:embed="rId4"/>
            <a:srcRect l="65751" t="21142" r="23101" b="67253"/>
            <a:stretch/>
          </p:blipFill>
          <p:spPr>
            <a:xfrm>
              <a:off x="10658319" y="6062704"/>
              <a:ext cx="266750" cy="342900"/>
            </a:xfrm>
            <a:prstGeom prst="rect">
              <a:avLst/>
            </a:prstGeom>
          </p:spPr>
        </p:pic>
        <p:pic>
          <p:nvPicPr>
            <p:cNvPr id="3392" name="Imagen 3391">
              <a:extLst>
                <a:ext uri="{FF2B5EF4-FFF2-40B4-BE49-F238E27FC236}">
                  <a16:creationId xmlns:a16="http://schemas.microsoft.com/office/drawing/2014/main" id="{5E8BF774-E5D1-91AE-42EE-B4F23E3A1A76}"/>
                </a:ext>
              </a:extLst>
            </p:cNvPr>
            <p:cNvPicPr>
              <a:picLocks noChangeAspect="1"/>
            </p:cNvPicPr>
            <p:nvPr/>
          </p:nvPicPr>
          <p:blipFill>
            <a:blip r:embed="rId4"/>
            <a:srcRect l="55117" t="6975" r="33736" b="81420"/>
            <a:stretch/>
          </p:blipFill>
          <p:spPr>
            <a:xfrm>
              <a:off x="10941765" y="6062704"/>
              <a:ext cx="266750" cy="342900"/>
            </a:xfrm>
            <a:prstGeom prst="rect">
              <a:avLst/>
            </a:prstGeom>
          </p:spPr>
        </p:pic>
        <p:grpSp>
          <p:nvGrpSpPr>
            <p:cNvPr id="3393" name="Grupo 3392">
              <a:extLst>
                <a:ext uri="{FF2B5EF4-FFF2-40B4-BE49-F238E27FC236}">
                  <a16:creationId xmlns:a16="http://schemas.microsoft.com/office/drawing/2014/main" id="{BEAB426B-24DF-EA95-E094-FDE6C715EA9C}"/>
                </a:ext>
              </a:extLst>
            </p:cNvPr>
            <p:cNvGrpSpPr/>
            <p:nvPr/>
          </p:nvGrpSpPr>
          <p:grpSpPr>
            <a:xfrm>
              <a:off x="11225229" y="6062704"/>
              <a:ext cx="266750" cy="342900"/>
              <a:chOff x="5053733" y="4472706"/>
              <a:chExt cx="764498" cy="795862"/>
            </a:xfrm>
          </p:grpSpPr>
          <p:pic>
            <p:nvPicPr>
              <p:cNvPr id="3710" name="Imagen 3709">
                <a:extLst>
                  <a:ext uri="{FF2B5EF4-FFF2-40B4-BE49-F238E27FC236}">
                    <a16:creationId xmlns:a16="http://schemas.microsoft.com/office/drawing/2014/main" id="{4E3DF376-0A4F-633A-DC5E-AAF5EAC24BA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11" name="Imagen 3710">
                <a:extLst>
                  <a:ext uri="{FF2B5EF4-FFF2-40B4-BE49-F238E27FC236}">
                    <a16:creationId xmlns:a16="http://schemas.microsoft.com/office/drawing/2014/main" id="{2A6466C6-72D5-19AA-CB0C-D8A5E900061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394" name="Grupo 3393">
              <a:extLst>
                <a:ext uri="{FF2B5EF4-FFF2-40B4-BE49-F238E27FC236}">
                  <a16:creationId xmlns:a16="http://schemas.microsoft.com/office/drawing/2014/main" id="{D1037634-DE23-7595-E9B4-45C7CC67057D}"/>
                </a:ext>
              </a:extLst>
            </p:cNvPr>
            <p:cNvGrpSpPr/>
            <p:nvPr/>
          </p:nvGrpSpPr>
          <p:grpSpPr>
            <a:xfrm>
              <a:off x="1588047" y="6062704"/>
              <a:ext cx="266750" cy="342900"/>
              <a:chOff x="5053733" y="4472706"/>
              <a:chExt cx="764498" cy="795862"/>
            </a:xfrm>
          </p:grpSpPr>
          <p:pic>
            <p:nvPicPr>
              <p:cNvPr id="3708" name="Imagen 3707">
                <a:extLst>
                  <a:ext uri="{FF2B5EF4-FFF2-40B4-BE49-F238E27FC236}">
                    <a16:creationId xmlns:a16="http://schemas.microsoft.com/office/drawing/2014/main" id="{336377C6-55E4-4010-770D-DF9FF7E02DF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09" name="Imagen 3708">
                <a:extLst>
                  <a:ext uri="{FF2B5EF4-FFF2-40B4-BE49-F238E27FC236}">
                    <a16:creationId xmlns:a16="http://schemas.microsoft.com/office/drawing/2014/main" id="{815F983D-D5BF-C65C-EDA1-15D926B4984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395" name="Grupo 3394">
              <a:extLst>
                <a:ext uri="{FF2B5EF4-FFF2-40B4-BE49-F238E27FC236}">
                  <a16:creationId xmlns:a16="http://schemas.microsoft.com/office/drawing/2014/main" id="{FE7BCD4E-574F-AE97-4FA5-DDBF218694A8}"/>
                </a:ext>
              </a:extLst>
            </p:cNvPr>
            <p:cNvGrpSpPr/>
            <p:nvPr/>
          </p:nvGrpSpPr>
          <p:grpSpPr>
            <a:xfrm>
              <a:off x="4705953" y="2025139"/>
              <a:ext cx="266750" cy="342900"/>
              <a:chOff x="5053733" y="4472706"/>
              <a:chExt cx="764498" cy="795862"/>
            </a:xfrm>
          </p:grpSpPr>
          <p:pic>
            <p:nvPicPr>
              <p:cNvPr id="3706" name="Imagen 3705">
                <a:extLst>
                  <a:ext uri="{FF2B5EF4-FFF2-40B4-BE49-F238E27FC236}">
                    <a16:creationId xmlns:a16="http://schemas.microsoft.com/office/drawing/2014/main" id="{E9C21A84-B37E-2318-321D-68AF45B73BB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07" name="Imagen 3706">
                <a:extLst>
                  <a:ext uri="{FF2B5EF4-FFF2-40B4-BE49-F238E27FC236}">
                    <a16:creationId xmlns:a16="http://schemas.microsoft.com/office/drawing/2014/main" id="{9D3DC84E-D6DC-DB4A-0845-F664C2BDA38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396" name="Grupo 3395">
              <a:extLst>
                <a:ext uri="{FF2B5EF4-FFF2-40B4-BE49-F238E27FC236}">
                  <a16:creationId xmlns:a16="http://schemas.microsoft.com/office/drawing/2014/main" id="{F0B66A9E-01B1-FEBD-EA3E-337E29FBADC5}"/>
                </a:ext>
              </a:extLst>
            </p:cNvPr>
            <p:cNvGrpSpPr/>
            <p:nvPr/>
          </p:nvGrpSpPr>
          <p:grpSpPr>
            <a:xfrm>
              <a:off x="4989399" y="2025139"/>
              <a:ext cx="266750" cy="342900"/>
              <a:chOff x="5053733" y="4472706"/>
              <a:chExt cx="764498" cy="795862"/>
            </a:xfrm>
          </p:grpSpPr>
          <p:pic>
            <p:nvPicPr>
              <p:cNvPr id="3704" name="Imagen 3703">
                <a:extLst>
                  <a:ext uri="{FF2B5EF4-FFF2-40B4-BE49-F238E27FC236}">
                    <a16:creationId xmlns:a16="http://schemas.microsoft.com/office/drawing/2014/main" id="{AC26DAC7-EBB3-875F-F9AE-7F79E52D4C47}"/>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05" name="Imagen 3704">
                <a:extLst>
                  <a:ext uri="{FF2B5EF4-FFF2-40B4-BE49-F238E27FC236}">
                    <a16:creationId xmlns:a16="http://schemas.microsoft.com/office/drawing/2014/main" id="{C9F4CDA3-16D3-5159-7C7F-06244AFA6993}"/>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397" name="Grupo 3396">
              <a:extLst>
                <a:ext uri="{FF2B5EF4-FFF2-40B4-BE49-F238E27FC236}">
                  <a16:creationId xmlns:a16="http://schemas.microsoft.com/office/drawing/2014/main" id="{AD808E05-A492-A6E9-6905-F0F10154C0C0}"/>
                </a:ext>
              </a:extLst>
            </p:cNvPr>
            <p:cNvGrpSpPr/>
            <p:nvPr/>
          </p:nvGrpSpPr>
          <p:grpSpPr>
            <a:xfrm>
              <a:off x="5272845" y="6062704"/>
              <a:ext cx="266750" cy="342900"/>
              <a:chOff x="5053733" y="4472706"/>
              <a:chExt cx="764498" cy="795862"/>
            </a:xfrm>
          </p:grpSpPr>
          <p:pic>
            <p:nvPicPr>
              <p:cNvPr id="3702" name="Imagen 3701">
                <a:extLst>
                  <a:ext uri="{FF2B5EF4-FFF2-40B4-BE49-F238E27FC236}">
                    <a16:creationId xmlns:a16="http://schemas.microsoft.com/office/drawing/2014/main" id="{74458587-259E-5694-AB66-8EACDC871F7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03" name="Imagen 3702">
                <a:extLst>
                  <a:ext uri="{FF2B5EF4-FFF2-40B4-BE49-F238E27FC236}">
                    <a16:creationId xmlns:a16="http://schemas.microsoft.com/office/drawing/2014/main" id="{908F26EC-F3DF-4FD3-C3C6-94CF650B9C7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398" name="Grupo 3397">
              <a:extLst>
                <a:ext uri="{FF2B5EF4-FFF2-40B4-BE49-F238E27FC236}">
                  <a16:creationId xmlns:a16="http://schemas.microsoft.com/office/drawing/2014/main" id="{11E9363D-1558-FC65-50BD-444AAA9BAB34}"/>
                </a:ext>
              </a:extLst>
            </p:cNvPr>
            <p:cNvGrpSpPr/>
            <p:nvPr/>
          </p:nvGrpSpPr>
          <p:grpSpPr>
            <a:xfrm>
              <a:off x="5559924" y="2025139"/>
              <a:ext cx="266750" cy="342900"/>
              <a:chOff x="5053733" y="4472706"/>
              <a:chExt cx="764498" cy="795862"/>
            </a:xfrm>
          </p:grpSpPr>
          <p:pic>
            <p:nvPicPr>
              <p:cNvPr id="3700" name="Imagen 3699">
                <a:extLst>
                  <a:ext uri="{FF2B5EF4-FFF2-40B4-BE49-F238E27FC236}">
                    <a16:creationId xmlns:a16="http://schemas.microsoft.com/office/drawing/2014/main" id="{012F1289-4084-1031-EE62-B0B8353D07C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701" name="Imagen 3700">
                <a:extLst>
                  <a:ext uri="{FF2B5EF4-FFF2-40B4-BE49-F238E27FC236}">
                    <a16:creationId xmlns:a16="http://schemas.microsoft.com/office/drawing/2014/main" id="{0700F5E1-C51A-A232-C118-5919458D729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400" name="Imagen 3399">
              <a:extLst>
                <a:ext uri="{FF2B5EF4-FFF2-40B4-BE49-F238E27FC236}">
                  <a16:creationId xmlns:a16="http://schemas.microsoft.com/office/drawing/2014/main" id="{944693E5-F7EB-7530-7523-1AA2330F87B9}"/>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808767" y="1290308"/>
              <a:ext cx="266750" cy="342900"/>
            </a:xfrm>
            <a:prstGeom prst="rect">
              <a:avLst/>
            </a:prstGeom>
          </p:spPr>
        </p:pic>
        <p:grpSp>
          <p:nvGrpSpPr>
            <p:cNvPr id="3404" name="Grupo 3403">
              <a:extLst>
                <a:ext uri="{FF2B5EF4-FFF2-40B4-BE49-F238E27FC236}">
                  <a16:creationId xmlns:a16="http://schemas.microsoft.com/office/drawing/2014/main" id="{30501DBA-610F-C622-9A75-4930B790AE1C}"/>
                </a:ext>
              </a:extLst>
            </p:cNvPr>
            <p:cNvGrpSpPr/>
            <p:nvPr/>
          </p:nvGrpSpPr>
          <p:grpSpPr>
            <a:xfrm>
              <a:off x="9253983" y="3115889"/>
              <a:ext cx="2208493" cy="342900"/>
              <a:chOff x="9186374" y="3502366"/>
              <a:chExt cx="2208493" cy="342900"/>
            </a:xfrm>
          </p:grpSpPr>
          <p:pic>
            <p:nvPicPr>
              <p:cNvPr id="3690" name="Imagen 3689">
                <a:extLst>
                  <a:ext uri="{FF2B5EF4-FFF2-40B4-BE49-F238E27FC236}">
                    <a16:creationId xmlns:a16="http://schemas.microsoft.com/office/drawing/2014/main" id="{B527913F-81F2-C7AC-E7D9-4AB426785795}"/>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3691" name="Imagen 3690">
                <a:extLst>
                  <a:ext uri="{FF2B5EF4-FFF2-40B4-BE49-F238E27FC236}">
                    <a16:creationId xmlns:a16="http://schemas.microsoft.com/office/drawing/2014/main" id="{4C41FB39-75B1-3C56-2C55-75F170746717}"/>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3692" name="Imagen 3691">
                <a:extLst>
                  <a:ext uri="{FF2B5EF4-FFF2-40B4-BE49-F238E27FC236}">
                    <a16:creationId xmlns:a16="http://schemas.microsoft.com/office/drawing/2014/main" id="{73837790-50E6-9A25-158A-595DD1266D8A}"/>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3693" name="Imagen 3692">
                <a:extLst>
                  <a:ext uri="{FF2B5EF4-FFF2-40B4-BE49-F238E27FC236}">
                    <a16:creationId xmlns:a16="http://schemas.microsoft.com/office/drawing/2014/main" id="{47E0FE9F-514E-EE23-09F5-A1873170F0A8}"/>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3694" name="Imagen 3693">
                <a:extLst>
                  <a:ext uri="{FF2B5EF4-FFF2-40B4-BE49-F238E27FC236}">
                    <a16:creationId xmlns:a16="http://schemas.microsoft.com/office/drawing/2014/main" id="{DBD7B87D-3EEA-B407-F7FA-CC78AAA5837E}"/>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3695" name="Imagen 3694">
                <a:extLst>
                  <a:ext uri="{FF2B5EF4-FFF2-40B4-BE49-F238E27FC236}">
                    <a16:creationId xmlns:a16="http://schemas.microsoft.com/office/drawing/2014/main" id="{C67C8C89-839E-800D-18A2-C22B54E86DC6}"/>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3696" name="Imagen 3695">
                <a:extLst>
                  <a:ext uri="{FF2B5EF4-FFF2-40B4-BE49-F238E27FC236}">
                    <a16:creationId xmlns:a16="http://schemas.microsoft.com/office/drawing/2014/main" id="{F9F1ACAE-855A-9CC1-1D75-E5F503BEA6D6}"/>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3697" name="Grupo 3696">
                <a:extLst>
                  <a:ext uri="{FF2B5EF4-FFF2-40B4-BE49-F238E27FC236}">
                    <a16:creationId xmlns:a16="http://schemas.microsoft.com/office/drawing/2014/main" id="{ADDFAF4B-D974-C537-8C37-B17F3205A83C}"/>
                  </a:ext>
                </a:extLst>
              </p:cNvPr>
              <p:cNvGrpSpPr/>
              <p:nvPr/>
            </p:nvGrpSpPr>
            <p:grpSpPr>
              <a:xfrm>
                <a:off x="11128117" y="3502366"/>
                <a:ext cx="266750" cy="342900"/>
                <a:chOff x="5053733" y="4472706"/>
                <a:chExt cx="764498" cy="795862"/>
              </a:xfrm>
            </p:grpSpPr>
            <p:pic>
              <p:nvPicPr>
                <p:cNvPr id="3698" name="Imagen 3697">
                  <a:extLst>
                    <a:ext uri="{FF2B5EF4-FFF2-40B4-BE49-F238E27FC236}">
                      <a16:creationId xmlns:a16="http://schemas.microsoft.com/office/drawing/2014/main" id="{0FF0B959-6E3A-D81C-627F-13355FEDDE44}"/>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699" name="Imagen 3698">
                  <a:extLst>
                    <a:ext uri="{FF2B5EF4-FFF2-40B4-BE49-F238E27FC236}">
                      <a16:creationId xmlns:a16="http://schemas.microsoft.com/office/drawing/2014/main" id="{755635A1-2CD2-D1CB-FE42-7C274F26E0AA}"/>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3405" name="F9">
              <a:extLst>
                <a:ext uri="{FF2B5EF4-FFF2-40B4-BE49-F238E27FC236}">
                  <a16:creationId xmlns:a16="http://schemas.microsoft.com/office/drawing/2014/main" id="{95E94E77-D193-13EC-6DC5-16B8EAFCE46C}"/>
                </a:ext>
              </a:extLst>
            </p:cNvPr>
            <p:cNvGrpSpPr/>
            <p:nvPr/>
          </p:nvGrpSpPr>
          <p:grpSpPr>
            <a:xfrm>
              <a:off x="9255511" y="3480726"/>
              <a:ext cx="2205436" cy="344296"/>
              <a:chOff x="9319866" y="1442999"/>
              <a:chExt cx="2205436" cy="344296"/>
            </a:xfrm>
          </p:grpSpPr>
          <p:pic>
            <p:nvPicPr>
              <p:cNvPr id="3682" name="Imagen 3681">
                <a:extLst>
                  <a:ext uri="{FF2B5EF4-FFF2-40B4-BE49-F238E27FC236}">
                    <a16:creationId xmlns:a16="http://schemas.microsoft.com/office/drawing/2014/main" id="{AD8DBCB7-3C3B-95BD-A34C-79424EB4337B}"/>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683" name="Imagen 3682">
                <a:extLst>
                  <a:ext uri="{FF2B5EF4-FFF2-40B4-BE49-F238E27FC236}">
                    <a16:creationId xmlns:a16="http://schemas.microsoft.com/office/drawing/2014/main" id="{70659BD1-27F3-7A1C-7E43-9D5BEF245837}"/>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684" name="Imagen 3683">
                <a:extLst>
                  <a:ext uri="{FF2B5EF4-FFF2-40B4-BE49-F238E27FC236}">
                    <a16:creationId xmlns:a16="http://schemas.microsoft.com/office/drawing/2014/main" id="{E6A01B4D-D485-B779-C9D0-C69FB82D35DC}"/>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685" name="Imagen 3684">
                <a:extLst>
                  <a:ext uri="{FF2B5EF4-FFF2-40B4-BE49-F238E27FC236}">
                    <a16:creationId xmlns:a16="http://schemas.microsoft.com/office/drawing/2014/main" id="{E97BE1CF-B5FF-E7F8-523C-2196F6AAF5EC}"/>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686" name="Imagen 3685">
                <a:extLst>
                  <a:ext uri="{FF2B5EF4-FFF2-40B4-BE49-F238E27FC236}">
                    <a16:creationId xmlns:a16="http://schemas.microsoft.com/office/drawing/2014/main" id="{0E1BB971-85B7-0ACD-4984-1864DAFDDF5E}"/>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687" name="Imagen 3686">
                <a:extLst>
                  <a:ext uri="{FF2B5EF4-FFF2-40B4-BE49-F238E27FC236}">
                    <a16:creationId xmlns:a16="http://schemas.microsoft.com/office/drawing/2014/main" id="{9E485875-D0A0-CA21-FA20-5CBF6E9A4A93}"/>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688" name="Imagen 3687">
                <a:extLst>
                  <a:ext uri="{FF2B5EF4-FFF2-40B4-BE49-F238E27FC236}">
                    <a16:creationId xmlns:a16="http://schemas.microsoft.com/office/drawing/2014/main" id="{82BB9223-2424-DAB4-DEB0-9398A57972D3}"/>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689" name="Imagen 3688">
                <a:extLst>
                  <a:ext uri="{FF2B5EF4-FFF2-40B4-BE49-F238E27FC236}">
                    <a16:creationId xmlns:a16="http://schemas.microsoft.com/office/drawing/2014/main" id="{A3F2ADB2-0005-0B8E-3741-63523A36D138}"/>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406" name="F8">
              <a:extLst>
                <a:ext uri="{FF2B5EF4-FFF2-40B4-BE49-F238E27FC236}">
                  <a16:creationId xmlns:a16="http://schemas.microsoft.com/office/drawing/2014/main" id="{0AC93C0E-2ABB-BC99-DD90-48EEC229619C}"/>
                </a:ext>
              </a:extLst>
            </p:cNvPr>
            <p:cNvGrpSpPr/>
            <p:nvPr/>
          </p:nvGrpSpPr>
          <p:grpSpPr>
            <a:xfrm>
              <a:off x="9255511" y="4211796"/>
              <a:ext cx="2205436" cy="344296"/>
              <a:chOff x="9319866" y="1442999"/>
              <a:chExt cx="2205436" cy="344296"/>
            </a:xfrm>
          </p:grpSpPr>
          <p:pic>
            <p:nvPicPr>
              <p:cNvPr id="3674" name="Imagen 3673">
                <a:extLst>
                  <a:ext uri="{FF2B5EF4-FFF2-40B4-BE49-F238E27FC236}">
                    <a16:creationId xmlns:a16="http://schemas.microsoft.com/office/drawing/2014/main" id="{5F9C0655-B716-9A58-6A97-BB06C92A6160}"/>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675" name="Imagen 3674">
                <a:extLst>
                  <a:ext uri="{FF2B5EF4-FFF2-40B4-BE49-F238E27FC236}">
                    <a16:creationId xmlns:a16="http://schemas.microsoft.com/office/drawing/2014/main" id="{2B23A91A-79C1-20F1-B62F-7213447ED399}"/>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676" name="Imagen 3675">
                <a:extLst>
                  <a:ext uri="{FF2B5EF4-FFF2-40B4-BE49-F238E27FC236}">
                    <a16:creationId xmlns:a16="http://schemas.microsoft.com/office/drawing/2014/main" id="{D0D40147-F037-D746-1CE2-536D5F34624D}"/>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677" name="Imagen 3676">
                <a:extLst>
                  <a:ext uri="{FF2B5EF4-FFF2-40B4-BE49-F238E27FC236}">
                    <a16:creationId xmlns:a16="http://schemas.microsoft.com/office/drawing/2014/main" id="{14567627-263C-C0BB-12C4-9CC44D8E1FB9}"/>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678" name="Imagen 3677">
                <a:extLst>
                  <a:ext uri="{FF2B5EF4-FFF2-40B4-BE49-F238E27FC236}">
                    <a16:creationId xmlns:a16="http://schemas.microsoft.com/office/drawing/2014/main" id="{062B83E4-23AE-BF1D-54BD-5B3478766AA7}"/>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679" name="Imagen 3678">
                <a:extLst>
                  <a:ext uri="{FF2B5EF4-FFF2-40B4-BE49-F238E27FC236}">
                    <a16:creationId xmlns:a16="http://schemas.microsoft.com/office/drawing/2014/main" id="{AA9134EF-F87C-4F9E-277A-7D3D95EFADDA}"/>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680" name="Imagen 3679">
                <a:extLst>
                  <a:ext uri="{FF2B5EF4-FFF2-40B4-BE49-F238E27FC236}">
                    <a16:creationId xmlns:a16="http://schemas.microsoft.com/office/drawing/2014/main" id="{DA781A9F-F359-4AC1-EE64-410AB23293C5}"/>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681" name="Imagen 3680">
                <a:extLst>
                  <a:ext uri="{FF2B5EF4-FFF2-40B4-BE49-F238E27FC236}">
                    <a16:creationId xmlns:a16="http://schemas.microsoft.com/office/drawing/2014/main" id="{2888F8FC-5594-F696-4F7F-474E2937F2DB}"/>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407" name="F7">
              <a:extLst>
                <a:ext uri="{FF2B5EF4-FFF2-40B4-BE49-F238E27FC236}">
                  <a16:creationId xmlns:a16="http://schemas.microsoft.com/office/drawing/2014/main" id="{9FA573E5-DF13-DD2E-8502-FA3345483E4B}"/>
                </a:ext>
              </a:extLst>
            </p:cNvPr>
            <p:cNvGrpSpPr/>
            <p:nvPr/>
          </p:nvGrpSpPr>
          <p:grpSpPr>
            <a:xfrm>
              <a:off x="9255511" y="4942866"/>
              <a:ext cx="2205436" cy="344296"/>
              <a:chOff x="9319866" y="1442999"/>
              <a:chExt cx="2205436" cy="344296"/>
            </a:xfrm>
          </p:grpSpPr>
          <p:pic>
            <p:nvPicPr>
              <p:cNvPr id="3666" name="Imagen 3665">
                <a:extLst>
                  <a:ext uri="{FF2B5EF4-FFF2-40B4-BE49-F238E27FC236}">
                    <a16:creationId xmlns:a16="http://schemas.microsoft.com/office/drawing/2014/main" id="{1925473A-0A00-6545-4BAC-428CF241F9CC}"/>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667" name="Imagen 3666">
                <a:extLst>
                  <a:ext uri="{FF2B5EF4-FFF2-40B4-BE49-F238E27FC236}">
                    <a16:creationId xmlns:a16="http://schemas.microsoft.com/office/drawing/2014/main" id="{D7BCA7E8-4887-AE7C-314A-1BF56044BBA7}"/>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668" name="Imagen 3667">
                <a:extLst>
                  <a:ext uri="{FF2B5EF4-FFF2-40B4-BE49-F238E27FC236}">
                    <a16:creationId xmlns:a16="http://schemas.microsoft.com/office/drawing/2014/main" id="{9E4B612F-93E7-DA26-D86A-9B5837534B61}"/>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669" name="Imagen 3668">
                <a:extLst>
                  <a:ext uri="{FF2B5EF4-FFF2-40B4-BE49-F238E27FC236}">
                    <a16:creationId xmlns:a16="http://schemas.microsoft.com/office/drawing/2014/main" id="{6DC63CCD-4D45-8577-F532-89193BA2C86B}"/>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670" name="Imagen 3669">
                <a:extLst>
                  <a:ext uri="{FF2B5EF4-FFF2-40B4-BE49-F238E27FC236}">
                    <a16:creationId xmlns:a16="http://schemas.microsoft.com/office/drawing/2014/main" id="{64186390-D03B-3A34-93EA-5C362B4A2C26}"/>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671" name="Imagen 3670">
                <a:extLst>
                  <a:ext uri="{FF2B5EF4-FFF2-40B4-BE49-F238E27FC236}">
                    <a16:creationId xmlns:a16="http://schemas.microsoft.com/office/drawing/2014/main" id="{177F5E70-E35E-982D-8E34-CD2D7DA85FE2}"/>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672" name="Imagen 3671">
                <a:extLst>
                  <a:ext uri="{FF2B5EF4-FFF2-40B4-BE49-F238E27FC236}">
                    <a16:creationId xmlns:a16="http://schemas.microsoft.com/office/drawing/2014/main" id="{40659F60-511C-9F31-6557-073BFCDB49E3}"/>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673" name="Imagen 3672">
                <a:extLst>
                  <a:ext uri="{FF2B5EF4-FFF2-40B4-BE49-F238E27FC236}">
                    <a16:creationId xmlns:a16="http://schemas.microsoft.com/office/drawing/2014/main" id="{ED09B580-D82B-5F5E-C10F-DC30BECC9F5C}"/>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408" name="F6">
              <a:extLst>
                <a:ext uri="{FF2B5EF4-FFF2-40B4-BE49-F238E27FC236}">
                  <a16:creationId xmlns:a16="http://schemas.microsoft.com/office/drawing/2014/main" id="{682D5E57-88B7-D2A2-2962-2ABD1DF84FD9}"/>
                </a:ext>
              </a:extLst>
            </p:cNvPr>
            <p:cNvGrpSpPr/>
            <p:nvPr/>
          </p:nvGrpSpPr>
          <p:grpSpPr>
            <a:xfrm>
              <a:off x="9255511" y="5673941"/>
              <a:ext cx="2205436" cy="344296"/>
              <a:chOff x="9319866" y="1442999"/>
              <a:chExt cx="2205436" cy="344296"/>
            </a:xfrm>
          </p:grpSpPr>
          <p:pic>
            <p:nvPicPr>
              <p:cNvPr id="3658" name="Imagen 3657">
                <a:extLst>
                  <a:ext uri="{FF2B5EF4-FFF2-40B4-BE49-F238E27FC236}">
                    <a16:creationId xmlns:a16="http://schemas.microsoft.com/office/drawing/2014/main" id="{0B77C84F-6089-D524-4CA4-AF914B4AAC1B}"/>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659" name="Imagen 3658">
                <a:extLst>
                  <a:ext uri="{FF2B5EF4-FFF2-40B4-BE49-F238E27FC236}">
                    <a16:creationId xmlns:a16="http://schemas.microsoft.com/office/drawing/2014/main" id="{CBB2A836-2273-0B1E-D1FE-ACBEB8F36524}"/>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660" name="Imagen 3659">
                <a:extLst>
                  <a:ext uri="{FF2B5EF4-FFF2-40B4-BE49-F238E27FC236}">
                    <a16:creationId xmlns:a16="http://schemas.microsoft.com/office/drawing/2014/main" id="{E7A7F332-2CDD-A4A5-2459-5C3B4FC9770A}"/>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661" name="Imagen 3660">
                <a:extLst>
                  <a:ext uri="{FF2B5EF4-FFF2-40B4-BE49-F238E27FC236}">
                    <a16:creationId xmlns:a16="http://schemas.microsoft.com/office/drawing/2014/main" id="{753FC2AF-002C-B220-ADDA-77363F02C57A}"/>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662" name="Imagen 3661">
                <a:extLst>
                  <a:ext uri="{FF2B5EF4-FFF2-40B4-BE49-F238E27FC236}">
                    <a16:creationId xmlns:a16="http://schemas.microsoft.com/office/drawing/2014/main" id="{B57623B6-28D9-48EB-6A32-F4B67080253D}"/>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663" name="Imagen 3662">
                <a:extLst>
                  <a:ext uri="{FF2B5EF4-FFF2-40B4-BE49-F238E27FC236}">
                    <a16:creationId xmlns:a16="http://schemas.microsoft.com/office/drawing/2014/main" id="{626EF715-3618-9763-9008-AF1D5C0AF511}"/>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664" name="Imagen 3663">
                <a:extLst>
                  <a:ext uri="{FF2B5EF4-FFF2-40B4-BE49-F238E27FC236}">
                    <a16:creationId xmlns:a16="http://schemas.microsoft.com/office/drawing/2014/main" id="{B4F431AA-3701-F014-87BF-2602F483547F}"/>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665" name="Imagen 3664">
                <a:extLst>
                  <a:ext uri="{FF2B5EF4-FFF2-40B4-BE49-F238E27FC236}">
                    <a16:creationId xmlns:a16="http://schemas.microsoft.com/office/drawing/2014/main" id="{AE07F07F-6DC2-4A9E-4776-5D56BB1BCD41}"/>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410" name="F4">
              <a:extLst>
                <a:ext uri="{FF2B5EF4-FFF2-40B4-BE49-F238E27FC236}">
                  <a16:creationId xmlns:a16="http://schemas.microsoft.com/office/drawing/2014/main" id="{CC28B920-3CEC-8CA6-2655-56F6E50FB8D4}"/>
                </a:ext>
              </a:extLst>
            </p:cNvPr>
            <p:cNvGrpSpPr/>
            <p:nvPr/>
          </p:nvGrpSpPr>
          <p:grpSpPr>
            <a:xfrm>
              <a:off x="9255511" y="2384819"/>
              <a:ext cx="2205436" cy="344296"/>
              <a:chOff x="9319866" y="1442999"/>
              <a:chExt cx="2205436" cy="344296"/>
            </a:xfrm>
          </p:grpSpPr>
          <p:pic>
            <p:nvPicPr>
              <p:cNvPr id="3650" name="Imagen 3649">
                <a:extLst>
                  <a:ext uri="{FF2B5EF4-FFF2-40B4-BE49-F238E27FC236}">
                    <a16:creationId xmlns:a16="http://schemas.microsoft.com/office/drawing/2014/main" id="{D04B1983-9DD3-23E7-2A6A-36DB9B77369E}"/>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651" name="Imagen 3650">
                <a:extLst>
                  <a:ext uri="{FF2B5EF4-FFF2-40B4-BE49-F238E27FC236}">
                    <a16:creationId xmlns:a16="http://schemas.microsoft.com/office/drawing/2014/main" id="{3592D53E-9068-F955-68D9-49E684100D56}"/>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652" name="Imagen 3651">
                <a:extLst>
                  <a:ext uri="{FF2B5EF4-FFF2-40B4-BE49-F238E27FC236}">
                    <a16:creationId xmlns:a16="http://schemas.microsoft.com/office/drawing/2014/main" id="{8B9B4F2B-FE32-A0DB-50ED-41FE2A8F55E2}"/>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653" name="Imagen 3652">
                <a:extLst>
                  <a:ext uri="{FF2B5EF4-FFF2-40B4-BE49-F238E27FC236}">
                    <a16:creationId xmlns:a16="http://schemas.microsoft.com/office/drawing/2014/main" id="{38B1F4E3-20FF-07E0-BAD3-4FCE971E2615}"/>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654" name="Imagen 3653">
                <a:extLst>
                  <a:ext uri="{FF2B5EF4-FFF2-40B4-BE49-F238E27FC236}">
                    <a16:creationId xmlns:a16="http://schemas.microsoft.com/office/drawing/2014/main" id="{77B45623-E233-F94D-B2A8-6F88941CE57D}"/>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655" name="Imagen 3654">
                <a:extLst>
                  <a:ext uri="{FF2B5EF4-FFF2-40B4-BE49-F238E27FC236}">
                    <a16:creationId xmlns:a16="http://schemas.microsoft.com/office/drawing/2014/main" id="{CF23E040-C6B0-8AA0-E0A0-1EB7620D4747}"/>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656" name="Imagen 3655">
                <a:extLst>
                  <a:ext uri="{FF2B5EF4-FFF2-40B4-BE49-F238E27FC236}">
                    <a16:creationId xmlns:a16="http://schemas.microsoft.com/office/drawing/2014/main" id="{26110755-C4EE-AEE1-AFC1-019F565FA772}"/>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657" name="Imagen 3656">
                <a:extLst>
                  <a:ext uri="{FF2B5EF4-FFF2-40B4-BE49-F238E27FC236}">
                    <a16:creationId xmlns:a16="http://schemas.microsoft.com/office/drawing/2014/main" id="{61526A52-2FA4-8CA6-7847-E3B5BCDD233A}"/>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412" name="L1">
              <a:extLst>
                <a:ext uri="{FF2B5EF4-FFF2-40B4-BE49-F238E27FC236}">
                  <a16:creationId xmlns:a16="http://schemas.microsoft.com/office/drawing/2014/main" id="{2BAFC697-97A0-805B-841B-C6F28E324AAF}"/>
                </a:ext>
              </a:extLst>
            </p:cNvPr>
            <p:cNvGrpSpPr/>
            <p:nvPr/>
          </p:nvGrpSpPr>
          <p:grpSpPr>
            <a:xfrm>
              <a:off x="11195726" y="1290308"/>
              <a:ext cx="266750" cy="342900"/>
              <a:chOff x="5053733" y="4472706"/>
              <a:chExt cx="764498" cy="795862"/>
            </a:xfrm>
          </p:grpSpPr>
          <p:pic>
            <p:nvPicPr>
              <p:cNvPr id="3648" name="Imagen 3647">
                <a:extLst>
                  <a:ext uri="{FF2B5EF4-FFF2-40B4-BE49-F238E27FC236}">
                    <a16:creationId xmlns:a16="http://schemas.microsoft.com/office/drawing/2014/main" id="{4241D36E-3DB2-114D-185D-1447DB71C534}"/>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649" name="Imagen 3648">
                <a:extLst>
                  <a:ext uri="{FF2B5EF4-FFF2-40B4-BE49-F238E27FC236}">
                    <a16:creationId xmlns:a16="http://schemas.microsoft.com/office/drawing/2014/main" id="{00F52EBC-0843-8C37-FFF9-F108C304202E}"/>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nvGrpSpPr>
            <p:cNvPr id="3413" name="F3">
              <a:extLst>
                <a:ext uri="{FF2B5EF4-FFF2-40B4-BE49-F238E27FC236}">
                  <a16:creationId xmlns:a16="http://schemas.microsoft.com/office/drawing/2014/main" id="{06FDDD3B-847A-B9CB-C87C-F53A932C63E8}"/>
                </a:ext>
              </a:extLst>
            </p:cNvPr>
            <p:cNvGrpSpPr/>
            <p:nvPr/>
          </p:nvGrpSpPr>
          <p:grpSpPr>
            <a:xfrm>
              <a:off x="9253983" y="1655145"/>
              <a:ext cx="2208493" cy="342900"/>
              <a:chOff x="9186374" y="3502366"/>
              <a:chExt cx="2208493" cy="342900"/>
            </a:xfrm>
          </p:grpSpPr>
          <p:pic>
            <p:nvPicPr>
              <p:cNvPr id="3638" name="Imagen 3637">
                <a:extLst>
                  <a:ext uri="{FF2B5EF4-FFF2-40B4-BE49-F238E27FC236}">
                    <a16:creationId xmlns:a16="http://schemas.microsoft.com/office/drawing/2014/main" id="{9F5002AF-46F0-F37D-F8B1-DFB6D5010616}"/>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3639" name="Imagen 3638">
                <a:extLst>
                  <a:ext uri="{FF2B5EF4-FFF2-40B4-BE49-F238E27FC236}">
                    <a16:creationId xmlns:a16="http://schemas.microsoft.com/office/drawing/2014/main" id="{FDAF1554-643B-AE09-6B6F-B9F199FB7485}"/>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3640" name="Imagen 3639">
                <a:extLst>
                  <a:ext uri="{FF2B5EF4-FFF2-40B4-BE49-F238E27FC236}">
                    <a16:creationId xmlns:a16="http://schemas.microsoft.com/office/drawing/2014/main" id="{556FF569-AB1D-1A11-0F83-00B53680BE70}"/>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3641" name="Imagen 3640">
                <a:extLst>
                  <a:ext uri="{FF2B5EF4-FFF2-40B4-BE49-F238E27FC236}">
                    <a16:creationId xmlns:a16="http://schemas.microsoft.com/office/drawing/2014/main" id="{3EBC2A14-435F-A726-89EB-229313CAFC6E}"/>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3642" name="Imagen 3641">
                <a:extLst>
                  <a:ext uri="{FF2B5EF4-FFF2-40B4-BE49-F238E27FC236}">
                    <a16:creationId xmlns:a16="http://schemas.microsoft.com/office/drawing/2014/main" id="{95765E1E-6733-5978-6AA2-BAA816FEB65D}"/>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3643" name="Imagen 3642">
                <a:extLst>
                  <a:ext uri="{FF2B5EF4-FFF2-40B4-BE49-F238E27FC236}">
                    <a16:creationId xmlns:a16="http://schemas.microsoft.com/office/drawing/2014/main" id="{CDEFC0BB-63CC-7D4E-32E8-62EDFE7214F6}"/>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3644" name="Imagen 3643">
                <a:extLst>
                  <a:ext uri="{FF2B5EF4-FFF2-40B4-BE49-F238E27FC236}">
                    <a16:creationId xmlns:a16="http://schemas.microsoft.com/office/drawing/2014/main" id="{18700923-5B42-F61C-9978-459B23171E55}"/>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3645" name="Grupo 3644">
                <a:extLst>
                  <a:ext uri="{FF2B5EF4-FFF2-40B4-BE49-F238E27FC236}">
                    <a16:creationId xmlns:a16="http://schemas.microsoft.com/office/drawing/2014/main" id="{991AD77E-0550-A35D-84DF-5B8FAE6D958D}"/>
                  </a:ext>
                </a:extLst>
              </p:cNvPr>
              <p:cNvGrpSpPr/>
              <p:nvPr/>
            </p:nvGrpSpPr>
            <p:grpSpPr>
              <a:xfrm>
                <a:off x="11128117" y="3502366"/>
                <a:ext cx="266750" cy="342900"/>
                <a:chOff x="5053733" y="4472706"/>
                <a:chExt cx="764498" cy="795862"/>
              </a:xfrm>
            </p:grpSpPr>
            <p:pic>
              <p:nvPicPr>
                <p:cNvPr id="3646" name="Imagen 3645">
                  <a:extLst>
                    <a:ext uri="{FF2B5EF4-FFF2-40B4-BE49-F238E27FC236}">
                      <a16:creationId xmlns:a16="http://schemas.microsoft.com/office/drawing/2014/main" id="{247B3E8A-D3AA-8338-4B88-CAA4993E93DD}"/>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647" name="Imagen 3646">
                  <a:extLst>
                    <a:ext uri="{FF2B5EF4-FFF2-40B4-BE49-F238E27FC236}">
                      <a16:creationId xmlns:a16="http://schemas.microsoft.com/office/drawing/2014/main" id="{9A68EF46-C272-71F8-FDF3-7631D76394A8}"/>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3414" name="F2">
              <a:extLst>
                <a:ext uri="{FF2B5EF4-FFF2-40B4-BE49-F238E27FC236}">
                  <a16:creationId xmlns:a16="http://schemas.microsoft.com/office/drawing/2014/main" id="{97547F3D-C0ED-A99C-64AB-D78457C086FF}"/>
                </a:ext>
              </a:extLst>
            </p:cNvPr>
            <p:cNvGrpSpPr/>
            <p:nvPr/>
          </p:nvGrpSpPr>
          <p:grpSpPr>
            <a:xfrm>
              <a:off x="9253983" y="2019982"/>
              <a:ext cx="2208493" cy="342900"/>
              <a:chOff x="9186374" y="3502366"/>
              <a:chExt cx="2208493" cy="342900"/>
            </a:xfrm>
          </p:grpSpPr>
          <p:pic>
            <p:nvPicPr>
              <p:cNvPr id="3628" name="Imagen 3627">
                <a:extLst>
                  <a:ext uri="{FF2B5EF4-FFF2-40B4-BE49-F238E27FC236}">
                    <a16:creationId xmlns:a16="http://schemas.microsoft.com/office/drawing/2014/main" id="{71781B41-7EC1-AE6B-D034-B27568C5E03E}"/>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3629" name="Imagen 3628">
                <a:extLst>
                  <a:ext uri="{FF2B5EF4-FFF2-40B4-BE49-F238E27FC236}">
                    <a16:creationId xmlns:a16="http://schemas.microsoft.com/office/drawing/2014/main" id="{C4D2E1C8-B4F6-9861-6555-1C8B8F78C618}"/>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3630" name="Imagen 3629">
                <a:extLst>
                  <a:ext uri="{FF2B5EF4-FFF2-40B4-BE49-F238E27FC236}">
                    <a16:creationId xmlns:a16="http://schemas.microsoft.com/office/drawing/2014/main" id="{636B9738-8799-2584-A66D-36731DD136FF}"/>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3631" name="Imagen 3630">
                <a:extLst>
                  <a:ext uri="{FF2B5EF4-FFF2-40B4-BE49-F238E27FC236}">
                    <a16:creationId xmlns:a16="http://schemas.microsoft.com/office/drawing/2014/main" id="{CC1708B9-CCF4-BEA1-3137-45F16D5A5A6D}"/>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3632" name="Imagen 3631">
                <a:extLst>
                  <a:ext uri="{FF2B5EF4-FFF2-40B4-BE49-F238E27FC236}">
                    <a16:creationId xmlns:a16="http://schemas.microsoft.com/office/drawing/2014/main" id="{6466952D-CFF5-E196-F46E-ACF2D44CF952}"/>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3633" name="Imagen 3632">
                <a:extLst>
                  <a:ext uri="{FF2B5EF4-FFF2-40B4-BE49-F238E27FC236}">
                    <a16:creationId xmlns:a16="http://schemas.microsoft.com/office/drawing/2014/main" id="{9DF30066-B0C2-07A3-1456-E8D45EBF1744}"/>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3634" name="Imagen 3633">
                <a:extLst>
                  <a:ext uri="{FF2B5EF4-FFF2-40B4-BE49-F238E27FC236}">
                    <a16:creationId xmlns:a16="http://schemas.microsoft.com/office/drawing/2014/main" id="{7C9D6C3D-462A-052B-AFC7-63C253B6F218}"/>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3635" name="Grupo 3634">
                <a:extLst>
                  <a:ext uri="{FF2B5EF4-FFF2-40B4-BE49-F238E27FC236}">
                    <a16:creationId xmlns:a16="http://schemas.microsoft.com/office/drawing/2014/main" id="{707FA6DD-B636-1C4D-E3A7-3706D503E1C3}"/>
                  </a:ext>
                </a:extLst>
              </p:cNvPr>
              <p:cNvGrpSpPr/>
              <p:nvPr/>
            </p:nvGrpSpPr>
            <p:grpSpPr>
              <a:xfrm>
                <a:off x="11128117" y="3502366"/>
                <a:ext cx="266750" cy="342900"/>
                <a:chOff x="5053733" y="4472706"/>
                <a:chExt cx="764498" cy="795862"/>
              </a:xfrm>
            </p:grpSpPr>
            <p:pic>
              <p:nvPicPr>
                <p:cNvPr id="3636" name="Imagen 3635">
                  <a:extLst>
                    <a:ext uri="{FF2B5EF4-FFF2-40B4-BE49-F238E27FC236}">
                      <a16:creationId xmlns:a16="http://schemas.microsoft.com/office/drawing/2014/main" id="{673CE445-EE5A-0B67-5D81-0CC2F7683EB7}"/>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637" name="Imagen 3636">
                  <a:extLst>
                    <a:ext uri="{FF2B5EF4-FFF2-40B4-BE49-F238E27FC236}">
                      <a16:creationId xmlns:a16="http://schemas.microsoft.com/office/drawing/2014/main" id="{C1458CC8-D1F1-A024-68E2-C20C60B7DEFF}"/>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3415" name="F1">
              <a:extLst>
                <a:ext uri="{FF2B5EF4-FFF2-40B4-BE49-F238E27FC236}">
                  <a16:creationId xmlns:a16="http://schemas.microsoft.com/office/drawing/2014/main" id="{08E848B6-55D3-3DA1-7C23-9EDC1F199DBA}"/>
                </a:ext>
              </a:extLst>
            </p:cNvPr>
            <p:cNvGrpSpPr/>
            <p:nvPr/>
          </p:nvGrpSpPr>
          <p:grpSpPr>
            <a:xfrm>
              <a:off x="9253983" y="2751052"/>
              <a:ext cx="2208493" cy="342900"/>
              <a:chOff x="9186374" y="3502366"/>
              <a:chExt cx="2208493" cy="342900"/>
            </a:xfrm>
          </p:grpSpPr>
          <p:pic>
            <p:nvPicPr>
              <p:cNvPr id="3618" name="Imagen 3617">
                <a:extLst>
                  <a:ext uri="{FF2B5EF4-FFF2-40B4-BE49-F238E27FC236}">
                    <a16:creationId xmlns:a16="http://schemas.microsoft.com/office/drawing/2014/main" id="{9EC36E88-C963-C541-2F8D-369C9BB7DA0E}"/>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3619" name="Imagen 3618">
                <a:extLst>
                  <a:ext uri="{FF2B5EF4-FFF2-40B4-BE49-F238E27FC236}">
                    <a16:creationId xmlns:a16="http://schemas.microsoft.com/office/drawing/2014/main" id="{4EC12732-E37C-4F7D-0924-FEF32F6BB490}"/>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3620" name="Imagen 3619">
                <a:extLst>
                  <a:ext uri="{FF2B5EF4-FFF2-40B4-BE49-F238E27FC236}">
                    <a16:creationId xmlns:a16="http://schemas.microsoft.com/office/drawing/2014/main" id="{27487F6D-E0FF-2E4F-A92E-B828C12EC966}"/>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3621" name="Imagen 3620">
                <a:extLst>
                  <a:ext uri="{FF2B5EF4-FFF2-40B4-BE49-F238E27FC236}">
                    <a16:creationId xmlns:a16="http://schemas.microsoft.com/office/drawing/2014/main" id="{33CD315B-1B51-F0C5-A397-FD99334B6282}"/>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3622" name="Imagen 3621">
                <a:extLst>
                  <a:ext uri="{FF2B5EF4-FFF2-40B4-BE49-F238E27FC236}">
                    <a16:creationId xmlns:a16="http://schemas.microsoft.com/office/drawing/2014/main" id="{A5EC6E3F-5006-6D69-3708-0BA1B244AD89}"/>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3623" name="Imagen 3622">
                <a:extLst>
                  <a:ext uri="{FF2B5EF4-FFF2-40B4-BE49-F238E27FC236}">
                    <a16:creationId xmlns:a16="http://schemas.microsoft.com/office/drawing/2014/main" id="{5B0EAEEC-024C-5C59-2F32-9519E61F7D89}"/>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3624" name="Imagen 3623">
                <a:extLst>
                  <a:ext uri="{FF2B5EF4-FFF2-40B4-BE49-F238E27FC236}">
                    <a16:creationId xmlns:a16="http://schemas.microsoft.com/office/drawing/2014/main" id="{F7D4FF09-F605-38C9-1C9A-A742326ED6D2}"/>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3625" name="Grupo 3624">
                <a:extLst>
                  <a:ext uri="{FF2B5EF4-FFF2-40B4-BE49-F238E27FC236}">
                    <a16:creationId xmlns:a16="http://schemas.microsoft.com/office/drawing/2014/main" id="{1AE549FA-EFE2-07FD-2086-DA026570E9F9}"/>
                  </a:ext>
                </a:extLst>
              </p:cNvPr>
              <p:cNvGrpSpPr/>
              <p:nvPr/>
            </p:nvGrpSpPr>
            <p:grpSpPr>
              <a:xfrm>
                <a:off x="11128117" y="3502366"/>
                <a:ext cx="266750" cy="342900"/>
                <a:chOff x="5053733" y="4472706"/>
                <a:chExt cx="764498" cy="795862"/>
              </a:xfrm>
            </p:grpSpPr>
            <p:pic>
              <p:nvPicPr>
                <p:cNvPr id="3626" name="Imagen 3625">
                  <a:extLst>
                    <a:ext uri="{FF2B5EF4-FFF2-40B4-BE49-F238E27FC236}">
                      <a16:creationId xmlns:a16="http://schemas.microsoft.com/office/drawing/2014/main" id="{D959C5DA-116E-8C11-935D-8D9F03FDDDD3}"/>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627" name="Imagen 3626">
                  <a:extLst>
                    <a:ext uri="{FF2B5EF4-FFF2-40B4-BE49-F238E27FC236}">
                      <a16:creationId xmlns:a16="http://schemas.microsoft.com/office/drawing/2014/main" id="{6C2043B7-124D-14E1-4E51-438C3D3F3A6B}"/>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3416" name="F10">
              <a:extLst>
                <a:ext uri="{FF2B5EF4-FFF2-40B4-BE49-F238E27FC236}">
                  <a16:creationId xmlns:a16="http://schemas.microsoft.com/office/drawing/2014/main" id="{E4CE592E-748A-42F7-BF85-ADD4F780B6E8}"/>
                </a:ext>
              </a:extLst>
            </p:cNvPr>
            <p:cNvGrpSpPr/>
            <p:nvPr/>
          </p:nvGrpSpPr>
          <p:grpSpPr>
            <a:xfrm>
              <a:off x="9253983" y="4578029"/>
              <a:ext cx="2208493" cy="342900"/>
              <a:chOff x="9186374" y="3502366"/>
              <a:chExt cx="2208493" cy="342900"/>
            </a:xfrm>
          </p:grpSpPr>
          <p:pic>
            <p:nvPicPr>
              <p:cNvPr id="3608" name="Imagen 3607">
                <a:extLst>
                  <a:ext uri="{FF2B5EF4-FFF2-40B4-BE49-F238E27FC236}">
                    <a16:creationId xmlns:a16="http://schemas.microsoft.com/office/drawing/2014/main" id="{8CB87A2B-9B17-9119-ED4A-1C1F4AB7858C}"/>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3609" name="Imagen 3608">
                <a:extLst>
                  <a:ext uri="{FF2B5EF4-FFF2-40B4-BE49-F238E27FC236}">
                    <a16:creationId xmlns:a16="http://schemas.microsoft.com/office/drawing/2014/main" id="{9FE0F738-7430-CAF8-4494-05B3948CA2BE}"/>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3610" name="Imagen 3609">
                <a:extLst>
                  <a:ext uri="{FF2B5EF4-FFF2-40B4-BE49-F238E27FC236}">
                    <a16:creationId xmlns:a16="http://schemas.microsoft.com/office/drawing/2014/main" id="{E9690C78-D077-DAC1-8C4B-868248F05F1E}"/>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3611" name="Imagen 3610">
                <a:extLst>
                  <a:ext uri="{FF2B5EF4-FFF2-40B4-BE49-F238E27FC236}">
                    <a16:creationId xmlns:a16="http://schemas.microsoft.com/office/drawing/2014/main" id="{53C5B404-6CF2-A771-2FEC-DC28C5B538FC}"/>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3612" name="Imagen 3611">
                <a:extLst>
                  <a:ext uri="{FF2B5EF4-FFF2-40B4-BE49-F238E27FC236}">
                    <a16:creationId xmlns:a16="http://schemas.microsoft.com/office/drawing/2014/main" id="{608330CF-6C86-D360-DAE3-4C63300D6A51}"/>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3613" name="Imagen 3612">
                <a:extLst>
                  <a:ext uri="{FF2B5EF4-FFF2-40B4-BE49-F238E27FC236}">
                    <a16:creationId xmlns:a16="http://schemas.microsoft.com/office/drawing/2014/main" id="{C3664631-E50A-A7AF-E033-AB141C62F7B2}"/>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3614" name="Imagen 3613">
                <a:extLst>
                  <a:ext uri="{FF2B5EF4-FFF2-40B4-BE49-F238E27FC236}">
                    <a16:creationId xmlns:a16="http://schemas.microsoft.com/office/drawing/2014/main" id="{EDF9F37F-3371-35B8-9E06-1B4997B42334}"/>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3615" name="Grupo 3614">
                <a:extLst>
                  <a:ext uri="{FF2B5EF4-FFF2-40B4-BE49-F238E27FC236}">
                    <a16:creationId xmlns:a16="http://schemas.microsoft.com/office/drawing/2014/main" id="{051392A1-51C8-FAF7-7250-ADA92DA1BEA5}"/>
                  </a:ext>
                </a:extLst>
              </p:cNvPr>
              <p:cNvGrpSpPr/>
              <p:nvPr/>
            </p:nvGrpSpPr>
            <p:grpSpPr>
              <a:xfrm>
                <a:off x="11128117" y="3502366"/>
                <a:ext cx="266750" cy="342900"/>
                <a:chOff x="5053733" y="4472706"/>
                <a:chExt cx="764498" cy="795862"/>
              </a:xfrm>
            </p:grpSpPr>
            <p:pic>
              <p:nvPicPr>
                <p:cNvPr id="3616" name="Imagen 3615">
                  <a:extLst>
                    <a:ext uri="{FF2B5EF4-FFF2-40B4-BE49-F238E27FC236}">
                      <a16:creationId xmlns:a16="http://schemas.microsoft.com/office/drawing/2014/main" id="{4449B19C-D049-54D6-B8A9-499BD7FCF2D6}"/>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617" name="Imagen 3616">
                  <a:extLst>
                    <a:ext uri="{FF2B5EF4-FFF2-40B4-BE49-F238E27FC236}">
                      <a16:creationId xmlns:a16="http://schemas.microsoft.com/office/drawing/2014/main" id="{DE4CEFEE-BDAE-2FC2-14F3-C0C25D79A6D3}"/>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3417" name="F12">
              <a:extLst>
                <a:ext uri="{FF2B5EF4-FFF2-40B4-BE49-F238E27FC236}">
                  <a16:creationId xmlns:a16="http://schemas.microsoft.com/office/drawing/2014/main" id="{4ED4C2D7-0447-1E44-9A39-CE413BF8D548}"/>
                </a:ext>
              </a:extLst>
            </p:cNvPr>
            <p:cNvGrpSpPr/>
            <p:nvPr/>
          </p:nvGrpSpPr>
          <p:grpSpPr>
            <a:xfrm>
              <a:off x="9253983" y="3846959"/>
              <a:ext cx="2208493" cy="342900"/>
              <a:chOff x="9186374" y="3502366"/>
              <a:chExt cx="2208493" cy="342900"/>
            </a:xfrm>
          </p:grpSpPr>
          <p:pic>
            <p:nvPicPr>
              <p:cNvPr id="3598" name="Imagen 3597">
                <a:extLst>
                  <a:ext uri="{FF2B5EF4-FFF2-40B4-BE49-F238E27FC236}">
                    <a16:creationId xmlns:a16="http://schemas.microsoft.com/office/drawing/2014/main" id="{D05484FC-781D-9268-AA94-B141141726B7}"/>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3599" name="Imagen 3598">
                <a:extLst>
                  <a:ext uri="{FF2B5EF4-FFF2-40B4-BE49-F238E27FC236}">
                    <a16:creationId xmlns:a16="http://schemas.microsoft.com/office/drawing/2014/main" id="{B8710396-D9DB-FCFD-3C14-72E06C63F2D7}"/>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3600" name="Imagen 3599">
                <a:extLst>
                  <a:ext uri="{FF2B5EF4-FFF2-40B4-BE49-F238E27FC236}">
                    <a16:creationId xmlns:a16="http://schemas.microsoft.com/office/drawing/2014/main" id="{56E31ED4-A8A5-259D-BD59-88624F4A324E}"/>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3601" name="Imagen 3600">
                <a:extLst>
                  <a:ext uri="{FF2B5EF4-FFF2-40B4-BE49-F238E27FC236}">
                    <a16:creationId xmlns:a16="http://schemas.microsoft.com/office/drawing/2014/main" id="{0DFBFFE7-194C-6AC5-881C-2562EF9CE1F0}"/>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3602" name="Imagen 3601">
                <a:extLst>
                  <a:ext uri="{FF2B5EF4-FFF2-40B4-BE49-F238E27FC236}">
                    <a16:creationId xmlns:a16="http://schemas.microsoft.com/office/drawing/2014/main" id="{2D423E79-F767-56BE-2F4D-6C698CBDD11F}"/>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3603" name="Imagen 3602">
                <a:extLst>
                  <a:ext uri="{FF2B5EF4-FFF2-40B4-BE49-F238E27FC236}">
                    <a16:creationId xmlns:a16="http://schemas.microsoft.com/office/drawing/2014/main" id="{66B2FC12-0C5C-0421-7052-C5C8027C14F4}"/>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3604" name="Imagen 3603">
                <a:extLst>
                  <a:ext uri="{FF2B5EF4-FFF2-40B4-BE49-F238E27FC236}">
                    <a16:creationId xmlns:a16="http://schemas.microsoft.com/office/drawing/2014/main" id="{019889E4-E9F1-B4C6-C097-4DAF145D9087}"/>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3605" name="Grupo 3604">
                <a:extLst>
                  <a:ext uri="{FF2B5EF4-FFF2-40B4-BE49-F238E27FC236}">
                    <a16:creationId xmlns:a16="http://schemas.microsoft.com/office/drawing/2014/main" id="{952628A8-2BAD-064C-3F3B-90D7F8786BA1}"/>
                  </a:ext>
                </a:extLst>
              </p:cNvPr>
              <p:cNvGrpSpPr/>
              <p:nvPr/>
            </p:nvGrpSpPr>
            <p:grpSpPr>
              <a:xfrm>
                <a:off x="11128117" y="3502366"/>
                <a:ext cx="266750" cy="342900"/>
                <a:chOff x="5053733" y="4472706"/>
                <a:chExt cx="764498" cy="795862"/>
              </a:xfrm>
            </p:grpSpPr>
            <p:pic>
              <p:nvPicPr>
                <p:cNvPr id="3606" name="Imagen 3605">
                  <a:extLst>
                    <a:ext uri="{FF2B5EF4-FFF2-40B4-BE49-F238E27FC236}">
                      <a16:creationId xmlns:a16="http://schemas.microsoft.com/office/drawing/2014/main" id="{60732339-E091-1D75-68C1-A0202FA7A2E5}"/>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607" name="Imagen 3606">
                  <a:extLst>
                    <a:ext uri="{FF2B5EF4-FFF2-40B4-BE49-F238E27FC236}">
                      <a16:creationId xmlns:a16="http://schemas.microsoft.com/office/drawing/2014/main" id="{D2F3C8E5-4BB0-9523-24AA-7E6FA5B76814}"/>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3418" name="F 11">
              <a:extLst>
                <a:ext uri="{FF2B5EF4-FFF2-40B4-BE49-F238E27FC236}">
                  <a16:creationId xmlns:a16="http://schemas.microsoft.com/office/drawing/2014/main" id="{BB2B2612-A023-447D-7EFE-9BA749D3EC4F}"/>
                </a:ext>
              </a:extLst>
            </p:cNvPr>
            <p:cNvGrpSpPr/>
            <p:nvPr/>
          </p:nvGrpSpPr>
          <p:grpSpPr>
            <a:xfrm>
              <a:off x="9253983" y="5309099"/>
              <a:ext cx="2208493" cy="342900"/>
              <a:chOff x="9186374" y="3502366"/>
              <a:chExt cx="2208493" cy="342900"/>
            </a:xfrm>
          </p:grpSpPr>
          <p:pic>
            <p:nvPicPr>
              <p:cNvPr id="3588" name="Imagen 3587">
                <a:extLst>
                  <a:ext uri="{FF2B5EF4-FFF2-40B4-BE49-F238E27FC236}">
                    <a16:creationId xmlns:a16="http://schemas.microsoft.com/office/drawing/2014/main" id="{AA6A1157-2F33-CE02-3340-AEC1F7EF503C}"/>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3589" name="Imagen 3588">
                <a:extLst>
                  <a:ext uri="{FF2B5EF4-FFF2-40B4-BE49-F238E27FC236}">
                    <a16:creationId xmlns:a16="http://schemas.microsoft.com/office/drawing/2014/main" id="{52F2B3E1-16D7-3A55-39E1-05A57980F63B}"/>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3590" name="Imagen 3589">
                <a:extLst>
                  <a:ext uri="{FF2B5EF4-FFF2-40B4-BE49-F238E27FC236}">
                    <a16:creationId xmlns:a16="http://schemas.microsoft.com/office/drawing/2014/main" id="{AC4A915C-58AC-C6D4-405D-5C24C9677F32}"/>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3591" name="Imagen 3590">
                <a:extLst>
                  <a:ext uri="{FF2B5EF4-FFF2-40B4-BE49-F238E27FC236}">
                    <a16:creationId xmlns:a16="http://schemas.microsoft.com/office/drawing/2014/main" id="{5F20F382-D193-85B9-CD06-F2FF258646AE}"/>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3592" name="Imagen 3591">
                <a:extLst>
                  <a:ext uri="{FF2B5EF4-FFF2-40B4-BE49-F238E27FC236}">
                    <a16:creationId xmlns:a16="http://schemas.microsoft.com/office/drawing/2014/main" id="{53A381E9-6418-5E5E-67C5-C61F9D98B125}"/>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3593" name="Imagen 3592">
                <a:extLst>
                  <a:ext uri="{FF2B5EF4-FFF2-40B4-BE49-F238E27FC236}">
                    <a16:creationId xmlns:a16="http://schemas.microsoft.com/office/drawing/2014/main" id="{65B76734-D520-28D4-C249-571E0A535DA7}"/>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3594" name="Imagen 3593">
                <a:extLst>
                  <a:ext uri="{FF2B5EF4-FFF2-40B4-BE49-F238E27FC236}">
                    <a16:creationId xmlns:a16="http://schemas.microsoft.com/office/drawing/2014/main" id="{7A8B74DF-DF8C-D4CC-ABB1-9715C2FB37C0}"/>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3595" name="Grupo 3594">
                <a:extLst>
                  <a:ext uri="{FF2B5EF4-FFF2-40B4-BE49-F238E27FC236}">
                    <a16:creationId xmlns:a16="http://schemas.microsoft.com/office/drawing/2014/main" id="{91AF4C37-3DE1-6A27-6A17-DD62DA892685}"/>
                  </a:ext>
                </a:extLst>
              </p:cNvPr>
              <p:cNvGrpSpPr/>
              <p:nvPr/>
            </p:nvGrpSpPr>
            <p:grpSpPr>
              <a:xfrm>
                <a:off x="11128117" y="3502366"/>
                <a:ext cx="266750" cy="342900"/>
                <a:chOff x="5053733" y="4472706"/>
                <a:chExt cx="764498" cy="795862"/>
              </a:xfrm>
            </p:grpSpPr>
            <p:pic>
              <p:nvPicPr>
                <p:cNvPr id="3596" name="Imagen 3595">
                  <a:extLst>
                    <a:ext uri="{FF2B5EF4-FFF2-40B4-BE49-F238E27FC236}">
                      <a16:creationId xmlns:a16="http://schemas.microsoft.com/office/drawing/2014/main" id="{C790DF6D-4995-52DC-9260-034B2F981CF1}"/>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3597" name="Imagen 3596">
                  <a:extLst>
                    <a:ext uri="{FF2B5EF4-FFF2-40B4-BE49-F238E27FC236}">
                      <a16:creationId xmlns:a16="http://schemas.microsoft.com/office/drawing/2014/main" id="{247F8925-9B5E-24DB-2D59-AE977755CF0C}"/>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3419" name="ANTES 1">
              <a:extLst>
                <a:ext uri="{FF2B5EF4-FFF2-40B4-BE49-F238E27FC236}">
                  <a16:creationId xmlns:a16="http://schemas.microsoft.com/office/drawing/2014/main" id="{5D07BFA2-A1BC-611E-4678-9F0DC5E5BC53}"/>
                </a:ext>
              </a:extLst>
            </p:cNvPr>
            <p:cNvGrpSpPr/>
            <p:nvPr/>
          </p:nvGrpSpPr>
          <p:grpSpPr>
            <a:xfrm>
              <a:off x="9255677" y="5678158"/>
              <a:ext cx="2203047" cy="342900"/>
              <a:chOff x="9209794" y="1285505"/>
              <a:chExt cx="2203047" cy="342900"/>
            </a:xfrm>
          </p:grpSpPr>
          <p:pic>
            <p:nvPicPr>
              <p:cNvPr id="3576" name="Imagen 3575">
                <a:extLst>
                  <a:ext uri="{FF2B5EF4-FFF2-40B4-BE49-F238E27FC236}">
                    <a16:creationId xmlns:a16="http://schemas.microsoft.com/office/drawing/2014/main" id="{34F77CE6-BD3C-8A01-E2B3-60EC586BEE74}"/>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577" name="Imagen 3576">
                <a:extLst>
                  <a:ext uri="{FF2B5EF4-FFF2-40B4-BE49-F238E27FC236}">
                    <a16:creationId xmlns:a16="http://schemas.microsoft.com/office/drawing/2014/main" id="{DC43297D-B1C9-DD24-4EEF-E9D2AD697F7E}"/>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578" name="Grupo 3577">
                <a:extLst>
                  <a:ext uri="{FF2B5EF4-FFF2-40B4-BE49-F238E27FC236}">
                    <a16:creationId xmlns:a16="http://schemas.microsoft.com/office/drawing/2014/main" id="{384BCC2A-3A44-7B8A-EA28-CD138A6C2CA6}"/>
                  </a:ext>
                </a:extLst>
              </p:cNvPr>
              <p:cNvGrpSpPr/>
              <p:nvPr/>
            </p:nvGrpSpPr>
            <p:grpSpPr>
              <a:xfrm>
                <a:off x="9763022" y="1285505"/>
                <a:ext cx="266750" cy="342900"/>
                <a:chOff x="5053733" y="4472706"/>
                <a:chExt cx="764498" cy="795862"/>
              </a:xfrm>
            </p:grpSpPr>
            <p:pic>
              <p:nvPicPr>
                <p:cNvPr id="3586" name="Imagen 3585">
                  <a:extLst>
                    <a:ext uri="{FF2B5EF4-FFF2-40B4-BE49-F238E27FC236}">
                      <a16:creationId xmlns:a16="http://schemas.microsoft.com/office/drawing/2014/main" id="{1A48700E-0842-3340-3062-CA85C8A78B5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87" name="Imagen 3586">
                  <a:extLst>
                    <a:ext uri="{FF2B5EF4-FFF2-40B4-BE49-F238E27FC236}">
                      <a16:creationId xmlns:a16="http://schemas.microsoft.com/office/drawing/2014/main" id="{4370E2AF-4F93-0EAE-14E8-08E980D0A56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579" name="Imagen 3578">
                <a:extLst>
                  <a:ext uri="{FF2B5EF4-FFF2-40B4-BE49-F238E27FC236}">
                    <a16:creationId xmlns:a16="http://schemas.microsoft.com/office/drawing/2014/main" id="{F44FF569-E408-6456-6DC7-528E27E86E72}"/>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580" name="Imagen 3579">
                <a:extLst>
                  <a:ext uri="{FF2B5EF4-FFF2-40B4-BE49-F238E27FC236}">
                    <a16:creationId xmlns:a16="http://schemas.microsoft.com/office/drawing/2014/main" id="{5C557C7C-8B2C-2385-9793-839285F54F46}"/>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581" name="Imagen 3580">
                <a:extLst>
                  <a:ext uri="{FF2B5EF4-FFF2-40B4-BE49-F238E27FC236}">
                    <a16:creationId xmlns:a16="http://schemas.microsoft.com/office/drawing/2014/main" id="{86F28759-1C00-2E8B-C565-6F8315354670}"/>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582" name="Imagen 3581">
                <a:extLst>
                  <a:ext uri="{FF2B5EF4-FFF2-40B4-BE49-F238E27FC236}">
                    <a16:creationId xmlns:a16="http://schemas.microsoft.com/office/drawing/2014/main" id="{1CB27116-8799-61F3-DBAF-607B59DAA6EE}"/>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583" name="Grupo 3582">
                <a:extLst>
                  <a:ext uri="{FF2B5EF4-FFF2-40B4-BE49-F238E27FC236}">
                    <a16:creationId xmlns:a16="http://schemas.microsoft.com/office/drawing/2014/main" id="{B6AAD15C-BD18-174A-ED48-12A0E04A2947}"/>
                  </a:ext>
                </a:extLst>
              </p:cNvPr>
              <p:cNvGrpSpPr/>
              <p:nvPr/>
            </p:nvGrpSpPr>
            <p:grpSpPr>
              <a:xfrm>
                <a:off x="11146091" y="1285505"/>
                <a:ext cx="266750" cy="342900"/>
                <a:chOff x="5053733" y="4472706"/>
                <a:chExt cx="764498" cy="795862"/>
              </a:xfrm>
            </p:grpSpPr>
            <p:pic>
              <p:nvPicPr>
                <p:cNvPr id="3584" name="Imagen 3583">
                  <a:extLst>
                    <a:ext uri="{FF2B5EF4-FFF2-40B4-BE49-F238E27FC236}">
                      <a16:creationId xmlns:a16="http://schemas.microsoft.com/office/drawing/2014/main" id="{C1AB3E9E-27A3-E3ED-552B-A8CE5CBFBAC0}"/>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85" name="Imagen 3584">
                  <a:extLst>
                    <a:ext uri="{FF2B5EF4-FFF2-40B4-BE49-F238E27FC236}">
                      <a16:creationId xmlns:a16="http://schemas.microsoft.com/office/drawing/2014/main" id="{B7FFC863-8DD2-17A1-EC08-C4622B41E9F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0" name="ANTES 1">
              <a:extLst>
                <a:ext uri="{FF2B5EF4-FFF2-40B4-BE49-F238E27FC236}">
                  <a16:creationId xmlns:a16="http://schemas.microsoft.com/office/drawing/2014/main" id="{F4C11D28-C1EC-E3D3-5B8A-095F195D6025}"/>
                </a:ext>
              </a:extLst>
            </p:cNvPr>
            <p:cNvGrpSpPr/>
            <p:nvPr/>
          </p:nvGrpSpPr>
          <p:grpSpPr>
            <a:xfrm>
              <a:off x="9255677" y="5309858"/>
              <a:ext cx="2203047" cy="342900"/>
              <a:chOff x="9209794" y="1285505"/>
              <a:chExt cx="2203047" cy="342900"/>
            </a:xfrm>
          </p:grpSpPr>
          <p:pic>
            <p:nvPicPr>
              <p:cNvPr id="3564" name="Imagen 3563">
                <a:extLst>
                  <a:ext uri="{FF2B5EF4-FFF2-40B4-BE49-F238E27FC236}">
                    <a16:creationId xmlns:a16="http://schemas.microsoft.com/office/drawing/2014/main" id="{8438D769-5D6A-D7BE-10D4-5E1431813BAF}"/>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565" name="Imagen 3564">
                <a:extLst>
                  <a:ext uri="{FF2B5EF4-FFF2-40B4-BE49-F238E27FC236}">
                    <a16:creationId xmlns:a16="http://schemas.microsoft.com/office/drawing/2014/main" id="{EAF2E053-FC4C-FDBC-0072-5727658311ED}"/>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566" name="Grupo 3565">
                <a:extLst>
                  <a:ext uri="{FF2B5EF4-FFF2-40B4-BE49-F238E27FC236}">
                    <a16:creationId xmlns:a16="http://schemas.microsoft.com/office/drawing/2014/main" id="{CE54F014-7E5A-5A62-AB88-A72FD8DAB8BD}"/>
                  </a:ext>
                </a:extLst>
              </p:cNvPr>
              <p:cNvGrpSpPr/>
              <p:nvPr/>
            </p:nvGrpSpPr>
            <p:grpSpPr>
              <a:xfrm>
                <a:off x="9763022" y="1285505"/>
                <a:ext cx="266750" cy="342900"/>
                <a:chOff x="5053733" y="4472706"/>
                <a:chExt cx="764498" cy="795862"/>
              </a:xfrm>
            </p:grpSpPr>
            <p:pic>
              <p:nvPicPr>
                <p:cNvPr id="3574" name="Imagen 3573">
                  <a:extLst>
                    <a:ext uri="{FF2B5EF4-FFF2-40B4-BE49-F238E27FC236}">
                      <a16:creationId xmlns:a16="http://schemas.microsoft.com/office/drawing/2014/main" id="{CF954697-E568-A1FB-73A4-557F958EB06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75" name="Imagen 3574">
                  <a:extLst>
                    <a:ext uri="{FF2B5EF4-FFF2-40B4-BE49-F238E27FC236}">
                      <a16:creationId xmlns:a16="http://schemas.microsoft.com/office/drawing/2014/main" id="{A809B32D-F17E-83D9-202F-AE15F71E2F9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567" name="Imagen 3566">
                <a:extLst>
                  <a:ext uri="{FF2B5EF4-FFF2-40B4-BE49-F238E27FC236}">
                    <a16:creationId xmlns:a16="http://schemas.microsoft.com/office/drawing/2014/main" id="{3DE839D3-898E-AD94-D245-2839715D8349}"/>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568" name="Imagen 3567">
                <a:extLst>
                  <a:ext uri="{FF2B5EF4-FFF2-40B4-BE49-F238E27FC236}">
                    <a16:creationId xmlns:a16="http://schemas.microsoft.com/office/drawing/2014/main" id="{F39E4E38-5CC9-356C-A414-C065A9FBD429}"/>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569" name="Imagen 3568">
                <a:extLst>
                  <a:ext uri="{FF2B5EF4-FFF2-40B4-BE49-F238E27FC236}">
                    <a16:creationId xmlns:a16="http://schemas.microsoft.com/office/drawing/2014/main" id="{545D3F35-67DD-8C81-600B-130F074FCA27}"/>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570" name="Imagen 3569">
                <a:extLst>
                  <a:ext uri="{FF2B5EF4-FFF2-40B4-BE49-F238E27FC236}">
                    <a16:creationId xmlns:a16="http://schemas.microsoft.com/office/drawing/2014/main" id="{B4253510-FE13-E5C2-D194-FF7BA32CF6DD}"/>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571" name="Grupo 3570">
                <a:extLst>
                  <a:ext uri="{FF2B5EF4-FFF2-40B4-BE49-F238E27FC236}">
                    <a16:creationId xmlns:a16="http://schemas.microsoft.com/office/drawing/2014/main" id="{E3F1214D-9CAE-4002-DE21-56A5FFC5C717}"/>
                  </a:ext>
                </a:extLst>
              </p:cNvPr>
              <p:cNvGrpSpPr/>
              <p:nvPr/>
            </p:nvGrpSpPr>
            <p:grpSpPr>
              <a:xfrm>
                <a:off x="11146091" y="1285505"/>
                <a:ext cx="266750" cy="342900"/>
                <a:chOff x="5053733" y="4472706"/>
                <a:chExt cx="764498" cy="795862"/>
              </a:xfrm>
            </p:grpSpPr>
            <p:pic>
              <p:nvPicPr>
                <p:cNvPr id="3572" name="Imagen 3571">
                  <a:extLst>
                    <a:ext uri="{FF2B5EF4-FFF2-40B4-BE49-F238E27FC236}">
                      <a16:creationId xmlns:a16="http://schemas.microsoft.com/office/drawing/2014/main" id="{B8759958-8205-5557-D6F3-D1F0B9EBED7C}"/>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73" name="Imagen 3572">
                  <a:extLst>
                    <a:ext uri="{FF2B5EF4-FFF2-40B4-BE49-F238E27FC236}">
                      <a16:creationId xmlns:a16="http://schemas.microsoft.com/office/drawing/2014/main" id="{901ABE6E-6E7D-11B4-A999-35B3A65CCA1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1" name="ANTES 1">
              <a:extLst>
                <a:ext uri="{FF2B5EF4-FFF2-40B4-BE49-F238E27FC236}">
                  <a16:creationId xmlns:a16="http://schemas.microsoft.com/office/drawing/2014/main" id="{0D08C249-AD21-7EEF-83EB-DAC646F67821}"/>
                </a:ext>
              </a:extLst>
            </p:cNvPr>
            <p:cNvGrpSpPr/>
            <p:nvPr/>
          </p:nvGrpSpPr>
          <p:grpSpPr>
            <a:xfrm>
              <a:off x="9255677" y="4944733"/>
              <a:ext cx="2203047" cy="342900"/>
              <a:chOff x="9209794" y="1285505"/>
              <a:chExt cx="2203047" cy="342900"/>
            </a:xfrm>
          </p:grpSpPr>
          <p:pic>
            <p:nvPicPr>
              <p:cNvPr id="3552" name="Imagen 3551">
                <a:extLst>
                  <a:ext uri="{FF2B5EF4-FFF2-40B4-BE49-F238E27FC236}">
                    <a16:creationId xmlns:a16="http://schemas.microsoft.com/office/drawing/2014/main" id="{314BE13E-16DA-A849-B5D9-93FA2A622D6E}"/>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553" name="Imagen 3552">
                <a:extLst>
                  <a:ext uri="{FF2B5EF4-FFF2-40B4-BE49-F238E27FC236}">
                    <a16:creationId xmlns:a16="http://schemas.microsoft.com/office/drawing/2014/main" id="{E4457C6F-FEB0-EA0E-FFAC-DC32D5334F41}"/>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554" name="Grupo 3553">
                <a:extLst>
                  <a:ext uri="{FF2B5EF4-FFF2-40B4-BE49-F238E27FC236}">
                    <a16:creationId xmlns:a16="http://schemas.microsoft.com/office/drawing/2014/main" id="{A5E19A21-1080-EF7A-E250-47B989BE6C29}"/>
                  </a:ext>
                </a:extLst>
              </p:cNvPr>
              <p:cNvGrpSpPr/>
              <p:nvPr/>
            </p:nvGrpSpPr>
            <p:grpSpPr>
              <a:xfrm>
                <a:off x="9763022" y="1285505"/>
                <a:ext cx="266750" cy="342900"/>
                <a:chOff x="5053733" y="4472706"/>
                <a:chExt cx="764498" cy="795862"/>
              </a:xfrm>
            </p:grpSpPr>
            <p:pic>
              <p:nvPicPr>
                <p:cNvPr id="3562" name="Imagen 3561">
                  <a:extLst>
                    <a:ext uri="{FF2B5EF4-FFF2-40B4-BE49-F238E27FC236}">
                      <a16:creationId xmlns:a16="http://schemas.microsoft.com/office/drawing/2014/main" id="{5F02983C-079C-91FA-57C5-37FA650BF6D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63" name="Imagen 3562">
                  <a:extLst>
                    <a:ext uri="{FF2B5EF4-FFF2-40B4-BE49-F238E27FC236}">
                      <a16:creationId xmlns:a16="http://schemas.microsoft.com/office/drawing/2014/main" id="{78D21268-1415-9FA2-81D6-C85044EABB52}"/>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555" name="Imagen 3554">
                <a:extLst>
                  <a:ext uri="{FF2B5EF4-FFF2-40B4-BE49-F238E27FC236}">
                    <a16:creationId xmlns:a16="http://schemas.microsoft.com/office/drawing/2014/main" id="{47E74559-4506-FDD6-74EF-2FF302394425}"/>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556" name="Imagen 3555">
                <a:extLst>
                  <a:ext uri="{FF2B5EF4-FFF2-40B4-BE49-F238E27FC236}">
                    <a16:creationId xmlns:a16="http://schemas.microsoft.com/office/drawing/2014/main" id="{239766CB-0BA6-FBA9-92E4-B1E8437989F4}"/>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557" name="Imagen 3556">
                <a:extLst>
                  <a:ext uri="{FF2B5EF4-FFF2-40B4-BE49-F238E27FC236}">
                    <a16:creationId xmlns:a16="http://schemas.microsoft.com/office/drawing/2014/main" id="{9BF106F5-68E6-D2DE-AAE3-F72222DBAC9B}"/>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558" name="Imagen 3557">
                <a:extLst>
                  <a:ext uri="{FF2B5EF4-FFF2-40B4-BE49-F238E27FC236}">
                    <a16:creationId xmlns:a16="http://schemas.microsoft.com/office/drawing/2014/main" id="{9884C6C9-C06A-3FE1-39DA-1D350BAD3872}"/>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559" name="Grupo 3558">
                <a:extLst>
                  <a:ext uri="{FF2B5EF4-FFF2-40B4-BE49-F238E27FC236}">
                    <a16:creationId xmlns:a16="http://schemas.microsoft.com/office/drawing/2014/main" id="{86E3F54C-434A-EDCC-2CA9-C9E0E78D6057}"/>
                  </a:ext>
                </a:extLst>
              </p:cNvPr>
              <p:cNvGrpSpPr/>
              <p:nvPr/>
            </p:nvGrpSpPr>
            <p:grpSpPr>
              <a:xfrm>
                <a:off x="11146091" y="1285505"/>
                <a:ext cx="266750" cy="342900"/>
                <a:chOff x="5053733" y="4472706"/>
                <a:chExt cx="764498" cy="795862"/>
              </a:xfrm>
            </p:grpSpPr>
            <p:pic>
              <p:nvPicPr>
                <p:cNvPr id="3560" name="Imagen 3559">
                  <a:extLst>
                    <a:ext uri="{FF2B5EF4-FFF2-40B4-BE49-F238E27FC236}">
                      <a16:creationId xmlns:a16="http://schemas.microsoft.com/office/drawing/2014/main" id="{D4B4B50D-42D9-4BD4-C7EF-8679CD78F8F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61" name="Imagen 3560">
                  <a:extLst>
                    <a:ext uri="{FF2B5EF4-FFF2-40B4-BE49-F238E27FC236}">
                      <a16:creationId xmlns:a16="http://schemas.microsoft.com/office/drawing/2014/main" id="{35A83D02-536F-9791-10AD-68971CF90A4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2" name="ANTES 1">
              <a:extLst>
                <a:ext uri="{FF2B5EF4-FFF2-40B4-BE49-F238E27FC236}">
                  <a16:creationId xmlns:a16="http://schemas.microsoft.com/office/drawing/2014/main" id="{68DA6F00-5FA3-A84E-A25E-84D892DF8D03}"/>
                </a:ext>
              </a:extLst>
            </p:cNvPr>
            <p:cNvGrpSpPr/>
            <p:nvPr/>
          </p:nvGrpSpPr>
          <p:grpSpPr>
            <a:xfrm>
              <a:off x="9255677" y="4582783"/>
              <a:ext cx="2203047" cy="342900"/>
              <a:chOff x="9209794" y="1285505"/>
              <a:chExt cx="2203047" cy="342900"/>
            </a:xfrm>
          </p:grpSpPr>
          <p:pic>
            <p:nvPicPr>
              <p:cNvPr id="3540" name="Imagen 3539">
                <a:extLst>
                  <a:ext uri="{FF2B5EF4-FFF2-40B4-BE49-F238E27FC236}">
                    <a16:creationId xmlns:a16="http://schemas.microsoft.com/office/drawing/2014/main" id="{3AF995A4-1E30-7D25-C78B-E2E8D8AA62FF}"/>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541" name="Imagen 3540">
                <a:extLst>
                  <a:ext uri="{FF2B5EF4-FFF2-40B4-BE49-F238E27FC236}">
                    <a16:creationId xmlns:a16="http://schemas.microsoft.com/office/drawing/2014/main" id="{2B63EB2C-6F85-9BCB-FD16-9B9CB3D0FCED}"/>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542" name="Grupo 3541">
                <a:extLst>
                  <a:ext uri="{FF2B5EF4-FFF2-40B4-BE49-F238E27FC236}">
                    <a16:creationId xmlns:a16="http://schemas.microsoft.com/office/drawing/2014/main" id="{9ED18863-0328-F112-77DC-40ECA5BFF912}"/>
                  </a:ext>
                </a:extLst>
              </p:cNvPr>
              <p:cNvGrpSpPr/>
              <p:nvPr/>
            </p:nvGrpSpPr>
            <p:grpSpPr>
              <a:xfrm>
                <a:off x="9763022" y="1285505"/>
                <a:ext cx="266750" cy="342900"/>
                <a:chOff x="5053733" y="4472706"/>
                <a:chExt cx="764498" cy="795862"/>
              </a:xfrm>
            </p:grpSpPr>
            <p:pic>
              <p:nvPicPr>
                <p:cNvPr id="3550" name="Imagen 3549">
                  <a:extLst>
                    <a:ext uri="{FF2B5EF4-FFF2-40B4-BE49-F238E27FC236}">
                      <a16:creationId xmlns:a16="http://schemas.microsoft.com/office/drawing/2014/main" id="{A0005CE2-246A-783B-230E-566400790274}"/>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51" name="Imagen 3550">
                  <a:extLst>
                    <a:ext uri="{FF2B5EF4-FFF2-40B4-BE49-F238E27FC236}">
                      <a16:creationId xmlns:a16="http://schemas.microsoft.com/office/drawing/2014/main" id="{017D34B4-1692-1EF8-7EFA-6A70CC9D776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543" name="Imagen 3542">
                <a:extLst>
                  <a:ext uri="{FF2B5EF4-FFF2-40B4-BE49-F238E27FC236}">
                    <a16:creationId xmlns:a16="http://schemas.microsoft.com/office/drawing/2014/main" id="{F777D226-3F17-061B-847C-6F607E0C6CD2}"/>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544" name="Imagen 3543">
                <a:extLst>
                  <a:ext uri="{FF2B5EF4-FFF2-40B4-BE49-F238E27FC236}">
                    <a16:creationId xmlns:a16="http://schemas.microsoft.com/office/drawing/2014/main" id="{C0AE0878-EEF0-980E-1436-5947583D195C}"/>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545" name="Imagen 3544">
                <a:extLst>
                  <a:ext uri="{FF2B5EF4-FFF2-40B4-BE49-F238E27FC236}">
                    <a16:creationId xmlns:a16="http://schemas.microsoft.com/office/drawing/2014/main" id="{97EFE3C7-6B4C-13A7-7A36-486681D0C5CE}"/>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546" name="Imagen 3545">
                <a:extLst>
                  <a:ext uri="{FF2B5EF4-FFF2-40B4-BE49-F238E27FC236}">
                    <a16:creationId xmlns:a16="http://schemas.microsoft.com/office/drawing/2014/main" id="{D529FD6B-A8F1-237A-E8DC-4C8F03B4A0D0}"/>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547" name="Grupo 3546">
                <a:extLst>
                  <a:ext uri="{FF2B5EF4-FFF2-40B4-BE49-F238E27FC236}">
                    <a16:creationId xmlns:a16="http://schemas.microsoft.com/office/drawing/2014/main" id="{D84E89DF-6B90-6BC8-26BB-11CCBDA0DC00}"/>
                  </a:ext>
                </a:extLst>
              </p:cNvPr>
              <p:cNvGrpSpPr/>
              <p:nvPr/>
            </p:nvGrpSpPr>
            <p:grpSpPr>
              <a:xfrm>
                <a:off x="11146091" y="1285505"/>
                <a:ext cx="266750" cy="342900"/>
                <a:chOff x="5053733" y="4472706"/>
                <a:chExt cx="764498" cy="795862"/>
              </a:xfrm>
            </p:grpSpPr>
            <p:pic>
              <p:nvPicPr>
                <p:cNvPr id="3548" name="Imagen 3547">
                  <a:extLst>
                    <a:ext uri="{FF2B5EF4-FFF2-40B4-BE49-F238E27FC236}">
                      <a16:creationId xmlns:a16="http://schemas.microsoft.com/office/drawing/2014/main" id="{711D30B2-FFA4-3C67-9C22-8F0DE2F6476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49" name="Imagen 3548">
                  <a:extLst>
                    <a:ext uri="{FF2B5EF4-FFF2-40B4-BE49-F238E27FC236}">
                      <a16:creationId xmlns:a16="http://schemas.microsoft.com/office/drawing/2014/main" id="{839EFE33-865C-6B22-8602-6DBF9922250A}"/>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3" name="ANTES 1">
              <a:extLst>
                <a:ext uri="{FF2B5EF4-FFF2-40B4-BE49-F238E27FC236}">
                  <a16:creationId xmlns:a16="http://schemas.microsoft.com/office/drawing/2014/main" id="{E73B7FAC-BAD8-D39D-98DF-39CF307B73D6}"/>
                </a:ext>
              </a:extLst>
            </p:cNvPr>
            <p:cNvGrpSpPr/>
            <p:nvPr/>
          </p:nvGrpSpPr>
          <p:grpSpPr>
            <a:xfrm>
              <a:off x="9255677" y="4211308"/>
              <a:ext cx="2203047" cy="342900"/>
              <a:chOff x="9209794" y="1285505"/>
              <a:chExt cx="2203047" cy="342900"/>
            </a:xfrm>
          </p:grpSpPr>
          <p:pic>
            <p:nvPicPr>
              <p:cNvPr id="3528" name="Imagen 3527">
                <a:extLst>
                  <a:ext uri="{FF2B5EF4-FFF2-40B4-BE49-F238E27FC236}">
                    <a16:creationId xmlns:a16="http://schemas.microsoft.com/office/drawing/2014/main" id="{37044B4D-7303-F111-2B3B-D6A070859405}"/>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529" name="Imagen 3528">
                <a:extLst>
                  <a:ext uri="{FF2B5EF4-FFF2-40B4-BE49-F238E27FC236}">
                    <a16:creationId xmlns:a16="http://schemas.microsoft.com/office/drawing/2014/main" id="{5865A9B3-2DFE-934C-DB3C-5B45F63A1D84}"/>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530" name="Grupo 3529">
                <a:extLst>
                  <a:ext uri="{FF2B5EF4-FFF2-40B4-BE49-F238E27FC236}">
                    <a16:creationId xmlns:a16="http://schemas.microsoft.com/office/drawing/2014/main" id="{C63DAEFC-4CE9-8D54-29F9-C55D959F5B93}"/>
                  </a:ext>
                </a:extLst>
              </p:cNvPr>
              <p:cNvGrpSpPr/>
              <p:nvPr/>
            </p:nvGrpSpPr>
            <p:grpSpPr>
              <a:xfrm>
                <a:off x="9763022" y="1285505"/>
                <a:ext cx="266750" cy="342900"/>
                <a:chOff x="5053733" y="4472706"/>
                <a:chExt cx="764498" cy="795862"/>
              </a:xfrm>
            </p:grpSpPr>
            <p:pic>
              <p:nvPicPr>
                <p:cNvPr id="3538" name="Imagen 3537">
                  <a:extLst>
                    <a:ext uri="{FF2B5EF4-FFF2-40B4-BE49-F238E27FC236}">
                      <a16:creationId xmlns:a16="http://schemas.microsoft.com/office/drawing/2014/main" id="{190FC910-A4A8-2BB7-DF56-66D799D28609}"/>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39" name="Imagen 3538">
                  <a:extLst>
                    <a:ext uri="{FF2B5EF4-FFF2-40B4-BE49-F238E27FC236}">
                      <a16:creationId xmlns:a16="http://schemas.microsoft.com/office/drawing/2014/main" id="{9A416B8D-5831-2960-7280-34DF59EFADA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531" name="Imagen 3530">
                <a:extLst>
                  <a:ext uri="{FF2B5EF4-FFF2-40B4-BE49-F238E27FC236}">
                    <a16:creationId xmlns:a16="http://schemas.microsoft.com/office/drawing/2014/main" id="{89126C63-96A5-756B-0806-5DA799D80FF5}"/>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532" name="Imagen 3531">
                <a:extLst>
                  <a:ext uri="{FF2B5EF4-FFF2-40B4-BE49-F238E27FC236}">
                    <a16:creationId xmlns:a16="http://schemas.microsoft.com/office/drawing/2014/main" id="{E707657A-C351-AF5F-E9E1-7E32A6E856CB}"/>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533" name="Imagen 3532">
                <a:extLst>
                  <a:ext uri="{FF2B5EF4-FFF2-40B4-BE49-F238E27FC236}">
                    <a16:creationId xmlns:a16="http://schemas.microsoft.com/office/drawing/2014/main" id="{FA508997-C3A7-4925-6D05-E8901C726E98}"/>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534" name="Imagen 3533">
                <a:extLst>
                  <a:ext uri="{FF2B5EF4-FFF2-40B4-BE49-F238E27FC236}">
                    <a16:creationId xmlns:a16="http://schemas.microsoft.com/office/drawing/2014/main" id="{F57CF46A-D37D-54CB-EF98-347D0C7EFB1F}"/>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535" name="Grupo 3534">
                <a:extLst>
                  <a:ext uri="{FF2B5EF4-FFF2-40B4-BE49-F238E27FC236}">
                    <a16:creationId xmlns:a16="http://schemas.microsoft.com/office/drawing/2014/main" id="{4E16A702-34EB-5B56-5796-DDAC82E7A404}"/>
                  </a:ext>
                </a:extLst>
              </p:cNvPr>
              <p:cNvGrpSpPr/>
              <p:nvPr/>
            </p:nvGrpSpPr>
            <p:grpSpPr>
              <a:xfrm>
                <a:off x="11146091" y="1285505"/>
                <a:ext cx="266750" cy="342900"/>
                <a:chOff x="5053733" y="4472706"/>
                <a:chExt cx="764498" cy="795862"/>
              </a:xfrm>
            </p:grpSpPr>
            <p:pic>
              <p:nvPicPr>
                <p:cNvPr id="3536" name="Imagen 3535">
                  <a:extLst>
                    <a:ext uri="{FF2B5EF4-FFF2-40B4-BE49-F238E27FC236}">
                      <a16:creationId xmlns:a16="http://schemas.microsoft.com/office/drawing/2014/main" id="{CF1544BD-DBDB-5392-5503-5E8C677646D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37" name="Imagen 3536">
                  <a:extLst>
                    <a:ext uri="{FF2B5EF4-FFF2-40B4-BE49-F238E27FC236}">
                      <a16:creationId xmlns:a16="http://schemas.microsoft.com/office/drawing/2014/main" id="{7A28C81E-3ECD-5969-A017-BA00A177090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4" name="ANTES 1">
              <a:extLst>
                <a:ext uri="{FF2B5EF4-FFF2-40B4-BE49-F238E27FC236}">
                  <a16:creationId xmlns:a16="http://schemas.microsoft.com/office/drawing/2014/main" id="{05BB3EB4-0FE8-9AE9-08C2-F455F5D851E5}"/>
                </a:ext>
              </a:extLst>
            </p:cNvPr>
            <p:cNvGrpSpPr/>
            <p:nvPr/>
          </p:nvGrpSpPr>
          <p:grpSpPr>
            <a:xfrm>
              <a:off x="9255677" y="3846183"/>
              <a:ext cx="2203047" cy="342900"/>
              <a:chOff x="9209794" y="1285505"/>
              <a:chExt cx="2203047" cy="342900"/>
            </a:xfrm>
          </p:grpSpPr>
          <p:pic>
            <p:nvPicPr>
              <p:cNvPr id="3516" name="Imagen 3515">
                <a:extLst>
                  <a:ext uri="{FF2B5EF4-FFF2-40B4-BE49-F238E27FC236}">
                    <a16:creationId xmlns:a16="http://schemas.microsoft.com/office/drawing/2014/main" id="{D19B91FD-D253-D1FE-59EA-D5A7A8380D7C}"/>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517" name="Imagen 3516">
                <a:extLst>
                  <a:ext uri="{FF2B5EF4-FFF2-40B4-BE49-F238E27FC236}">
                    <a16:creationId xmlns:a16="http://schemas.microsoft.com/office/drawing/2014/main" id="{F12CA5E0-3939-8D67-68EB-46701AE467D7}"/>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518" name="Grupo 3517">
                <a:extLst>
                  <a:ext uri="{FF2B5EF4-FFF2-40B4-BE49-F238E27FC236}">
                    <a16:creationId xmlns:a16="http://schemas.microsoft.com/office/drawing/2014/main" id="{1B563515-D58E-2D5A-4EA4-77F77770EC17}"/>
                  </a:ext>
                </a:extLst>
              </p:cNvPr>
              <p:cNvGrpSpPr/>
              <p:nvPr/>
            </p:nvGrpSpPr>
            <p:grpSpPr>
              <a:xfrm>
                <a:off x="9763022" y="1285505"/>
                <a:ext cx="266750" cy="342900"/>
                <a:chOff x="5053733" y="4472706"/>
                <a:chExt cx="764498" cy="795862"/>
              </a:xfrm>
            </p:grpSpPr>
            <p:pic>
              <p:nvPicPr>
                <p:cNvPr id="3526" name="Imagen 3525">
                  <a:extLst>
                    <a:ext uri="{FF2B5EF4-FFF2-40B4-BE49-F238E27FC236}">
                      <a16:creationId xmlns:a16="http://schemas.microsoft.com/office/drawing/2014/main" id="{BA33F861-C379-8145-E88A-8B1360893A51}"/>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27" name="Imagen 3526">
                  <a:extLst>
                    <a:ext uri="{FF2B5EF4-FFF2-40B4-BE49-F238E27FC236}">
                      <a16:creationId xmlns:a16="http://schemas.microsoft.com/office/drawing/2014/main" id="{42658879-4498-2173-1CD1-1AE3F1C9D30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519" name="Imagen 3518">
                <a:extLst>
                  <a:ext uri="{FF2B5EF4-FFF2-40B4-BE49-F238E27FC236}">
                    <a16:creationId xmlns:a16="http://schemas.microsoft.com/office/drawing/2014/main" id="{3ED8FEF8-57B7-B196-33C0-70EB915EE53D}"/>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520" name="Imagen 3519">
                <a:extLst>
                  <a:ext uri="{FF2B5EF4-FFF2-40B4-BE49-F238E27FC236}">
                    <a16:creationId xmlns:a16="http://schemas.microsoft.com/office/drawing/2014/main" id="{C4CCDB06-533B-81D4-CB6A-1FC6D842F5FD}"/>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521" name="Imagen 3520">
                <a:extLst>
                  <a:ext uri="{FF2B5EF4-FFF2-40B4-BE49-F238E27FC236}">
                    <a16:creationId xmlns:a16="http://schemas.microsoft.com/office/drawing/2014/main" id="{41D44A01-D794-C869-3003-DF3162336A1A}"/>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522" name="Imagen 3521">
                <a:extLst>
                  <a:ext uri="{FF2B5EF4-FFF2-40B4-BE49-F238E27FC236}">
                    <a16:creationId xmlns:a16="http://schemas.microsoft.com/office/drawing/2014/main" id="{75A2F9D3-DC69-4DF0-2F7B-ACEB66E45239}"/>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523" name="Grupo 3522">
                <a:extLst>
                  <a:ext uri="{FF2B5EF4-FFF2-40B4-BE49-F238E27FC236}">
                    <a16:creationId xmlns:a16="http://schemas.microsoft.com/office/drawing/2014/main" id="{2102687B-F21A-52FD-C9D7-8859B74F7CE2}"/>
                  </a:ext>
                </a:extLst>
              </p:cNvPr>
              <p:cNvGrpSpPr/>
              <p:nvPr/>
            </p:nvGrpSpPr>
            <p:grpSpPr>
              <a:xfrm>
                <a:off x="11146091" y="1285505"/>
                <a:ext cx="266750" cy="342900"/>
                <a:chOff x="5053733" y="4472706"/>
                <a:chExt cx="764498" cy="795862"/>
              </a:xfrm>
            </p:grpSpPr>
            <p:pic>
              <p:nvPicPr>
                <p:cNvPr id="3524" name="Imagen 3523">
                  <a:extLst>
                    <a:ext uri="{FF2B5EF4-FFF2-40B4-BE49-F238E27FC236}">
                      <a16:creationId xmlns:a16="http://schemas.microsoft.com/office/drawing/2014/main" id="{96118E28-5C52-9452-2DEF-84C72DF9A75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25" name="Imagen 3524">
                  <a:extLst>
                    <a:ext uri="{FF2B5EF4-FFF2-40B4-BE49-F238E27FC236}">
                      <a16:creationId xmlns:a16="http://schemas.microsoft.com/office/drawing/2014/main" id="{C0016A88-5B11-A9C0-FC12-A5A213137B9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5" name="ANTES 1">
              <a:extLst>
                <a:ext uri="{FF2B5EF4-FFF2-40B4-BE49-F238E27FC236}">
                  <a16:creationId xmlns:a16="http://schemas.microsoft.com/office/drawing/2014/main" id="{B72E5644-9309-ADE4-80AA-E72E51D54074}"/>
                </a:ext>
              </a:extLst>
            </p:cNvPr>
            <p:cNvGrpSpPr/>
            <p:nvPr/>
          </p:nvGrpSpPr>
          <p:grpSpPr>
            <a:xfrm>
              <a:off x="9255677" y="3477883"/>
              <a:ext cx="2203047" cy="342900"/>
              <a:chOff x="9209794" y="1285505"/>
              <a:chExt cx="2203047" cy="342900"/>
            </a:xfrm>
          </p:grpSpPr>
          <p:pic>
            <p:nvPicPr>
              <p:cNvPr id="3504" name="Imagen 3503">
                <a:extLst>
                  <a:ext uri="{FF2B5EF4-FFF2-40B4-BE49-F238E27FC236}">
                    <a16:creationId xmlns:a16="http://schemas.microsoft.com/office/drawing/2014/main" id="{0E007B2E-6592-EE4C-8290-26DFC6A0E5A3}"/>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505" name="Imagen 3504">
                <a:extLst>
                  <a:ext uri="{FF2B5EF4-FFF2-40B4-BE49-F238E27FC236}">
                    <a16:creationId xmlns:a16="http://schemas.microsoft.com/office/drawing/2014/main" id="{C4F586E9-7E67-F2E2-4927-7AC9940FD004}"/>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506" name="Grupo 3505">
                <a:extLst>
                  <a:ext uri="{FF2B5EF4-FFF2-40B4-BE49-F238E27FC236}">
                    <a16:creationId xmlns:a16="http://schemas.microsoft.com/office/drawing/2014/main" id="{F8E20241-8A05-5A0E-93AC-4D4EBFD2EBAE}"/>
                  </a:ext>
                </a:extLst>
              </p:cNvPr>
              <p:cNvGrpSpPr/>
              <p:nvPr/>
            </p:nvGrpSpPr>
            <p:grpSpPr>
              <a:xfrm>
                <a:off x="9763022" y="1285505"/>
                <a:ext cx="266750" cy="342900"/>
                <a:chOff x="5053733" y="4472706"/>
                <a:chExt cx="764498" cy="795862"/>
              </a:xfrm>
            </p:grpSpPr>
            <p:pic>
              <p:nvPicPr>
                <p:cNvPr id="3514" name="Imagen 3513">
                  <a:extLst>
                    <a:ext uri="{FF2B5EF4-FFF2-40B4-BE49-F238E27FC236}">
                      <a16:creationId xmlns:a16="http://schemas.microsoft.com/office/drawing/2014/main" id="{2C572EDD-E304-9FCE-D82A-00546288040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15" name="Imagen 3514">
                  <a:extLst>
                    <a:ext uri="{FF2B5EF4-FFF2-40B4-BE49-F238E27FC236}">
                      <a16:creationId xmlns:a16="http://schemas.microsoft.com/office/drawing/2014/main" id="{56B4822E-0AC6-CAB8-8C29-1D8CAB7D72B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507" name="Imagen 3506">
                <a:extLst>
                  <a:ext uri="{FF2B5EF4-FFF2-40B4-BE49-F238E27FC236}">
                    <a16:creationId xmlns:a16="http://schemas.microsoft.com/office/drawing/2014/main" id="{2CA4AB67-0BC2-CA26-D069-74F3CC5A0C10}"/>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508" name="Imagen 3507">
                <a:extLst>
                  <a:ext uri="{FF2B5EF4-FFF2-40B4-BE49-F238E27FC236}">
                    <a16:creationId xmlns:a16="http://schemas.microsoft.com/office/drawing/2014/main" id="{973F253D-9416-4E07-8BDA-B1B71ACA217F}"/>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509" name="Imagen 3508">
                <a:extLst>
                  <a:ext uri="{FF2B5EF4-FFF2-40B4-BE49-F238E27FC236}">
                    <a16:creationId xmlns:a16="http://schemas.microsoft.com/office/drawing/2014/main" id="{6E6DFAB5-6F9E-96D8-66BF-5EFB3805DD02}"/>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510" name="Imagen 3509">
                <a:extLst>
                  <a:ext uri="{FF2B5EF4-FFF2-40B4-BE49-F238E27FC236}">
                    <a16:creationId xmlns:a16="http://schemas.microsoft.com/office/drawing/2014/main" id="{FEC64000-3CBB-8021-923A-483483E44467}"/>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511" name="Grupo 3510">
                <a:extLst>
                  <a:ext uri="{FF2B5EF4-FFF2-40B4-BE49-F238E27FC236}">
                    <a16:creationId xmlns:a16="http://schemas.microsoft.com/office/drawing/2014/main" id="{88AD6646-82A8-C3F3-941B-D6832DD86F6A}"/>
                  </a:ext>
                </a:extLst>
              </p:cNvPr>
              <p:cNvGrpSpPr/>
              <p:nvPr/>
            </p:nvGrpSpPr>
            <p:grpSpPr>
              <a:xfrm>
                <a:off x="11146091" y="1285505"/>
                <a:ext cx="266750" cy="342900"/>
                <a:chOff x="5053733" y="4472706"/>
                <a:chExt cx="764498" cy="795862"/>
              </a:xfrm>
            </p:grpSpPr>
            <p:pic>
              <p:nvPicPr>
                <p:cNvPr id="3512" name="Imagen 3511">
                  <a:extLst>
                    <a:ext uri="{FF2B5EF4-FFF2-40B4-BE49-F238E27FC236}">
                      <a16:creationId xmlns:a16="http://schemas.microsoft.com/office/drawing/2014/main" id="{6A9F0986-0BED-A48A-B2BC-3D1B6F9C02C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13" name="Imagen 3512">
                  <a:extLst>
                    <a:ext uri="{FF2B5EF4-FFF2-40B4-BE49-F238E27FC236}">
                      <a16:creationId xmlns:a16="http://schemas.microsoft.com/office/drawing/2014/main" id="{AD8E7FC3-C3FE-E3C7-5151-93B8A3946CC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6" name="ANTES 6">
              <a:extLst>
                <a:ext uri="{FF2B5EF4-FFF2-40B4-BE49-F238E27FC236}">
                  <a16:creationId xmlns:a16="http://schemas.microsoft.com/office/drawing/2014/main" id="{E4807F0E-46C2-DF2A-0F21-E3ED8C0CFF8B}"/>
                </a:ext>
              </a:extLst>
            </p:cNvPr>
            <p:cNvGrpSpPr/>
            <p:nvPr/>
          </p:nvGrpSpPr>
          <p:grpSpPr>
            <a:xfrm>
              <a:off x="9255677" y="3109583"/>
              <a:ext cx="2203047" cy="342900"/>
              <a:chOff x="9209794" y="1285505"/>
              <a:chExt cx="2203047" cy="342900"/>
            </a:xfrm>
          </p:grpSpPr>
          <p:pic>
            <p:nvPicPr>
              <p:cNvPr id="3492" name="Imagen 3491">
                <a:extLst>
                  <a:ext uri="{FF2B5EF4-FFF2-40B4-BE49-F238E27FC236}">
                    <a16:creationId xmlns:a16="http://schemas.microsoft.com/office/drawing/2014/main" id="{B6C7901B-870B-DA99-56AE-2E5185B72854}"/>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493" name="Imagen 3492">
                <a:extLst>
                  <a:ext uri="{FF2B5EF4-FFF2-40B4-BE49-F238E27FC236}">
                    <a16:creationId xmlns:a16="http://schemas.microsoft.com/office/drawing/2014/main" id="{D35AA670-D37F-D332-8470-91F7582C7557}"/>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494" name="Grupo 3493">
                <a:extLst>
                  <a:ext uri="{FF2B5EF4-FFF2-40B4-BE49-F238E27FC236}">
                    <a16:creationId xmlns:a16="http://schemas.microsoft.com/office/drawing/2014/main" id="{7DA4001F-BDFB-1F0F-7752-224071ECF036}"/>
                  </a:ext>
                </a:extLst>
              </p:cNvPr>
              <p:cNvGrpSpPr/>
              <p:nvPr/>
            </p:nvGrpSpPr>
            <p:grpSpPr>
              <a:xfrm>
                <a:off x="9763022" y="1285505"/>
                <a:ext cx="266750" cy="342900"/>
                <a:chOff x="5053733" y="4472706"/>
                <a:chExt cx="764498" cy="795862"/>
              </a:xfrm>
            </p:grpSpPr>
            <p:pic>
              <p:nvPicPr>
                <p:cNvPr id="3502" name="Imagen 3501">
                  <a:extLst>
                    <a:ext uri="{FF2B5EF4-FFF2-40B4-BE49-F238E27FC236}">
                      <a16:creationId xmlns:a16="http://schemas.microsoft.com/office/drawing/2014/main" id="{A3087698-B21D-D5F8-8BBC-11320B17390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03" name="Imagen 3502">
                  <a:extLst>
                    <a:ext uri="{FF2B5EF4-FFF2-40B4-BE49-F238E27FC236}">
                      <a16:creationId xmlns:a16="http://schemas.microsoft.com/office/drawing/2014/main" id="{662B4CF5-37C7-D4A0-E2D2-F55603825CC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495" name="Imagen 3494">
                <a:extLst>
                  <a:ext uri="{FF2B5EF4-FFF2-40B4-BE49-F238E27FC236}">
                    <a16:creationId xmlns:a16="http://schemas.microsoft.com/office/drawing/2014/main" id="{3CD72DA2-2238-2B5F-5B51-B45DD5B7B8BB}"/>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496" name="Imagen 3495">
                <a:extLst>
                  <a:ext uri="{FF2B5EF4-FFF2-40B4-BE49-F238E27FC236}">
                    <a16:creationId xmlns:a16="http://schemas.microsoft.com/office/drawing/2014/main" id="{791AE122-9662-B7A1-69CF-6C86EF644886}"/>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497" name="Imagen 3496">
                <a:extLst>
                  <a:ext uri="{FF2B5EF4-FFF2-40B4-BE49-F238E27FC236}">
                    <a16:creationId xmlns:a16="http://schemas.microsoft.com/office/drawing/2014/main" id="{27B3900D-3607-203C-89E5-70CD687A82D3}"/>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498" name="Imagen 3497">
                <a:extLst>
                  <a:ext uri="{FF2B5EF4-FFF2-40B4-BE49-F238E27FC236}">
                    <a16:creationId xmlns:a16="http://schemas.microsoft.com/office/drawing/2014/main" id="{BD57C755-A68A-D1F4-80B2-DD944CEEC066}"/>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499" name="Grupo 3498">
                <a:extLst>
                  <a:ext uri="{FF2B5EF4-FFF2-40B4-BE49-F238E27FC236}">
                    <a16:creationId xmlns:a16="http://schemas.microsoft.com/office/drawing/2014/main" id="{EE4B0A55-4B8D-6E8D-7979-64C374AFF125}"/>
                  </a:ext>
                </a:extLst>
              </p:cNvPr>
              <p:cNvGrpSpPr/>
              <p:nvPr/>
            </p:nvGrpSpPr>
            <p:grpSpPr>
              <a:xfrm>
                <a:off x="11146091" y="1285505"/>
                <a:ext cx="266750" cy="342900"/>
                <a:chOff x="5053733" y="4472706"/>
                <a:chExt cx="764498" cy="795862"/>
              </a:xfrm>
            </p:grpSpPr>
            <p:pic>
              <p:nvPicPr>
                <p:cNvPr id="3500" name="Imagen 3499">
                  <a:extLst>
                    <a:ext uri="{FF2B5EF4-FFF2-40B4-BE49-F238E27FC236}">
                      <a16:creationId xmlns:a16="http://schemas.microsoft.com/office/drawing/2014/main" id="{46664E21-B281-082D-6A92-E9E122598CE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501" name="Imagen 3500">
                  <a:extLst>
                    <a:ext uri="{FF2B5EF4-FFF2-40B4-BE49-F238E27FC236}">
                      <a16:creationId xmlns:a16="http://schemas.microsoft.com/office/drawing/2014/main" id="{E9A87057-BF97-E969-981A-C1CB1C445D9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7" name="ANTES 5">
              <a:extLst>
                <a:ext uri="{FF2B5EF4-FFF2-40B4-BE49-F238E27FC236}">
                  <a16:creationId xmlns:a16="http://schemas.microsoft.com/office/drawing/2014/main" id="{15610039-055A-255C-8D65-E86FD3CC8E09}"/>
                </a:ext>
              </a:extLst>
            </p:cNvPr>
            <p:cNvGrpSpPr/>
            <p:nvPr/>
          </p:nvGrpSpPr>
          <p:grpSpPr>
            <a:xfrm>
              <a:off x="9255677" y="2757158"/>
              <a:ext cx="2203047" cy="342900"/>
              <a:chOff x="9209794" y="1285505"/>
              <a:chExt cx="2203047" cy="342900"/>
            </a:xfrm>
          </p:grpSpPr>
          <p:pic>
            <p:nvPicPr>
              <p:cNvPr id="3480" name="Imagen 3479">
                <a:extLst>
                  <a:ext uri="{FF2B5EF4-FFF2-40B4-BE49-F238E27FC236}">
                    <a16:creationId xmlns:a16="http://schemas.microsoft.com/office/drawing/2014/main" id="{C579F8C5-AA35-18AF-085F-10D1E7944ECA}"/>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481" name="Imagen 3480">
                <a:extLst>
                  <a:ext uri="{FF2B5EF4-FFF2-40B4-BE49-F238E27FC236}">
                    <a16:creationId xmlns:a16="http://schemas.microsoft.com/office/drawing/2014/main" id="{D5A8C261-7693-AFD7-F874-826250B07C4B}"/>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482" name="Grupo 3481">
                <a:extLst>
                  <a:ext uri="{FF2B5EF4-FFF2-40B4-BE49-F238E27FC236}">
                    <a16:creationId xmlns:a16="http://schemas.microsoft.com/office/drawing/2014/main" id="{528B177B-8EC5-EC35-DDD1-B1F1035068BF}"/>
                  </a:ext>
                </a:extLst>
              </p:cNvPr>
              <p:cNvGrpSpPr/>
              <p:nvPr/>
            </p:nvGrpSpPr>
            <p:grpSpPr>
              <a:xfrm>
                <a:off x="9763022" y="1285505"/>
                <a:ext cx="266750" cy="342900"/>
                <a:chOff x="5053733" y="4472706"/>
                <a:chExt cx="764498" cy="795862"/>
              </a:xfrm>
            </p:grpSpPr>
            <p:pic>
              <p:nvPicPr>
                <p:cNvPr id="3490" name="Imagen 3489">
                  <a:extLst>
                    <a:ext uri="{FF2B5EF4-FFF2-40B4-BE49-F238E27FC236}">
                      <a16:creationId xmlns:a16="http://schemas.microsoft.com/office/drawing/2014/main" id="{400B25AC-DEF4-3C93-D215-A55C6A52668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91" name="Imagen 3490">
                  <a:extLst>
                    <a:ext uri="{FF2B5EF4-FFF2-40B4-BE49-F238E27FC236}">
                      <a16:creationId xmlns:a16="http://schemas.microsoft.com/office/drawing/2014/main" id="{8C808896-78DA-ED4D-7D04-3829D5D10BC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483" name="Imagen 3482">
                <a:extLst>
                  <a:ext uri="{FF2B5EF4-FFF2-40B4-BE49-F238E27FC236}">
                    <a16:creationId xmlns:a16="http://schemas.microsoft.com/office/drawing/2014/main" id="{FF1E7B22-A977-1AB0-B2D6-F2E9B1510D53}"/>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484" name="Imagen 3483">
                <a:extLst>
                  <a:ext uri="{FF2B5EF4-FFF2-40B4-BE49-F238E27FC236}">
                    <a16:creationId xmlns:a16="http://schemas.microsoft.com/office/drawing/2014/main" id="{58BCBCB7-BF21-9C9E-041A-46FBD3DC4FD9}"/>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485" name="Imagen 3484">
                <a:extLst>
                  <a:ext uri="{FF2B5EF4-FFF2-40B4-BE49-F238E27FC236}">
                    <a16:creationId xmlns:a16="http://schemas.microsoft.com/office/drawing/2014/main" id="{ED936886-D950-257D-6372-B13C7FC27E8C}"/>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486" name="Imagen 3485">
                <a:extLst>
                  <a:ext uri="{FF2B5EF4-FFF2-40B4-BE49-F238E27FC236}">
                    <a16:creationId xmlns:a16="http://schemas.microsoft.com/office/drawing/2014/main" id="{7CB17003-1A9F-3245-598C-1CBC660F9826}"/>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487" name="Grupo 3486">
                <a:extLst>
                  <a:ext uri="{FF2B5EF4-FFF2-40B4-BE49-F238E27FC236}">
                    <a16:creationId xmlns:a16="http://schemas.microsoft.com/office/drawing/2014/main" id="{CBC929BB-C4B8-0100-EB3D-2E63207F87D9}"/>
                  </a:ext>
                </a:extLst>
              </p:cNvPr>
              <p:cNvGrpSpPr/>
              <p:nvPr/>
            </p:nvGrpSpPr>
            <p:grpSpPr>
              <a:xfrm>
                <a:off x="11146091" y="1285505"/>
                <a:ext cx="266750" cy="342900"/>
                <a:chOff x="5053733" y="4472706"/>
                <a:chExt cx="764498" cy="795862"/>
              </a:xfrm>
            </p:grpSpPr>
            <p:pic>
              <p:nvPicPr>
                <p:cNvPr id="3488" name="Imagen 3487">
                  <a:extLst>
                    <a:ext uri="{FF2B5EF4-FFF2-40B4-BE49-F238E27FC236}">
                      <a16:creationId xmlns:a16="http://schemas.microsoft.com/office/drawing/2014/main" id="{8702C8F1-6AAC-DDDE-C597-5264937FB8B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89" name="Imagen 3488">
                  <a:extLst>
                    <a:ext uri="{FF2B5EF4-FFF2-40B4-BE49-F238E27FC236}">
                      <a16:creationId xmlns:a16="http://schemas.microsoft.com/office/drawing/2014/main" id="{C99BE6D3-C99A-D737-F5F4-18947F109B4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8" name="ANTES 4">
              <a:extLst>
                <a:ext uri="{FF2B5EF4-FFF2-40B4-BE49-F238E27FC236}">
                  <a16:creationId xmlns:a16="http://schemas.microsoft.com/office/drawing/2014/main" id="{558E22E7-677D-D799-A67D-F88EABA91F60}"/>
                </a:ext>
              </a:extLst>
            </p:cNvPr>
            <p:cNvGrpSpPr/>
            <p:nvPr/>
          </p:nvGrpSpPr>
          <p:grpSpPr>
            <a:xfrm>
              <a:off x="9255677" y="2388858"/>
              <a:ext cx="2203047" cy="342900"/>
              <a:chOff x="9209794" y="1285505"/>
              <a:chExt cx="2203047" cy="342900"/>
            </a:xfrm>
          </p:grpSpPr>
          <p:pic>
            <p:nvPicPr>
              <p:cNvPr id="3468" name="Imagen 3467">
                <a:extLst>
                  <a:ext uri="{FF2B5EF4-FFF2-40B4-BE49-F238E27FC236}">
                    <a16:creationId xmlns:a16="http://schemas.microsoft.com/office/drawing/2014/main" id="{C019EE78-5234-3055-30F2-40555FBE8E6C}"/>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469" name="Imagen 3468">
                <a:extLst>
                  <a:ext uri="{FF2B5EF4-FFF2-40B4-BE49-F238E27FC236}">
                    <a16:creationId xmlns:a16="http://schemas.microsoft.com/office/drawing/2014/main" id="{7B1E68F7-6BA2-CAD2-9A2F-BE2DE8BC7A2E}"/>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470" name="Grupo 3469">
                <a:extLst>
                  <a:ext uri="{FF2B5EF4-FFF2-40B4-BE49-F238E27FC236}">
                    <a16:creationId xmlns:a16="http://schemas.microsoft.com/office/drawing/2014/main" id="{21DE75B6-9C85-4DE1-FC44-C68270A05EC6}"/>
                  </a:ext>
                </a:extLst>
              </p:cNvPr>
              <p:cNvGrpSpPr/>
              <p:nvPr/>
            </p:nvGrpSpPr>
            <p:grpSpPr>
              <a:xfrm>
                <a:off x="9763022" y="1285505"/>
                <a:ext cx="266750" cy="342900"/>
                <a:chOff x="5053733" y="4472706"/>
                <a:chExt cx="764498" cy="795862"/>
              </a:xfrm>
            </p:grpSpPr>
            <p:pic>
              <p:nvPicPr>
                <p:cNvPr id="3478" name="Imagen 3477">
                  <a:extLst>
                    <a:ext uri="{FF2B5EF4-FFF2-40B4-BE49-F238E27FC236}">
                      <a16:creationId xmlns:a16="http://schemas.microsoft.com/office/drawing/2014/main" id="{3060052B-D769-AF78-4726-8A44B251F88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79" name="Imagen 3478">
                  <a:extLst>
                    <a:ext uri="{FF2B5EF4-FFF2-40B4-BE49-F238E27FC236}">
                      <a16:creationId xmlns:a16="http://schemas.microsoft.com/office/drawing/2014/main" id="{566983F4-BB6F-F3C9-5C3F-A82A92AA73A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471" name="Imagen 3470">
                <a:extLst>
                  <a:ext uri="{FF2B5EF4-FFF2-40B4-BE49-F238E27FC236}">
                    <a16:creationId xmlns:a16="http://schemas.microsoft.com/office/drawing/2014/main" id="{13F3A967-ED4D-7460-62D0-42EC81BDBCF7}"/>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472" name="Imagen 3471">
                <a:extLst>
                  <a:ext uri="{FF2B5EF4-FFF2-40B4-BE49-F238E27FC236}">
                    <a16:creationId xmlns:a16="http://schemas.microsoft.com/office/drawing/2014/main" id="{EC90DEFE-9042-4CCC-3F16-3FEF1992808C}"/>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473" name="Imagen 3472">
                <a:extLst>
                  <a:ext uri="{FF2B5EF4-FFF2-40B4-BE49-F238E27FC236}">
                    <a16:creationId xmlns:a16="http://schemas.microsoft.com/office/drawing/2014/main" id="{A291C274-3AD0-95EE-3A4C-58E637C84B68}"/>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474" name="Imagen 3473">
                <a:extLst>
                  <a:ext uri="{FF2B5EF4-FFF2-40B4-BE49-F238E27FC236}">
                    <a16:creationId xmlns:a16="http://schemas.microsoft.com/office/drawing/2014/main" id="{03FC4CB8-9A26-A5D4-3F32-8A181996E233}"/>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475" name="Grupo 3474">
                <a:extLst>
                  <a:ext uri="{FF2B5EF4-FFF2-40B4-BE49-F238E27FC236}">
                    <a16:creationId xmlns:a16="http://schemas.microsoft.com/office/drawing/2014/main" id="{B05E524B-790D-95F7-376F-EB17AF820E49}"/>
                  </a:ext>
                </a:extLst>
              </p:cNvPr>
              <p:cNvGrpSpPr/>
              <p:nvPr/>
            </p:nvGrpSpPr>
            <p:grpSpPr>
              <a:xfrm>
                <a:off x="11146091" y="1285505"/>
                <a:ext cx="266750" cy="342900"/>
                <a:chOff x="5053733" y="4472706"/>
                <a:chExt cx="764498" cy="795862"/>
              </a:xfrm>
            </p:grpSpPr>
            <p:pic>
              <p:nvPicPr>
                <p:cNvPr id="3476" name="Imagen 3475">
                  <a:extLst>
                    <a:ext uri="{FF2B5EF4-FFF2-40B4-BE49-F238E27FC236}">
                      <a16:creationId xmlns:a16="http://schemas.microsoft.com/office/drawing/2014/main" id="{0A5F0F87-8E73-893C-7A7D-A9E9907CD052}"/>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77" name="Imagen 3476">
                  <a:extLst>
                    <a:ext uri="{FF2B5EF4-FFF2-40B4-BE49-F238E27FC236}">
                      <a16:creationId xmlns:a16="http://schemas.microsoft.com/office/drawing/2014/main" id="{76E55920-63A7-3EDD-DE55-3E5836E19B2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29" name="ANTES 3">
              <a:extLst>
                <a:ext uri="{FF2B5EF4-FFF2-40B4-BE49-F238E27FC236}">
                  <a16:creationId xmlns:a16="http://schemas.microsoft.com/office/drawing/2014/main" id="{C0E6FE98-3AA9-4BFD-1A99-E3F569705D63}"/>
                </a:ext>
              </a:extLst>
            </p:cNvPr>
            <p:cNvGrpSpPr/>
            <p:nvPr/>
          </p:nvGrpSpPr>
          <p:grpSpPr>
            <a:xfrm>
              <a:off x="9258852" y="2020558"/>
              <a:ext cx="2203047" cy="342900"/>
              <a:chOff x="9209794" y="1285505"/>
              <a:chExt cx="2203047" cy="342900"/>
            </a:xfrm>
          </p:grpSpPr>
          <p:pic>
            <p:nvPicPr>
              <p:cNvPr id="3456" name="Imagen 3455">
                <a:extLst>
                  <a:ext uri="{FF2B5EF4-FFF2-40B4-BE49-F238E27FC236}">
                    <a16:creationId xmlns:a16="http://schemas.microsoft.com/office/drawing/2014/main" id="{AC4F70E9-A6FD-714D-9E0C-5006F197792C}"/>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457" name="Imagen 3456">
                <a:extLst>
                  <a:ext uri="{FF2B5EF4-FFF2-40B4-BE49-F238E27FC236}">
                    <a16:creationId xmlns:a16="http://schemas.microsoft.com/office/drawing/2014/main" id="{65405CDE-9B8E-71EE-E5E5-FE8BCD23A1ED}"/>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458" name="Grupo 3457">
                <a:extLst>
                  <a:ext uri="{FF2B5EF4-FFF2-40B4-BE49-F238E27FC236}">
                    <a16:creationId xmlns:a16="http://schemas.microsoft.com/office/drawing/2014/main" id="{2A0307E1-4716-E2CF-9C84-093C7D8EE321}"/>
                  </a:ext>
                </a:extLst>
              </p:cNvPr>
              <p:cNvGrpSpPr/>
              <p:nvPr/>
            </p:nvGrpSpPr>
            <p:grpSpPr>
              <a:xfrm>
                <a:off x="9763022" y="1285505"/>
                <a:ext cx="266750" cy="342900"/>
                <a:chOff x="5053733" y="4472706"/>
                <a:chExt cx="764498" cy="795862"/>
              </a:xfrm>
            </p:grpSpPr>
            <p:pic>
              <p:nvPicPr>
                <p:cNvPr id="3466" name="Imagen 3465">
                  <a:extLst>
                    <a:ext uri="{FF2B5EF4-FFF2-40B4-BE49-F238E27FC236}">
                      <a16:creationId xmlns:a16="http://schemas.microsoft.com/office/drawing/2014/main" id="{6FD4B1DE-A517-7F49-BAD5-5206C3F3A8D6}"/>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67" name="Imagen 3466">
                  <a:extLst>
                    <a:ext uri="{FF2B5EF4-FFF2-40B4-BE49-F238E27FC236}">
                      <a16:creationId xmlns:a16="http://schemas.microsoft.com/office/drawing/2014/main" id="{5F486745-9131-5F77-81F5-279F05DB5CC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459" name="Imagen 3458">
                <a:extLst>
                  <a:ext uri="{FF2B5EF4-FFF2-40B4-BE49-F238E27FC236}">
                    <a16:creationId xmlns:a16="http://schemas.microsoft.com/office/drawing/2014/main" id="{9D097448-DBC7-FBE3-AC6A-23BF468CBF26}"/>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460" name="Imagen 3459">
                <a:extLst>
                  <a:ext uri="{FF2B5EF4-FFF2-40B4-BE49-F238E27FC236}">
                    <a16:creationId xmlns:a16="http://schemas.microsoft.com/office/drawing/2014/main" id="{7A6DC5C1-4A50-59C5-69A3-FFA5573958CA}"/>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461" name="Imagen 3460">
                <a:extLst>
                  <a:ext uri="{FF2B5EF4-FFF2-40B4-BE49-F238E27FC236}">
                    <a16:creationId xmlns:a16="http://schemas.microsoft.com/office/drawing/2014/main" id="{7E40B6ED-87E8-F972-2894-5A90090DCCFD}"/>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462" name="Imagen 3461">
                <a:extLst>
                  <a:ext uri="{FF2B5EF4-FFF2-40B4-BE49-F238E27FC236}">
                    <a16:creationId xmlns:a16="http://schemas.microsoft.com/office/drawing/2014/main" id="{A5DFE40C-9244-99F5-FDFA-C4387929B393}"/>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463" name="Grupo 3462">
                <a:extLst>
                  <a:ext uri="{FF2B5EF4-FFF2-40B4-BE49-F238E27FC236}">
                    <a16:creationId xmlns:a16="http://schemas.microsoft.com/office/drawing/2014/main" id="{C758C8BE-6854-C3C7-D613-82D8FFED9CED}"/>
                  </a:ext>
                </a:extLst>
              </p:cNvPr>
              <p:cNvGrpSpPr/>
              <p:nvPr/>
            </p:nvGrpSpPr>
            <p:grpSpPr>
              <a:xfrm>
                <a:off x="11146091" y="1285505"/>
                <a:ext cx="266750" cy="342900"/>
                <a:chOff x="5053733" y="4472706"/>
                <a:chExt cx="764498" cy="795862"/>
              </a:xfrm>
            </p:grpSpPr>
            <p:pic>
              <p:nvPicPr>
                <p:cNvPr id="3464" name="Imagen 3463">
                  <a:extLst>
                    <a:ext uri="{FF2B5EF4-FFF2-40B4-BE49-F238E27FC236}">
                      <a16:creationId xmlns:a16="http://schemas.microsoft.com/office/drawing/2014/main" id="{E52B7268-5C55-9627-FB74-8CC05C4D59AB}"/>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65" name="Imagen 3464">
                  <a:extLst>
                    <a:ext uri="{FF2B5EF4-FFF2-40B4-BE49-F238E27FC236}">
                      <a16:creationId xmlns:a16="http://schemas.microsoft.com/office/drawing/2014/main" id="{BA026606-0417-102A-F65B-134CDBE62F0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30" name="ANTES 2">
              <a:extLst>
                <a:ext uri="{FF2B5EF4-FFF2-40B4-BE49-F238E27FC236}">
                  <a16:creationId xmlns:a16="http://schemas.microsoft.com/office/drawing/2014/main" id="{7D91F85B-9DCC-311A-7289-EF4E9A994D24}"/>
                </a:ext>
              </a:extLst>
            </p:cNvPr>
            <p:cNvGrpSpPr/>
            <p:nvPr/>
          </p:nvGrpSpPr>
          <p:grpSpPr>
            <a:xfrm>
              <a:off x="9258852" y="1658608"/>
              <a:ext cx="2203047" cy="342900"/>
              <a:chOff x="9209794" y="1285505"/>
              <a:chExt cx="2203047" cy="342900"/>
            </a:xfrm>
          </p:grpSpPr>
          <p:pic>
            <p:nvPicPr>
              <p:cNvPr id="3444" name="Imagen 3443">
                <a:extLst>
                  <a:ext uri="{FF2B5EF4-FFF2-40B4-BE49-F238E27FC236}">
                    <a16:creationId xmlns:a16="http://schemas.microsoft.com/office/drawing/2014/main" id="{A039289A-B466-90DA-9CAB-A0C00B4CA7F4}"/>
                  </a:ext>
                </a:extLst>
              </p:cNvPr>
              <p:cNvPicPr>
                <a:picLocks noChangeAspect="1"/>
              </p:cNvPicPr>
              <p:nvPr/>
            </p:nvPicPr>
            <p:blipFill>
              <a:blip r:embed="rId4"/>
              <a:srcRect l="12624" t="34906" r="76229" b="53489"/>
              <a:stretch/>
            </p:blipFill>
            <p:spPr>
              <a:xfrm>
                <a:off x="9209794" y="1285505"/>
                <a:ext cx="266750" cy="342900"/>
              </a:xfrm>
              <a:prstGeom prst="rect">
                <a:avLst/>
              </a:prstGeom>
            </p:spPr>
          </p:pic>
          <p:pic>
            <p:nvPicPr>
              <p:cNvPr id="3445" name="Imagen 3444">
                <a:extLst>
                  <a:ext uri="{FF2B5EF4-FFF2-40B4-BE49-F238E27FC236}">
                    <a16:creationId xmlns:a16="http://schemas.microsoft.com/office/drawing/2014/main" id="{A03A29DB-42C9-F8E4-6E1A-F6A0D93FD2E9}"/>
                  </a:ext>
                </a:extLst>
              </p:cNvPr>
              <p:cNvPicPr>
                <a:picLocks noChangeAspect="1"/>
              </p:cNvPicPr>
              <p:nvPr/>
            </p:nvPicPr>
            <p:blipFill>
              <a:blip r:embed="rId4"/>
              <a:srcRect l="76281" t="21082" r="12572" b="67313"/>
              <a:stretch/>
            </p:blipFill>
            <p:spPr>
              <a:xfrm>
                <a:off x="9486408" y="1285505"/>
                <a:ext cx="266750" cy="342900"/>
              </a:xfrm>
              <a:prstGeom prst="rect">
                <a:avLst/>
              </a:prstGeom>
            </p:spPr>
          </p:pic>
          <p:grpSp>
            <p:nvGrpSpPr>
              <p:cNvPr id="3446" name="Grupo 3445">
                <a:extLst>
                  <a:ext uri="{FF2B5EF4-FFF2-40B4-BE49-F238E27FC236}">
                    <a16:creationId xmlns:a16="http://schemas.microsoft.com/office/drawing/2014/main" id="{862A66F1-97BA-3734-E377-9338733F1D6B}"/>
                  </a:ext>
                </a:extLst>
              </p:cNvPr>
              <p:cNvGrpSpPr/>
              <p:nvPr/>
            </p:nvGrpSpPr>
            <p:grpSpPr>
              <a:xfrm>
                <a:off x="9763022" y="1285505"/>
                <a:ext cx="266750" cy="342900"/>
                <a:chOff x="5053733" y="4472706"/>
                <a:chExt cx="764498" cy="795862"/>
              </a:xfrm>
            </p:grpSpPr>
            <p:pic>
              <p:nvPicPr>
                <p:cNvPr id="3454" name="Imagen 3453">
                  <a:extLst>
                    <a:ext uri="{FF2B5EF4-FFF2-40B4-BE49-F238E27FC236}">
                      <a16:creationId xmlns:a16="http://schemas.microsoft.com/office/drawing/2014/main" id="{181B9DAA-6791-188D-6234-3832E90AD1E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55" name="Imagen 3454">
                  <a:extLst>
                    <a:ext uri="{FF2B5EF4-FFF2-40B4-BE49-F238E27FC236}">
                      <a16:creationId xmlns:a16="http://schemas.microsoft.com/office/drawing/2014/main" id="{BA4A3CF5-E4EF-294B-AC48-BF3737C0EF0D}"/>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447" name="Imagen 3446">
                <a:extLst>
                  <a:ext uri="{FF2B5EF4-FFF2-40B4-BE49-F238E27FC236}">
                    <a16:creationId xmlns:a16="http://schemas.microsoft.com/office/drawing/2014/main" id="{688BC59E-565F-8029-3734-7C714A7A83A1}"/>
                  </a:ext>
                </a:extLst>
              </p:cNvPr>
              <p:cNvPicPr>
                <a:picLocks noChangeAspect="1"/>
              </p:cNvPicPr>
              <p:nvPr/>
            </p:nvPicPr>
            <p:blipFill>
              <a:blip r:embed="rId4"/>
              <a:srcRect l="65685" t="34869" r="23168" b="53526"/>
              <a:stretch/>
            </p:blipFill>
            <p:spPr>
              <a:xfrm>
                <a:off x="10039636" y="1285505"/>
                <a:ext cx="266750" cy="342900"/>
              </a:xfrm>
              <a:prstGeom prst="rect">
                <a:avLst/>
              </a:prstGeom>
            </p:spPr>
          </p:pic>
          <p:pic>
            <p:nvPicPr>
              <p:cNvPr id="3448" name="Imagen 3447">
                <a:extLst>
                  <a:ext uri="{FF2B5EF4-FFF2-40B4-BE49-F238E27FC236}">
                    <a16:creationId xmlns:a16="http://schemas.microsoft.com/office/drawing/2014/main" id="{724E037F-C887-5C6E-B5DA-BB57D924FF0B}"/>
                  </a:ext>
                </a:extLst>
              </p:cNvPr>
              <p:cNvPicPr>
                <a:picLocks noChangeAspect="1"/>
              </p:cNvPicPr>
              <p:nvPr/>
            </p:nvPicPr>
            <p:blipFill>
              <a:blip r:embed="rId4"/>
              <a:srcRect l="23278" t="21261" r="65575" b="67134"/>
              <a:stretch/>
            </p:blipFill>
            <p:spPr>
              <a:xfrm>
                <a:off x="10316250" y="1285505"/>
                <a:ext cx="266750" cy="342900"/>
              </a:xfrm>
              <a:prstGeom prst="rect">
                <a:avLst/>
              </a:prstGeom>
            </p:spPr>
          </p:pic>
          <p:pic>
            <p:nvPicPr>
              <p:cNvPr id="3449" name="Imagen 3448">
                <a:extLst>
                  <a:ext uri="{FF2B5EF4-FFF2-40B4-BE49-F238E27FC236}">
                    <a16:creationId xmlns:a16="http://schemas.microsoft.com/office/drawing/2014/main" id="{D34641D0-5ABF-336D-486C-A02C4073D1B8}"/>
                  </a:ext>
                </a:extLst>
              </p:cNvPr>
              <p:cNvPicPr>
                <a:picLocks noChangeAspect="1"/>
              </p:cNvPicPr>
              <p:nvPr/>
            </p:nvPicPr>
            <p:blipFill>
              <a:blip r:embed="rId4"/>
              <a:srcRect l="65751" t="21142" r="23101" b="67253"/>
              <a:stretch/>
            </p:blipFill>
            <p:spPr>
              <a:xfrm>
                <a:off x="10592864" y="1285505"/>
                <a:ext cx="266750" cy="342900"/>
              </a:xfrm>
              <a:prstGeom prst="rect">
                <a:avLst/>
              </a:prstGeom>
            </p:spPr>
          </p:pic>
          <p:pic>
            <p:nvPicPr>
              <p:cNvPr id="3450" name="Imagen 3449">
                <a:extLst>
                  <a:ext uri="{FF2B5EF4-FFF2-40B4-BE49-F238E27FC236}">
                    <a16:creationId xmlns:a16="http://schemas.microsoft.com/office/drawing/2014/main" id="{CB88B698-19C1-B4E4-6C49-5944E3CE7122}"/>
                  </a:ext>
                </a:extLst>
              </p:cNvPr>
              <p:cNvPicPr>
                <a:picLocks noChangeAspect="1"/>
              </p:cNvPicPr>
              <p:nvPr/>
            </p:nvPicPr>
            <p:blipFill>
              <a:blip r:embed="rId4"/>
              <a:srcRect l="55117" t="6975" r="33736" b="81420"/>
              <a:stretch/>
            </p:blipFill>
            <p:spPr>
              <a:xfrm>
                <a:off x="10869478" y="1285505"/>
                <a:ext cx="266750" cy="342900"/>
              </a:xfrm>
              <a:prstGeom prst="rect">
                <a:avLst/>
              </a:prstGeom>
            </p:spPr>
          </p:pic>
          <p:grpSp>
            <p:nvGrpSpPr>
              <p:cNvPr id="3451" name="Grupo 3450">
                <a:extLst>
                  <a:ext uri="{FF2B5EF4-FFF2-40B4-BE49-F238E27FC236}">
                    <a16:creationId xmlns:a16="http://schemas.microsoft.com/office/drawing/2014/main" id="{5D41B779-3C50-C1C2-D5AD-113B597ACD1E}"/>
                  </a:ext>
                </a:extLst>
              </p:cNvPr>
              <p:cNvGrpSpPr/>
              <p:nvPr/>
            </p:nvGrpSpPr>
            <p:grpSpPr>
              <a:xfrm>
                <a:off x="11146091" y="1285505"/>
                <a:ext cx="266750" cy="342900"/>
                <a:chOff x="5053733" y="4472706"/>
                <a:chExt cx="764498" cy="795862"/>
              </a:xfrm>
            </p:grpSpPr>
            <p:pic>
              <p:nvPicPr>
                <p:cNvPr id="3452" name="Imagen 3451">
                  <a:extLst>
                    <a:ext uri="{FF2B5EF4-FFF2-40B4-BE49-F238E27FC236}">
                      <a16:creationId xmlns:a16="http://schemas.microsoft.com/office/drawing/2014/main" id="{DC8BC915-6F8C-8C0C-CD9D-A6A350B8DEA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53" name="Imagen 3452">
                  <a:extLst>
                    <a:ext uri="{FF2B5EF4-FFF2-40B4-BE49-F238E27FC236}">
                      <a16:creationId xmlns:a16="http://schemas.microsoft.com/office/drawing/2014/main" id="{8DFB38C3-5DFD-5143-9B2E-F644D19FE6F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nvGrpSpPr>
            <p:cNvPr id="3431" name="ANTES 1">
              <a:extLst>
                <a:ext uri="{FF2B5EF4-FFF2-40B4-BE49-F238E27FC236}">
                  <a16:creationId xmlns:a16="http://schemas.microsoft.com/office/drawing/2014/main" id="{DA422A1A-56CF-F452-29D9-DC71BE61FA7B}"/>
                </a:ext>
              </a:extLst>
            </p:cNvPr>
            <p:cNvGrpSpPr/>
            <p:nvPr/>
          </p:nvGrpSpPr>
          <p:grpSpPr>
            <a:xfrm>
              <a:off x="9815255" y="1290308"/>
              <a:ext cx="1662563" cy="346086"/>
              <a:chOff x="9763022" y="1285505"/>
              <a:chExt cx="1662563" cy="346086"/>
            </a:xfrm>
          </p:grpSpPr>
          <p:grpSp>
            <p:nvGrpSpPr>
              <p:cNvPr id="3434" name="Grupo 3433">
                <a:extLst>
                  <a:ext uri="{FF2B5EF4-FFF2-40B4-BE49-F238E27FC236}">
                    <a16:creationId xmlns:a16="http://schemas.microsoft.com/office/drawing/2014/main" id="{1EEBF8FB-26E0-DC84-0BB8-DDDE669A7939}"/>
                  </a:ext>
                </a:extLst>
              </p:cNvPr>
              <p:cNvGrpSpPr/>
              <p:nvPr/>
            </p:nvGrpSpPr>
            <p:grpSpPr>
              <a:xfrm>
                <a:off x="9763022" y="1285505"/>
                <a:ext cx="266750" cy="342900"/>
                <a:chOff x="5053733" y="4472706"/>
                <a:chExt cx="764498" cy="795862"/>
              </a:xfrm>
            </p:grpSpPr>
            <p:pic>
              <p:nvPicPr>
                <p:cNvPr id="3442" name="Imagen 3441">
                  <a:extLst>
                    <a:ext uri="{FF2B5EF4-FFF2-40B4-BE49-F238E27FC236}">
                      <a16:creationId xmlns:a16="http://schemas.microsoft.com/office/drawing/2014/main" id="{4C655F7A-DB4F-100F-342F-0021B202035D}"/>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443" name="Imagen 3442">
                  <a:extLst>
                    <a:ext uri="{FF2B5EF4-FFF2-40B4-BE49-F238E27FC236}">
                      <a16:creationId xmlns:a16="http://schemas.microsoft.com/office/drawing/2014/main" id="{57C55F4B-685D-8F7C-69CF-FDF6D24D2A0F}"/>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3439" name="Grupo 3438">
                <a:extLst>
                  <a:ext uri="{FF2B5EF4-FFF2-40B4-BE49-F238E27FC236}">
                    <a16:creationId xmlns:a16="http://schemas.microsoft.com/office/drawing/2014/main" id="{7DDFED96-4831-8233-F360-D549F0356F77}"/>
                  </a:ext>
                </a:extLst>
              </p:cNvPr>
              <p:cNvGrpSpPr/>
              <p:nvPr/>
            </p:nvGrpSpPr>
            <p:grpSpPr>
              <a:xfrm>
                <a:off x="11158835" y="1288691"/>
                <a:ext cx="266750" cy="342900"/>
                <a:chOff x="5090257" y="4480101"/>
                <a:chExt cx="764498" cy="795862"/>
              </a:xfrm>
            </p:grpSpPr>
            <p:pic>
              <p:nvPicPr>
                <p:cNvPr id="3440" name="Imagen 3439">
                  <a:extLst>
                    <a:ext uri="{FF2B5EF4-FFF2-40B4-BE49-F238E27FC236}">
                      <a16:creationId xmlns:a16="http://schemas.microsoft.com/office/drawing/2014/main" id="{5766C205-EFD8-994E-A033-D4A62AD28851}"/>
                    </a:ext>
                  </a:extLst>
                </p:cNvPr>
                <p:cNvPicPr>
                  <a:picLocks noChangeAspect="1"/>
                </p:cNvPicPr>
                <p:nvPr/>
              </p:nvPicPr>
              <p:blipFill>
                <a:blip r:embed="rId4"/>
                <a:srcRect l="65685" t="49149" r="23168" b="39246"/>
                <a:stretch/>
              </p:blipFill>
              <p:spPr>
                <a:xfrm>
                  <a:off x="5090257" y="4480101"/>
                  <a:ext cx="764498" cy="795862"/>
                </a:xfrm>
                <a:prstGeom prst="rect">
                  <a:avLst/>
                </a:prstGeom>
              </p:spPr>
            </p:pic>
            <p:pic>
              <p:nvPicPr>
                <p:cNvPr id="3441" name="Imagen 3440">
                  <a:extLst>
                    <a:ext uri="{FF2B5EF4-FFF2-40B4-BE49-F238E27FC236}">
                      <a16:creationId xmlns:a16="http://schemas.microsoft.com/office/drawing/2014/main" id="{325206FC-AD35-1133-7FF3-55DED1C81890}"/>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grpSp>
      <p:grpSp>
        <p:nvGrpSpPr>
          <p:cNvPr id="309" name="Grupo 308">
            <a:extLst>
              <a:ext uri="{FF2B5EF4-FFF2-40B4-BE49-F238E27FC236}">
                <a16:creationId xmlns:a16="http://schemas.microsoft.com/office/drawing/2014/main" id="{F51EC76D-48E0-C536-FCD3-9EAE383ACD01}"/>
              </a:ext>
            </a:extLst>
          </p:cNvPr>
          <p:cNvGrpSpPr/>
          <p:nvPr/>
        </p:nvGrpSpPr>
        <p:grpSpPr>
          <a:xfrm>
            <a:off x="9580201" y="3997586"/>
            <a:ext cx="2205436" cy="344296"/>
            <a:chOff x="9319866" y="1442999"/>
            <a:chExt cx="2205436" cy="344296"/>
          </a:xfrm>
        </p:grpSpPr>
        <p:pic>
          <p:nvPicPr>
            <p:cNvPr id="310" name="Imagen 309">
              <a:extLst>
                <a:ext uri="{FF2B5EF4-FFF2-40B4-BE49-F238E27FC236}">
                  <a16:creationId xmlns:a16="http://schemas.microsoft.com/office/drawing/2014/main" id="{ADFA2123-972E-B1EE-6C3B-1E8CA508D70D}"/>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11" name="Imagen 310">
              <a:extLst>
                <a:ext uri="{FF2B5EF4-FFF2-40B4-BE49-F238E27FC236}">
                  <a16:creationId xmlns:a16="http://schemas.microsoft.com/office/drawing/2014/main" id="{ACBA84DF-93F6-72EB-E27A-126BCD23D393}"/>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12" name="Imagen 311">
              <a:extLst>
                <a:ext uri="{FF2B5EF4-FFF2-40B4-BE49-F238E27FC236}">
                  <a16:creationId xmlns:a16="http://schemas.microsoft.com/office/drawing/2014/main" id="{FA48480B-5AEF-1D92-4600-E918B5B50189}"/>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21" name="Imagen 320">
              <a:extLst>
                <a:ext uri="{FF2B5EF4-FFF2-40B4-BE49-F238E27FC236}">
                  <a16:creationId xmlns:a16="http://schemas.microsoft.com/office/drawing/2014/main" id="{DD489B7B-2CBF-6A76-FDDE-D7774EB3568F}"/>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22" name="Imagen 321">
              <a:extLst>
                <a:ext uri="{FF2B5EF4-FFF2-40B4-BE49-F238E27FC236}">
                  <a16:creationId xmlns:a16="http://schemas.microsoft.com/office/drawing/2014/main" id="{B7BEB0CE-85CF-86B7-CF5D-F0800B307A2D}"/>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23" name="Imagen 322">
              <a:extLst>
                <a:ext uri="{FF2B5EF4-FFF2-40B4-BE49-F238E27FC236}">
                  <a16:creationId xmlns:a16="http://schemas.microsoft.com/office/drawing/2014/main" id="{EF04F16A-F887-8F59-A0EB-0F033801F522}"/>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24" name="Imagen 323">
              <a:extLst>
                <a:ext uri="{FF2B5EF4-FFF2-40B4-BE49-F238E27FC236}">
                  <a16:creationId xmlns:a16="http://schemas.microsoft.com/office/drawing/2014/main" id="{E8032098-72E6-3DD5-4B8E-8E354DA115A7}"/>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25" name="Imagen 324">
              <a:extLst>
                <a:ext uri="{FF2B5EF4-FFF2-40B4-BE49-F238E27FC236}">
                  <a16:creationId xmlns:a16="http://schemas.microsoft.com/office/drawing/2014/main" id="{FF2396D5-999F-8CDC-5065-3844B45E8E60}"/>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53" name="Grupo 352">
            <a:extLst>
              <a:ext uri="{FF2B5EF4-FFF2-40B4-BE49-F238E27FC236}">
                <a16:creationId xmlns:a16="http://schemas.microsoft.com/office/drawing/2014/main" id="{70962C9F-F907-82AE-2A91-5D94C4A5CBEC}"/>
              </a:ext>
            </a:extLst>
          </p:cNvPr>
          <p:cNvGrpSpPr/>
          <p:nvPr/>
        </p:nvGrpSpPr>
        <p:grpSpPr>
          <a:xfrm>
            <a:off x="9580201" y="4728656"/>
            <a:ext cx="2205436" cy="344296"/>
            <a:chOff x="9319866" y="1442999"/>
            <a:chExt cx="2205436" cy="344296"/>
          </a:xfrm>
        </p:grpSpPr>
        <p:pic>
          <p:nvPicPr>
            <p:cNvPr id="354" name="Imagen 353">
              <a:extLst>
                <a:ext uri="{FF2B5EF4-FFF2-40B4-BE49-F238E27FC236}">
                  <a16:creationId xmlns:a16="http://schemas.microsoft.com/office/drawing/2014/main" id="{0D1B3C35-7D55-4B4F-B068-38DA23B7624D}"/>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355" name="Imagen 354">
              <a:extLst>
                <a:ext uri="{FF2B5EF4-FFF2-40B4-BE49-F238E27FC236}">
                  <a16:creationId xmlns:a16="http://schemas.microsoft.com/office/drawing/2014/main" id="{58BDDC28-2A6F-B089-B390-DAE30273F671}"/>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362" name="Imagen 361">
              <a:extLst>
                <a:ext uri="{FF2B5EF4-FFF2-40B4-BE49-F238E27FC236}">
                  <a16:creationId xmlns:a16="http://schemas.microsoft.com/office/drawing/2014/main" id="{89A227CF-D0B4-B285-3BD5-9B96CA168EA0}"/>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363" name="Imagen 362">
              <a:extLst>
                <a:ext uri="{FF2B5EF4-FFF2-40B4-BE49-F238E27FC236}">
                  <a16:creationId xmlns:a16="http://schemas.microsoft.com/office/drawing/2014/main" id="{16353AB9-4102-CE82-1211-0C2F2D942363}"/>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364" name="Imagen 363">
              <a:extLst>
                <a:ext uri="{FF2B5EF4-FFF2-40B4-BE49-F238E27FC236}">
                  <a16:creationId xmlns:a16="http://schemas.microsoft.com/office/drawing/2014/main" id="{B38AA83C-D286-7D90-128C-C6DC485BE5B6}"/>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365" name="Imagen 364">
              <a:extLst>
                <a:ext uri="{FF2B5EF4-FFF2-40B4-BE49-F238E27FC236}">
                  <a16:creationId xmlns:a16="http://schemas.microsoft.com/office/drawing/2014/main" id="{9C72869D-7552-9626-7C9F-542736436DA1}"/>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372" name="Imagen 371">
              <a:extLst>
                <a:ext uri="{FF2B5EF4-FFF2-40B4-BE49-F238E27FC236}">
                  <a16:creationId xmlns:a16="http://schemas.microsoft.com/office/drawing/2014/main" id="{7CCD450E-0E88-148D-3ED2-2529837E75AE}"/>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373" name="Imagen 372">
              <a:extLst>
                <a:ext uri="{FF2B5EF4-FFF2-40B4-BE49-F238E27FC236}">
                  <a16:creationId xmlns:a16="http://schemas.microsoft.com/office/drawing/2014/main" id="{C888CDB9-641C-167D-9735-39B83D13A6D2}"/>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398" name="Grupo 397">
            <a:extLst>
              <a:ext uri="{FF2B5EF4-FFF2-40B4-BE49-F238E27FC236}">
                <a16:creationId xmlns:a16="http://schemas.microsoft.com/office/drawing/2014/main" id="{FBA8E4AB-BBED-FB59-B98E-7675BE307F34}"/>
              </a:ext>
            </a:extLst>
          </p:cNvPr>
          <p:cNvGrpSpPr/>
          <p:nvPr/>
        </p:nvGrpSpPr>
        <p:grpSpPr>
          <a:xfrm>
            <a:off x="9580201" y="5459726"/>
            <a:ext cx="2205436" cy="344296"/>
            <a:chOff x="9319866" y="1442999"/>
            <a:chExt cx="2205436" cy="344296"/>
          </a:xfrm>
        </p:grpSpPr>
        <p:pic>
          <p:nvPicPr>
            <p:cNvPr id="399" name="Imagen 398">
              <a:extLst>
                <a:ext uri="{FF2B5EF4-FFF2-40B4-BE49-F238E27FC236}">
                  <a16:creationId xmlns:a16="http://schemas.microsoft.com/office/drawing/2014/main" id="{466132B7-0F1E-AC49-C201-D7227B356CF9}"/>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400" name="Imagen 399">
              <a:extLst>
                <a:ext uri="{FF2B5EF4-FFF2-40B4-BE49-F238E27FC236}">
                  <a16:creationId xmlns:a16="http://schemas.microsoft.com/office/drawing/2014/main" id="{B0FBF766-6558-6AF4-584C-7963B481C606}"/>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401" name="Imagen 400">
              <a:extLst>
                <a:ext uri="{FF2B5EF4-FFF2-40B4-BE49-F238E27FC236}">
                  <a16:creationId xmlns:a16="http://schemas.microsoft.com/office/drawing/2014/main" id="{911AA341-27CD-FE0D-7B50-084AD6D89852}"/>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402" name="Imagen 401">
              <a:extLst>
                <a:ext uri="{FF2B5EF4-FFF2-40B4-BE49-F238E27FC236}">
                  <a16:creationId xmlns:a16="http://schemas.microsoft.com/office/drawing/2014/main" id="{83F048F2-F0EE-6384-C941-7FCEAC097F6E}"/>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403" name="Imagen 402">
              <a:extLst>
                <a:ext uri="{FF2B5EF4-FFF2-40B4-BE49-F238E27FC236}">
                  <a16:creationId xmlns:a16="http://schemas.microsoft.com/office/drawing/2014/main" id="{9025B5FE-53D6-FA2C-3E5C-A4F39132DA7B}"/>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404" name="Imagen 403">
              <a:extLst>
                <a:ext uri="{FF2B5EF4-FFF2-40B4-BE49-F238E27FC236}">
                  <a16:creationId xmlns:a16="http://schemas.microsoft.com/office/drawing/2014/main" id="{61B9F04C-1A47-AEF8-A7BE-AB8054834056}"/>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405" name="Imagen 404">
              <a:extLst>
                <a:ext uri="{FF2B5EF4-FFF2-40B4-BE49-F238E27FC236}">
                  <a16:creationId xmlns:a16="http://schemas.microsoft.com/office/drawing/2014/main" id="{DD2B60A2-8745-8843-D232-B466AC4D0DE3}"/>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406" name="Imagen 405">
              <a:extLst>
                <a:ext uri="{FF2B5EF4-FFF2-40B4-BE49-F238E27FC236}">
                  <a16:creationId xmlns:a16="http://schemas.microsoft.com/office/drawing/2014/main" id="{DDF726B3-1C02-D9F9-182F-A843985366FB}"/>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428" name="Grupo 427">
            <a:extLst>
              <a:ext uri="{FF2B5EF4-FFF2-40B4-BE49-F238E27FC236}">
                <a16:creationId xmlns:a16="http://schemas.microsoft.com/office/drawing/2014/main" id="{2B6CD2D1-8351-8812-DB14-0C662678E33E}"/>
              </a:ext>
            </a:extLst>
          </p:cNvPr>
          <p:cNvGrpSpPr/>
          <p:nvPr/>
        </p:nvGrpSpPr>
        <p:grpSpPr>
          <a:xfrm>
            <a:off x="9580201" y="6190801"/>
            <a:ext cx="2205436" cy="344296"/>
            <a:chOff x="9319866" y="1442999"/>
            <a:chExt cx="2205436" cy="344296"/>
          </a:xfrm>
        </p:grpSpPr>
        <p:pic>
          <p:nvPicPr>
            <p:cNvPr id="435" name="Imagen 434">
              <a:extLst>
                <a:ext uri="{FF2B5EF4-FFF2-40B4-BE49-F238E27FC236}">
                  <a16:creationId xmlns:a16="http://schemas.microsoft.com/office/drawing/2014/main" id="{0CB7249C-E390-DD13-7537-F92D7F968F0E}"/>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436" name="Imagen 435">
              <a:extLst>
                <a:ext uri="{FF2B5EF4-FFF2-40B4-BE49-F238E27FC236}">
                  <a16:creationId xmlns:a16="http://schemas.microsoft.com/office/drawing/2014/main" id="{5DF84961-82DF-B76B-CD88-FE46905F7696}"/>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437" name="Imagen 436">
              <a:extLst>
                <a:ext uri="{FF2B5EF4-FFF2-40B4-BE49-F238E27FC236}">
                  <a16:creationId xmlns:a16="http://schemas.microsoft.com/office/drawing/2014/main" id="{CB2197ED-0445-AE2E-4B92-6CDBB4549C8D}"/>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438" name="Imagen 437">
              <a:extLst>
                <a:ext uri="{FF2B5EF4-FFF2-40B4-BE49-F238E27FC236}">
                  <a16:creationId xmlns:a16="http://schemas.microsoft.com/office/drawing/2014/main" id="{36564FC7-970B-B26F-9ACD-1454C6240E0C}"/>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439" name="Imagen 438">
              <a:extLst>
                <a:ext uri="{FF2B5EF4-FFF2-40B4-BE49-F238E27FC236}">
                  <a16:creationId xmlns:a16="http://schemas.microsoft.com/office/drawing/2014/main" id="{AFD8E2D4-16DE-4C20-8636-C323C23AE69E}"/>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440" name="Imagen 439">
              <a:extLst>
                <a:ext uri="{FF2B5EF4-FFF2-40B4-BE49-F238E27FC236}">
                  <a16:creationId xmlns:a16="http://schemas.microsoft.com/office/drawing/2014/main" id="{C602513F-66E1-D455-BCA8-AAEAB7A56962}"/>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444" name="Imagen 443">
              <a:extLst>
                <a:ext uri="{FF2B5EF4-FFF2-40B4-BE49-F238E27FC236}">
                  <a16:creationId xmlns:a16="http://schemas.microsoft.com/office/drawing/2014/main" id="{847460C8-ECC3-6F20-CB6B-7F50134BB0D5}"/>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445" name="Imagen 444">
              <a:extLst>
                <a:ext uri="{FF2B5EF4-FFF2-40B4-BE49-F238E27FC236}">
                  <a16:creationId xmlns:a16="http://schemas.microsoft.com/office/drawing/2014/main" id="{2BEEC735-9EB0-B9F1-03B9-1C77F8F73271}"/>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621" name="Grupo 620">
            <a:extLst>
              <a:ext uri="{FF2B5EF4-FFF2-40B4-BE49-F238E27FC236}">
                <a16:creationId xmlns:a16="http://schemas.microsoft.com/office/drawing/2014/main" id="{A8D0893E-22AE-A55F-48AB-32E5236A009D}"/>
              </a:ext>
            </a:extLst>
          </p:cNvPr>
          <p:cNvGrpSpPr/>
          <p:nvPr/>
        </p:nvGrpSpPr>
        <p:grpSpPr>
          <a:xfrm>
            <a:off x="9580201" y="2901679"/>
            <a:ext cx="2205436" cy="344296"/>
            <a:chOff x="9319866" y="1442999"/>
            <a:chExt cx="2205436" cy="344296"/>
          </a:xfrm>
        </p:grpSpPr>
        <p:pic>
          <p:nvPicPr>
            <p:cNvPr id="622" name="Imagen 621">
              <a:extLst>
                <a:ext uri="{FF2B5EF4-FFF2-40B4-BE49-F238E27FC236}">
                  <a16:creationId xmlns:a16="http://schemas.microsoft.com/office/drawing/2014/main" id="{A600838C-F10F-1FF1-294C-60ECAA3A3FAE}"/>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9319866" y="1442999"/>
              <a:ext cx="266750" cy="342900"/>
            </a:xfrm>
            <a:prstGeom prst="rect">
              <a:avLst/>
            </a:prstGeom>
          </p:spPr>
        </p:pic>
        <p:pic>
          <p:nvPicPr>
            <p:cNvPr id="623" name="Imagen 622">
              <a:extLst>
                <a:ext uri="{FF2B5EF4-FFF2-40B4-BE49-F238E27FC236}">
                  <a16:creationId xmlns:a16="http://schemas.microsoft.com/office/drawing/2014/main" id="{C2E2FDF2-0495-EDB1-5CA5-31D624CBB75B}"/>
                </a:ext>
              </a:extLst>
            </p:cNvPr>
            <p:cNvPicPr>
              <a:picLocks noChangeAspect="1"/>
            </p:cNvPicPr>
            <p:nvPr/>
          </p:nvPicPr>
          <p:blipFill>
            <a:blip r:embed="rId4">
              <a:duotone>
                <a:prstClr val="black"/>
                <a:srgbClr val="FF0000">
                  <a:tint val="45000"/>
                  <a:satMod val="400000"/>
                </a:srgbClr>
              </a:duotone>
            </a:blip>
            <a:srcRect l="12605" t="6975" r="76248" b="81420"/>
            <a:stretch/>
          </p:blipFill>
          <p:spPr>
            <a:xfrm>
              <a:off x="9596821" y="1442999"/>
              <a:ext cx="266750" cy="342900"/>
            </a:xfrm>
            <a:prstGeom prst="rect">
              <a:avLst/>
            </a:prstGeom>
          </p:spPr>
        </p:pic>
        <p:pic>
          <p:nvPicPr>
            <p:cNvPr id="624" name="Imagen 623">
              <a:extLst>
                <a:ext uri="{FF2B5EF4-FFF2-40B4-BE49-F238E27FC236}">
                  <a16:creationId xmlns:a16="http://schemas.microsoft.com/office/drawing/2014/main" id="{4D6F5A26-57DC-45F8-B63A-FEBEF69A5B2E}"/>
                </a:ext>
              </a:extLst>
            </p:cNvPr>
            <p:cNvPicPr>
              <a:picLocks noChangeAspect="1"/>
            </p:cNvPicPr>
            <p:nvPr/>
          </p:nvPicPr>
          <p:blipFill>
            <a:blip r:embed="rId4">
              <a:duotone>
                <a:prstClr val="black"/>
                <a:srgbClr val="FF0000">
                  <a:tint val="45000"/>
                  <a:satMod val="400000"/>
                </a:srgbClr>
              </a:duotone>
            </a:blip>
            <a:srcRect l="76281" t="21082" r="12572" b="67313"/>
            <a:stretch/>
          </p:blipFill>
          <p:spPr>
            <a:xfrm>
              <a:off x="9873776" y="1442999"/>
              <a:ext cx="266750" cy="342900"/>
            </a:xfrm>
            <a:prstGeom prst="rect">
              <a:avLst/>
            </a:prstGeom>
          </p:spPr>
        </p:pic>
        <p:pic>
          <p:nvPicPr>
            <p:cNvPr id="655" name="Imagen 654">
              <a:extLst>
                <a:ext uri="{FF2B5EF4-FFF2-40B4-BE49-F238E27FC236}">
                  <a16:creationId xmlns:a16="http://schemas.microsoft.com/office/drawing/2014/main" id="{47ED83B0-64E7-A298-4556-389A29CE0AB2}"/>
                </a:ext>
              </a:extLst>
            </p:cNvPr>
            <p:cNvPicPr>
              <a:picLocks noChangeAspect="1"/>
            </p:cNvPicPr>
            <p:nvPr/>
          </p:nvPicPr>
          <p:blipFill>
            <a:blip r:embed="rId4">
              <a:duotone>
                <a:prstClr val="black"/>
                <a:srgbClr val="FF0000">
                  <a:tint val="45000"/>
                  <a:satMod val="400000"/>
                </a:srgbClr>
              </a:duotone>
            </a:blip>
            <a:srcRect l="33916" t="6975" r="54937" b="81420"/>
            <a:stretch/>
          </p:blipFill>
          <p:spPr>
            <a:xfrm>
              <a:off x="10150731" y="1442999"/>
              <a:ext cx="266750" cy="342900"/>
            </a:xfrm>
            <a:prstGeom prst="rect">
              <a:avLst/>
            </a:prstGeom>
          </p:spPr>
        </p:pic>
        <p:pic>
          <p:nvPicPr>
            <p:cNvPr id="659" name="Imagen 658">
              <a:extLst>
                <a:ext uri="{FF2B5EF4-FFF2-40B4-BE49-F238E27FC236}">
                  <a16:creationId xmlns:a16="http://schemas.microsoft.com/office/drawing/2014/main" id="{99B0AE05-8EA2-149D-D6D0-3E1E431797D6}"/>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427686" y="1442999"/>
              <a:ext cx="266750" cy="342900"/>
            </a:xfrm>
            <a:prstGeom prst="rect">
              <a:avLst/>
            </a:prstGeom>
          </p:spPr>
        </p:pic>
        <p:pic>
          <p:nvPicPr>
            <p:cNvPr id="662" name="Imagen 661">
              <a:extLst>
                <a:ext uri="{FF2B5EF4-FFF2-40B4-BE49-F238E27FC236}">
                  <a16:creationId xmlns:a16="http://schemas.microsoft.com/office/drawing/2014/main" id="{D802D7B3-A48A-5606-868E-67F003555B99}"/>
                </a:ext>
              </a:extLst>
            </p:cNvPr>
            <p:cNvPicPr>
              <a:picLocks noChangeAspect="1"/>
            </p:cNvPicPr>
            <p:nvPr/>
          </p:nvPicPr>
          <p:blipFill>
            <a:blip r:embed="rId4">
              <a:duotone>
                <a:prstClr val="black"/>
                <a:srgbClr val="FF0000">
                  <a:tint val="45000"/>
                  <a:satMod val="400000"/>
                </a:srgbClr>
              </a:duotone>
            </a:blip>
            <a:srcRect l="55122" t="21082" r="33731" b="67313"/>
            <a:stretch/>
          </p:blipFill>
          <p:spPr>
            <a:xfrm>
              <a:off x="10704641" y="1442999"/>
              <a:ext cx="266750" cy="342900"/>
            </a:xfrm>
            <a:prstGeom prst="rect">
              <a:avLst/>
            </a:prstGeom>
          </p:spPr>
        </p:pic>
        <p:pic>
          <p:nvPicPr>
            <p:cNvPr id="694" name="Imagen 693">
              <a:extLst>
                <a:ext uri="{FF2B5EF4-FFF2-40B4-BE49-F238E27FC236}">
                  <a16:creationId xmlns:a16="http://schemas.microsoft.com/office/drawing/2014/main" id="{7003333A-F1AD-71ED-C0A5-E5A45248DFD1}"/>
                </a:ext>
              </a:extLst>
            </p:cNvPr>
            <p:cNvPicPr>
              <a:picLocks noChangeAspect="1"/>
            </p:cNvPicPr>
            <p:nvPr/>
          </p:nvPicPr>
          <p:blipFill>
            <a:blip r:embed="rId4">
              <a:duotone>
                <a:prstClr val="black"/>
                <a:srgbClr val="FF0000">
                  <a:tint val="45000"/>
                  <a:satMod val="400000"/>
                </a:srgbClr>
              </a:duotone>
            </a:blip>
            <a:srcRect l="55117" t="6975" r="33736" b="81420"/>
            <a:stretch/>
          </p:blipFill>
          <p:spPr>
            <a:xfrm>
              <a:off x="10981596" y="1442999"/>
              <a:ext cx="266750" cy="342900"/>
            </a:xfrm>
            <a:prstGeom prst="rect">
              <a:avLst/>
            </a:prstGeom>
          </p:spPr>
        </p:pic>
        <p:pic>
          <p:nvPicPr>
            <p:cNvPr id="710" name="Imagen 709">
              <a:extLst>
                <a:ext uri="{FF2B5EF4-FFF2-40B4-BE49-F238E27FC236}">
                  <a16:creationId xmlns:a16="http://schemas.microsoft.com/office/drawing/2014/main" id="{879DA2FA-AF20-B212-F1B8-D0AD92A87EFA}"/>
                </a:ext>
              </a:extLst>
            </p:cNvPr>
            <p:cNvPicPr>
              <a:picLocks noChangeAspect="1"/>
            </p:cNvPicPr>
            <p:nvPr/>
          </p:nvPicPr>
          <p:blipFill>
            <a:blip r:embed="rId4">
              <a:duotone>
                <a:prstClr val="black"/>
                <a:srgbClr val="FF0000">
                  <a:tint val="45000"/>
                  <a:satMod val="400000"/>
                </a:srgbClr>
              </a:duotone>
            </a:blip>
            <a:srcRect l="44516" t="6975" r="44337" b="81420"/>
            <a:stretch/>
          </p:blipFill>
          <p:spPr>
            <a:xfrm>
              <a:off x="11258552" y="1444395"/>
              <a:ext cx="266750" cy="342900"/>
            </a:xfrm>
            <a:prstGeom prst="rect">
              <a:avLst/>
            </a:prstGeom>
          </p:spPr>
        </p:pic>
      </p:grpSp>
      <p:grpSp>
        <p:nvGrpSpPr>
          <p:cNvPr id="1035" name="Grupo 1034">
            <a:extLst>
              <a:ext uri="{FF2B5EF4-FFF2-40B4-BE49-F238E27FC236}">
                <a16:creationId xmlns:a16="http://schemas.microsoft.com/office/drawing/2014/main" id="{64265637-C5E7-EBFC-0CE8-74D19275DBC8}"/>
              </a:ext>
            </a:extLst>
          </p:cNvPr>
          <p:cNvGrpSpPr/>
          <p:nvPr/>
        </p:nvGrpSpPr>
        <p:grpSpPr>
          <a:xfrm>
            <a:off x="9578673" y="1807168"/>
            <a:ext cx="2208493" cy="342900"/>
            <a:chOff x="9186374" y="3502366"/>
            <a:chExt cx="2208493" cy="342900"/>
          </a:xfrm>
        </p:grpSpPr>
        <p:pic>
          <p:nvPicPr>
            <p:cNvPr id="1036" name="Imagen 1035">
              <a:extLst>
                <a:ext uri="{FF2B5EF4-FFF2-40B4-BE49-F238E27FC236}">
                  <a16:creationId xmlns:a16="http://schemas.microsoft.com/office/drawing/2014/main" id="{6C50B65C-AD63-FA68-26A4-AECB2E4E9906}"/>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1037" name="Imagen 1036">
              <a:extLst>
                <a:ext uri="{FF2B5EF4-FFF2-40B4-BE49-F238E27FC236}">
                  <a16:creationId xmlns:a16="http://schemas.microsoft.com/office/drawing/2014/main" id="{CC922134-B941-AE9D-58A7-5ED0E5D0EFF4}"/>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1038" name="Imagen 1037">
              <a:extLst>
                <a:ext uri="{FF2B5EF4-FFF2-40B4-BE49-F238E27FC236}">
                  <a16:creationId xmlns:a16="http://schemas.microsoft.com/office/drawing/2014/main" id="{47086CE9-872D-2D7D-7782-CAAD594DAF84}"/>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1039" name="Imagen 1038">
              <a:extLst>
                <a:ext uri="{FF2B5EF4-FFF2-40B4-BE49-F238E27FC236}">
                  <a16:creationId xmlns:a16="http://schemas.microsoft.com/office/drawing/2014/main" id="{7FA2DFC0-BF29-3D22-48D4-30732BAE2AD9}"/>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1040" name="Imagen 1039">
              <a:extLst>
                <a:ext uri="{FF2B5EF4-FFF2-40B4-BE49-F238E27FC236}">
                  <a16:creationId xmlns:a16="http://schemas.microsoft.com/office/drawing/2014/main" id="{E0E534CC-7E03-578D-5BE5-4034A4DB3730}"/>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1041" name="Imagen 1040">
              <a:extLst>
                <a:ext uri="{FF2B5EF4-FFF2-40B4-BE49-F238E27FC236}">
                  <a16:creationId xmlns:a16="http://schemas.microsoft.com/office/drawing/2014/main" id="{9D42C3EC-AA1E-84A5-864D-0E096F05BFE6}"/>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1066" name="Imagen 1065">
              <a:extLst>
                <a:ext uri="{FF2B5EF4-FFF2-40B4-BE49-F238E27FC236}">
                  <a16:creationId xmlns:a16="http://schemas.microsoft.com/office/drawing/2014/main" id="{C8AF9EBD-571F-052B-3FC4-4B4E58C498E4}"/>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1067" name="Grupo 1066">
              <a:extLst>
                <a:ext uri="{FF2B5EF4-FFF2-40B4-BE49-F238E27FC236}">
                  <a16:creationId xmlns:a16="http://schemas.microsoft.com/office/drawing/2014/main" id="{A8B330C6-26A4-2A98-67E1-4DA4932B3068}"/>
                </a:ext>
              </a:extLst>
            </p:cNvPr>
            <p:cNvGrpSpPr/>
            <p:nvPr/>
          </p:nvGrpSpPr>
          <p:grpSpPr>
            <a:xfrm>
              <a:off x="11128117" y="3502366"/>
              <a:ext cx="266750" cy="342900"/>
              <a:chOff x="5053733" y="4472706"/>
              <a:chExt cx="764498" cy="795862"/>
            </a:xfrm>
          </p:grpSpPr>
          <p:pic>
            <p:nvPicPr>
              <p:cNvPr id="1068" name="Imagen 1067">
                <a:extLst>
                  <a:ext uri="{FF2B5EF4-FFF2-40B4-BE49-F238E27FC236}">
                    <a16:creationId xmlns:a16="http://schemas.microsoft.com/office/drawing/2014/main" id="{95453234-AE51-3EFD-86DE-ABC97CC496D5}"/>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1069" name="Imagen 1068">
                <a:extLst>
                  <a:ext uri="{FF2B5EF4-FFF2-40B4-BE49-F238E27FC236}">
                    <a16:creationId xmlns:a16="http://schemas.microsoft.com/office/drawing/2014/main" id="{62442D8D-7702-EC7A-47F4-BF12365B9395}"/>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1070" name="Grupo 1069">
            <a:extLst>
              <a:ext uri="{FF2B5EF4-FFF2-40B4-BE49-F238E27FC236}">
                <a16:creationId xmlns:a16="http://schemas.microsoft.com/office/drawing/2014/main" id="{3DC95744-DB3D-1F40-F513-0582D2D59D22}"/>
              </a:ext>
            </a:extLst>
          </p:cNvPr>
          <p:cNvGrpSpPr/>
          <p:nvPr/>
        </p:nvGrpSpPr>
        <p:grpSpPr>
          <a:xfrm>
            <a:off x="9578673" y="2172005"/>
            <a:ext cx="2208493" cy="342900"/>
            <a:chOff x="9186374" y="3502366"/>
            <a:chExt cx="2208493" cy="342900"/>
          </a:xfrm>
        </p:grpSpPr>
        <p:pic>
          <p:nvPicPr>
            <p:cNvPr id="1071" name="Imagen 1070">
              <a:extLst>
                <a:ext uri="{FF2B5EF4-FFF2-40B4-BE49-F238E27FC236}">
                  <a16:creationId xmlns:a16="http://schemas.microsoft.com/office/drawing/2014/main" id="{F1B439DC-7B08-D6B1-0580-82BED65B0F5D}"/>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1072" name="Imagen 1071">
              <a:extLst>
                <a:ext uri="{FF2B5EF4-FFF2-40B4-BE49-F238E27FC236}">
                  <a16:creationId xmlns:a16="http://schemas.microsoft.com/office/drawing/2014/main" id="{A7BA44B7-C50F-3FB9-F059-A6745FF4DEB5}"/>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1073" name="Imagen 1072">
              <a:extLst>
                <a:ext uri="{FF2B5EF4-FFF2-40B4-BE49-F238E27FC236}">
                  <a16:creationId xmlns:a16="http://schemas.microsoft.com/office/drawing/2014/main" id="{C5727D5A-1E08-6C3B-54AB-52A6CE655DCF}"/>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1074" name="Imagen 1073">
              <a:extLst>
                <a:ext uri="{FF2B5EF4-FFF2-40B4-BE49-F238E27FC236}">
                  <a16:creationId xmlns:a16="http://schemas.microsoft.com/office/drawing/2014/main" id="{701842C4-8240-AEAA-C69B-71A08E7E8406}"/>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1075" name="Imagen 1074">
              <a:extLst>
                <a:ext uri="{FF2B5EF4-FFF2-40B4-BE49-F238E27FC236}">
                  <a16:creationId xmlns:a16="http://schemas.microsoft.com/office/drawing/2014/main" id="{B6454A81-53E6-2995-FDC9-51B767653E82}"/>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1076" name="Imagen 1075">
              <a:extLst>
                <a:ext uri="{FF2B5EF4-FFF2-40B4-BE49-F238E27FC236}">
                  <a16:creationId xmlns:a16="http://schemas.microsoft.com/office/drawing/2014/main" id="{66DC876C-A9FB-2CD8-40E0-FFA0B68CE348}"/>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1077" name="Imagen 1076">
              <a:extLst>
                <a:ext uri="{FF2B5EF4-FFF2-40B4-BE49-F238E27FC236}">
                  <a16:creationId xmlns:a16="http://schemas.microsoft.com/office/drawing/2014/main" id="{1B5A9620-BEF5-9907-EFC0-FE599792B86F}"/>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1078" name="Grupo 1077">
              <a:extLst>
                <a:ext uri="{FF2B5EF4-FFF2-40B4-BE49-F238E27FC236}">
                  <a16:creationId xmlns:a16="http://schemas.microsoft.com/office/drawing/2014/main" id="{C780E309-DB60-46C6-4A05-5BC4056F090B}"/>
                </a:ext>
              </a:extLst>
            </p:cNvPr>
            <p:cNvGrpSpPr/>
            <p:nvPr/>
          </p:nvGrpSpPr>
          <p:grpSpPr>
            <a:xfrm>
              <a:off x="11128117" y="3502366"/>
              <a:ext cx="266750" cy="342900"/>
              <a:chOff x="5053733" y="4472706"/>
              <a:chExt cx="764498" cy="795862"/>
            </a:xfrm>
          </p:grpSpPr>
          <p:pic>
            <p:nvPicPr>
              <p:cNvPr id="1079" name="Imagen 1078">
                <a:extLst>
                  <a:ext uri="{FF2B5EF4-FFF2-40B4-BE49-F238E27FC236}">
                    <a16:creationId xmlns:a16="http://schemas.microsoft.com/office/drawing/2014/main" id="{82F6D24A-D157-3B60-0387-185657C3853D}"/>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1080" name="Imagen 1079">
                <a:extLst>
                  <a:ext uri="{FF2B5EF4-FFF2-40B4-BE49-F238E27FC236}">
                    <a16:creationId xmlns:a16="http://schemas.microsoft.com/office/drawing/2014/main" id="{C0BDA34F-78B0-2D9B-C7E7-3DDD9A189BBA}"/>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1081" name="Grupo 1080">
            <a:extLst>
              <a:ext uri="{FF2B5EF4-FFF2-40B4-BE49-F238E27FC236}">
                <a16:creationId xmlns:a16="http://schemas.microsoft.com/office/drawing/2014/main" id="{EE3E09D8-19D5-4A17-20AD-8869D362648D}"/>
              </a:ext>
            </a:extLst>
          </p:cNvPr>
          <p:cNvGrpSpPr/>
          <p:nvPr/>
        </p:nvGrpSpPr>
        <p:grpSpPr>
          <a:xfrm>
            <a:off x="9578673" y="2536842"/>
            <a:ext cx="2208493" cy="342900"/>
            <a:chOff x="9186374" y="3502366"/>
            <a:chExt cx="2208493" cy="342900"/>
          </a:xfrm>
        </p:grpSpPr>
        <p:pic>
          <p:nvPicPr>
            <p:cNvPr id="1082" name="Imagen 1081">
              <a:extLst>
                <a:ext uri="{FF2B5EF4-FFF2-40B4-BE49-F238E27FC236}">
                  <a16:creationId xmlns:a16="http://schemas.microsoft.com/office/drawing/2014/main" id="{39E9CA01-9960-FA45-921F-2D106EDC2DB8}"/>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1083" name="Imagen 1082">
              <a:extLst>
                <a:ext uri="{FF2B5EF4-FFF2-40B4-BE49-F238E27FC236}">
                  <a16:creationId xmlns:a16="http://schemas.microsoft.com/office/drawing/2014/main" id="{D27D6A6E-8654-BF63-6DE7-2F2BA2F42097}"/>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1084" name="Imagen 1083">
              <a:extLst>
                <a:ext uri="{FF2B5EF4-FFF2-40B4-BE49-F238E27FC236}">
                  <a16:creationId xmlns:a16="http://schemas.microsoft.com/office/drawing/2014/main" id="{2F87AECB-4E2F-5BBE-28B2-E97358F870F2}"/>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1085" name="Imagen 1084">
              <a:extLst>
                <a:ext uri="{FF2B5EF4-FFF2-40B4-BE49-F238E27FC236}">
                  <a16:creationId xmlns:a16="http://schemas.microsoft.com/office/drawing/2014/main" id="{DD6EF1C5-82EB-AC8A-24EF-0F90DE2A1607}"/>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1086" name="Imagen 1085">
              <a:extLst>
                <a:ext uri="{FF2B5EF4-FFF2-40B4-BE49-F238E27FC236}">
                  <a16:creationId xmlns:a16="http://schemas.microsoft.com/office/drawing/2014/main" id="{8AB7FEEB-2EFB-B435-FA69-125DC3622AA8}"/>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1087" name="Imagen 1086">
              <a:extLst>
                <a:ext uri="{FF2B5EF4-FFF2-40B4-BE49-F238E27FC236}">
                  <a16:creationId xmlns:a16="http://schemas.microsoft.com/office/drawing/2014/main" id="{1039AF5B-98EF-77BD-F1B0-A66CBBBB1B97}"/>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1088" name="Imagen 1087">
              <a:extLst>
                <a:ext uri="{FF2B5EF4-FFF2-40B4-BE49-F238E27FC236}">
                  <a16:creationId xmlns:a16="http://schemas.microsoft.com/office/drawing/2014/main" id="{1FAAF78A-BCDA-9419-E44A-DD2C6B7C8998}"/>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1089" name="Grupo 1088">
              <a:extLst>
                <a:ext uri="{FF2B5EF4-FFF2-40B4-BE49-F238E27FC236}">
                  <a16:creationId xmlns:a16="http://schemas.microsoft.com/office/drawing/2014/main" id="{5704C57D-9DA8-96FB-8C1A-CDCDB1BAA2FF}"/>
                </a:ext>
              </a:extLst>
            </p:cNvPr>
            <p:cNvGrpSpPr/>
            <p:nvPr/>
          </p:nvGrpSpPr>
          <p:grpSpPr>
            <a:xfrm>
              <a:off x="11128117" y="3502366"/>
              <a:ext cx="266750" cy="342900"/>
              <a:chOff x="5053733" y="4472706"/>
              <a:chExt cx="764498" cy="795862"/>
            </a:xfrm>
          </p:grpSpPr>
          <p:pic>
            <p:nvPicPr>
              <p:cNvPr id="1252" name="Imagen 1251">
                <a:extLst>
                  <a:ext uri="{FF2B5EF4-FFF2-40B4-BE49-F238E27FC236}">
                    <a16:creationId xmlns:a16="http://schemas.microsoft.com/office/drawing/2014/main" id="{86FB4756-C14B-966B-E333-4609A74AE509}"/>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1253" name="Imagen 1252">
                <a:extLst>
                  <a:ext uri="{FF2B5EF4-FFF2-40B4-BE49-F238E27FC236}">
                    <a16:creationId xmlns:a16="http://schemas.microsoft.com/office/drawing/2014/main" id="{CB9995F2-333A-77A9-359D-CE35902A360D}"/>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1254" name="Grupo 1253">
            <a:extLst>
              <a:ext uri="{FF2B5EF4-FFF2-40B4-BE49-F238E27FC236}">
                <a16:creationId xmlns:a16="http://schemas.microsoft.com/office/drawing/2014/main" id="{73B596CC-CBFD-64F3-3973-0E7D23B42DD9}"/>
              </a:ext>
            </a:extLst>
          </p:cNvPr>
          <p:cNvGrpSpPr/>
          <p:nvPr/>
        </p:nvGrpSpPr>
        <p:grpSpPr>
          <a:xfrm>
            <a:off x="9578673" y="3267912"/>
            <a:ext cx="2208493" cy="342900"/>
            <a:chOff x="9186374" y="3502366"/>
            <a:chExt cx="2208493" cy="342900"/>
          </a:xfrm>
        </p:grpSpPr>
        <p:pic>
          <p:nvPicPr>
            <p:cNvPr id="1255" name="Imagen 1254">
              <a:extLst>
                <a:ext uri="{FF2B5EF4-FFF2-40B4-BE49-F238E27FC236}">
                  <a16:creationId xmlns:a16="http://schemas.microsoft.com/office/drawing/2014/main" id="{A980B397-4418-A8C9-6532-A1A08743E372}"/>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1256" name="Imagen 1255">
              <a:extLst>
                <a:ext uri="{FF2B5EF4-FFF2-40B4-BE49-F238E27FC236}">
                  <a16:creationId xmlns:a16="http://schemas.microsoft.com/office/drawing/2014/main" id="{E281E60E-3961-F295-14A4-B94B11E51D75}"/>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1257" name="Imagen 1256">
              <a:extLst>
                <a:ext uri="{FF2B5EF4-FFF2-40B4-BE49-F238E27FC236}">
                  <a16:creationId xmlns:a16="http://schemas.microsoft.com/office/drawing/2014/main" id="{F36DE38C-5F97-2A83-6453-A946121D86C5}"/>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1258" name="Imagen 1257">
              <a:extLst>
                <a:ext uri="{FF2B5EF4-FFF2-40B4-BE49-F238E27FC236}">
                  <a16:creationId xmlns:a16="http://schemas.microsoft.com/office/drawing/2014/main" id="{6FAA048B-5279-8D60-9931-43E9B48661D2}"/>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1259" name="Imagen 1258">
              <a:extLst>
                <a:ext uri="{FF2B5EF4-FFF2-40B4-BE49-F238E27FC236}">
                  <a16:creationId xmlns:a16="http://schemas.microsoft.com/office/drawing/2014/main" id="{C4E703C0-1FBE-95A2-3B5B-597493810A61}"/>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1260" name="Imagen 1259">
              <a:extLst>
                <a:ext uri="{FF2B5EF4-FFF2-40B4-BE49-F238E27FC236}">
                  <a16:creationId xmlns:a16="http://schemas.microsoft.com/office/drawing/2014/main" id="{B5E3B317-629E-D219-F447-91096DA36D8C}"/>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1261" name="Imagen 1260">
              <a:extLst>
                <a:ext uri="{FF2B5EF4-FFF2-40B4-BE49-F238E27FC236}">
                  <a16:creationId xmlns:a16="http://schemas.microsoft.com/office/drawing/2014/main" id="{B624B06C-BFB0-747A-79B0-AEE50C2EAEE9}"/>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1262" name="Grupo 1261">
              <a:extLst>
                <a:ext uri="{FF2B5EF4-FFF2-40B4-BE49-F238E27FC236}">
                  <a16:creationId xmlns:a16="http://schemas.microsoft.com/office/drawing/2014/main" id="{6EBCA030-4EE9-DDC8-0DF7-E26F2FA80BC6}"/>
                </a:ext>
              </a:extLst>
            </p:cNvPr>
            <p:cNvGrpSpPr/>
            <p:nvPr/>
          </p:nvGrpSpPr>
          <p:grpSpPr>
            <a:xfrm>
              <a:off x="11128117" y="3502366"/>
              <a:ext cx="266750" cy="342900"/>
              <a:chOff x="5053733" y="4472706"/>
              <a:chExt cx="764498" cy="795862"/>
            </a:xfrm>
          </p:grpSpPr>
          <p:pic>
            <p:nvPicPr>
              <p:cNvPr id="1263" name="Imagen 1262">
                <a:extLst>
                  <a:ext uri="{FF2B5EF4-FFF2-40B4-BE49-F238E27FC236}">
                    <a16:creationId xmlns:a16="http://schemas.microsoft.com/office/drawing/2014/main" id="{99EF8997-1D01-B087-B06C-F61841E69634}"/>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1264" name="Imagen 1263">
                <a:extLst>
                  <a:ext uri="{FF2B5EF4-FFF2-40B4-BE49-F238E27FC236}">
                    <a16:creationId xmlns:a16="http://schemas.microsoft.com/office/drawing/2014/main" id="{313F250C-7435-76C5-6BE1-8FB755EB035B}"/>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1265" name="Grupo 1264">
            <a:extLst>
              <a:ext uri="{FF2B5EF4-FFF2-40B4-BE49-F238E27FC236}">
                <a16:creationId xmlns:a16="http://schemas.microsoft.com/office/drawing/2014/main" id="{8DC8D434-9E6E-E248-419C-C43DAB642337}"/>
              </a:ext>
            </a:extLst>
          </p:cNvPr>
          <p:cNvGrpSpPr/>
          <p:nvPr/>
        </p:nvGrpSpPr>
        <p:grpSpPr>
          <a:xfrm>
            <a:off x="9578673" y="5094889"/>
            <a:ext cx="2208493" cy="342900"/>
            <a:chOff x="9186374" y="3502366"/>
            <a:chExt cx="2208493" cy="342900"/>
          </a:xfrm>
        </p:grpSpPr>
        <p:pic>
          <p:nvPicPr>
            <p:cNvPr id="1266" name="Imagen 1265">
              <a:extLst>
                <a:ext uri="{FF2B5EF4-FFF2-40B4-BE49-F238E27FC236}">
                  <a16:creationId xmlns:a16="http://schemas.microsoft.com/office/drawing/2014/main" id="{ACA1EE26-623C-4125-5F9A-BC14B93CD788}"/>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1267" name="Imagen 1266">
              <a:extLst>
                <a:ext uri="{FF2B5EF4-FFF2-40B4-BE49-F238E27FC236}">
                  <a16:creationId xmlns:a16="http://schemas.microsoft.com/office/drawing/2014/main" id="{E7F3F080-1EB6-6188-2874-DCAFC2CC6000}"/>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1268" name="Imagen 1267">
              <a:extLst>
                <a:ext uri="{FF2B5EF4-FFF2-40B4-BE49-F238E27FC236}">
                  <a16:creationId xmlns:a16="http://schemas.microsoft.com/office/drawing/2014/main" id="{F2CFF173-E697-397B-6CA8-1219E71FE292}"/>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1269" name="Imagen 1268">
              <a:extLst>
                <a:ext uri="{FF2B5EF4-FFF2-40B4-BE49-F238E27FC236}">
                  <a16:creationId xmlns:a16="http://schemas.microsoft.com/office/drawing/2014/main" id="{C2DDB972-8470-1E83-5177-C58EEDF2F53F}"/>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1270" name="Imagen 1269">
              <a:extLst>
                <a:ext uri="{FF2B5EF4-FFF2-40B4-BE49-F238E27FC236}">
                  <a16:creationId xmlns:a16="http://schemas.microsoft.com/office/drawing/2014/main" id="{4CADFCAB-A525-92C4-F28A-C633FFE7869E}"/>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1271" name="Imagen 1270">
              <a:extLst>
                <a:ext uri="{FF2B5EF4-FFF2-40B4-BE49-F238E27FC236}">
                  <a16:creationId xmlns:a16="http://schemas.microsoft.com/office/drawing/2014/main" id="{D295CCD4-2AA0-AB00-B0EB-3EE00A871EB6}"/>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1272" name="Imagen 1271">
              <a:extLst>
                <a:ext uri="{FF2B5EF4-FFF2-40B4-BE49-F238E27FC236}">
                  <a16:creationId xmlns:a16="http://schemas.microsoft.com/office/drawing/2014/main" id="{42D4C05D-2A71-4BAF-121B-6BE7E8B806FC}"/>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1273" name="Grupo 1272">
              <a:extLst>
                <a:ext uri="{FF2B5EF4-FFF2-40B4-BE49-F238E27FC236}">
                  <a16:creationId xmlns:a16="http://schemas.microsoft.com/office/drawing/2014/main" id="{942D5233-80AE-93B4-C26A-BC523F5B33B5}"/>
                </a:ext>
              </a:extLst>
            </p:cNvPr>
            <p:cNvGrpSpPr/>
            <p:nvPr/>
          </p:nvGrpSpPr>
          <p:grpSpPr>
            <a:xfrm>
              <a:off x="11128117" y="3502366"/>
              <a:ext cx="266750" cy="342900"/>
              <a:chOff x="5053733" y="4472706"/>
              <a:chExt cx="764498" cy="795862"/>
            </a:xfrm>
          </p:grpSpPr>
          <p:pic>
            <p:nvPicPr>
              <p:cNvPr id="1274" name="Imagen 1273">
                <a:extLst>
                  <a:ext uri="{FF2B5EF4-FFF2-40B4-BE49-F238E27FC236}">
                    <a16:creationId xmlns:a16="http://schemas.microsoft.com/office/drawing/2014/main" id="{C26AF2C8-A61E-2560-DC16-A6E4E60BCE96}"/>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1275" name="Imagen 1274">
                <a:extLst>
                  <a:ext uri="{FF2B5EF4-FFF2-40B4-BE49-F238E27FC236}">
                    <a16:creationId xmlns:a16="http://schemas.microsoft.com/office/drawing/2014/main" id="{A8590BFC-7275-95E0-FB0B-C3EBF8D84F7D}"/>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grpSp>
        <p:nvGrpSpPr>
          <p:cNvPr id="1490" name="Grupo 1489">
            <a:extLst>
              <a:ext uri="{FF2B5EF4-FFF2-40B4-BE49-F238E27FC236}">
                <a16:creationId xmlns:a16="http://schemas.microsoft.com/office/drawing/2014/main" id="{8C609CC9-02BE-01DB-083E-BEA6400CB610}"/>
              </a:ext>
            </a:extLst>
          </p:cNvPr>
          <p:cNvGrpSpPr/>
          <p:nvPr/>
        </p:nvGrpSpPr>
        <p:grpSpPr>
          <a:xfrm>
            <a:off x="11521856" y="1810696"/>
            <a:ext cx="266750" cy="342900"/>
            <a:chOff x="5053733" y="4472706"/>
            <a:chExt cx="764498" cy="795862"/>
          </a:xfrm>
        </p:grpSpPr>
        <p:pic>
          <p:nvPicPr>
            <p:cNvPr id="1491" name="Imagen 1490">
              <a:extLst>
                <a:ext uri="{FF2B5EF4-FFF2-40B4-BE49-F238E27FC236}">
                  <a16:creationId xmlns:a16="http://schemas.microsoft.com/office/drawing/2014/main" id="{81447453-C2A4-94B8-671F-D79152287C8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492" name="Imagen 1491">
              <a:extLst>
                <a:ext uri="{FF2B5EF4-FFF2-40B4-BE49-F238E27FC236}">
                  <a16:creationId xmlns:a16="http://schemas.microsoft.com/office/drawing/2014/main" id="{6DDA1550-709F-B37A-B6F8-81E99D21F37E}"/>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1493" name="Grupo 1492">
            <a:extLst>
              <a:ext uri="{FF2B5EF4-FFF2-40B4-BE49-F238E27FC236}">
                <a16:creationId xmlns:a16="http://schemas.microsoft.com/office/drawing/2014/main" id="{6A0D2711-38B7-4A05-3322-E1D986911718}"/>
              </a:ext>
            </a:extLst>
          </p:cNvPr>
          <p:cNvGrpSpPr/>
          <p:nvPr/>
        </p:nvGrpSpPr>
        <p:grpSpPr>
          <a:xfrm>
            <a:off x="11519744" y="2186417"/>
            <a:ext cx="266750" cy="342900"/>
            <a:chOff x="5053733" y="4472706"/>
            <a:chExt cx="764498" cy="795862"/>
          </a:xfrm>
        </p:grpSpPr>
        <p:pic>
          <p:nvPicPr>
            <p:cNvPr id="1494" name="Imagen 1493">
              <a:extLst>
                <a:ext uri="{FF2B5EF4-FFF2-40B4-BE49-F238E27FC236}">
                  <a16:creationId xmlns:a16="http://schemas.microsoft.com/office/drawing/2014/main" id="{0359BA93-ECAD-744A-0781-76A7E453C03C}"/>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495" name="Imagen 1494">
              <a:extLst>
                <a:ext uri="{FF2B5EF4-FFF2-40B4-BE49-F238E27FC236}">
                  <a16:creationId xmlns:a16="http://schemas.microsoft.com/office/drawing/2014/main" id="{F19260DF-3DF0-365F-C367-123FB79857D1}"/>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1496" name="Grupo 1495">
            <a:extLst>
              <a:ext uri="{FF2B5EF4-FFF2-40B4-BE49-F238E27FC236}">
                <a16:creationId xmlns:a16="http://schemas.microsoft.com/office/drawing/2014/main" id="{1E9FF242-8D4C-221B-589C-A7FE8348ACA9}"/>
              </a:ext>
            </a:extLst>
          </p:cNvPr>
          <p:cNvGrpSpPr/>
          <p:nvPr/>
        </p:nvGrpSpPr>
        <p:grpSpPr>
          <a:xfrm>
            <a:off x="11509111" y="2529317"/>
            <a:ext cx="266750" cy="342900"/>
            <a:chOff x="5053733" y="4472706"/>
            <a:chExt cx="764498" cy="795862"/>
          </a:xfrm>
        </p:grpSpPr>
        <p:pic>
          <p:nvPicPr>
            <p:cNvPr id="1497" name="Imagen 1496">
              <a:extLst>
                <a:ext uri="{FF2B5EF4-FFF2-40B4-BE49-F238E27FC236}">
                  <a16:creationId xmlns:a16="http://schemas.microsoft.com/office/drawing/2014/main" id="{C34E3537-3184-C6E5-9FF7-1A78F460B94F}"/>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498" name="Imagen 1497">
              <a:extLst>
                <a:ext uri="{FF2B5EF4-FFF2-40B4-BE49-F238E27FC236}">
                  <a16:creationId xmlns:a16="http://schemas.microsoft.com/office/drawing/2014/main" id="{A5C1B7C8-157B-6073-6B7B-1C9C08C21E8C}"/>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1499" name="Grupo 1498">
            <a:extLst>
              <a:ext uri="{FF2B5EF4-FFF2-40B4-BE49-F238E27FC236}">
                <a16:creationId xmlns:a16="http://schemas.microsoft.com/office/drawing/2014/main" id="{FD8D3E11-C85E-1F31-D0F0-358DFE650680}"/>
              </a:ext>
            </a:extLst>
          </p:cNvPr>
          <p:cNvGrpSpPr/>
          <p:nvPr/>
        </p:nvGrpSpPr>
        <p:grpSpPr>
          <a:xfrm>
            <a:off x="11528227" y="3257798"/>
            <a:ext cx="266750" cy="342900"/>
            <a:chOff x="5053733" y="4472706"/>
            <a:chExt cx="764498" cy="795862"/>
          </a:xfrm>
        </p:grpSpPr>
        <p:pic>
          <p:nvPicPr>
            <p:cNvPr id="1500" name="Imagen 1499">
              <a:extLst>
                <a:ext uri="{FF2B5EF4-FFF2-40B4-BE49-F238E27FC236}">
                  <a16:creationId xmlns:a16="http://schemas.microsoft.com/office/drawing/2014/main" id="{4A863B8C-6586-760D-AF63-D66ECD160F8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501" name="Imagen 1500">
              <a:extLst>
                <a:ext uri="{FF2B5EF4-FFF2-40B4-BE49-F238E27FC236}">
                  <a16:creationId xmlns:a16="http://schemas.microsoft.com/office/drawing/2014/main" id="{FAD1796E-136A-2F19-AB79-25B8AF061244}"/>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1502" name="Grupo 1501">
            <a:extLst>
              <a:ext uri="{FF2B5EF4-FFF2-40B4-BE49-F238E27FC236}">
                <a16:creationId xmlns:a16="http://schemas.microsoft.com/office/drawing/2014/main" id="{A3B69B4A-459A-E408-38D1-2D0431E65CDF}"/>
              </a:ext>
            </a:extLst>
          </p:cNvPr>
          <p:cNvGrpSpPr/>
          <p:nvPr/>
        </p:nvGrpSpPr>
        <p:grpSpPr>
          <a:xfrm>
            <a:off x="11528227" y="3651203"/>
            <a:ext cx="266750" cy="342900"/>
            <a:chOff x="5053733" y="4472706"/>
            <a:chExt cx="764498" cy="795862"/>
          </a:xfrm>
        </p:grpSpPr>
        <p:pic>
          <p:nvPicPr>
            <p:cNvPr id="1503" name="Imagen 1502">
              <a:extLst>
                <a:ext uri="{FF2B5EF4-FFF2-40B4-BE49-F238E27FC236}">
                  <a16:creationId xmlns:a16="http://schemas.microsoft.com/office/drawing/2014/main" id="{54C618E5-0C5E-3E84-467B-6F79830331C3}"/>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504" name="Imagen 1503">
              <a:extLst>
                <a:ext uri="{FF2B5EF4-FFF2-40B4-BE49-F238E27FC236}">
                  <a16:creationId xmlns:a16="http://schemas.microsoft.com/office/drawing/2014/main" id="{B9B5211F-372C-C623-07F7-8930FE186C88}"/>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1505" name="Grupo 1504">
            <a:extLst>
              <a:ext uri="{FF2B5EF4-FFF2-40B4-BE49-F238E27FC236}">
                <a16:creationId xmlns:a16="http://schemas.microsoft.com/office/drawing/2014/main" id="{4260281A-F3DF-535B-3D56-5373D882F2C3}"/>
              </a:ext>
            </a:extLst>
          </p:cNvPr>
          <p:cNvGrpSpPr/>
          <p:nvPr/>
        </p:nvGrpSpPr>
        <p:grpSpPr>
          <a:xfrm>
            <a:off x="11528227" y="4363584"/>
            <a:ext cx="266750" cy="342900"/>
            <a:chOff x="5053733" y="4472706"/>
            <a:chExt cx="764498" cy="795862"/>
          </a:xfrm>
        </p:grpSpPr>
        <p:pic>
          <p:nvPicPr>
            <p:cNvPr id="1506" name="Imagen 1505">
              <a:extLst>
                <a:ext uri="{FF2B5EF4-FFF2-40B4-BE49-F238E27FC236}">
                  <a16:creationId xmlns:a16="http://schemas.microsoft.com/office/drawing/2014/main" id="{A942E09A-725F-D7B7-6572-B244816FD2D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507" name="Imagen 1506">
              <a:extLst>
                <a:ext uri="{FF2B5EF4-FFF2-40B4-BE49-F238E27FC236}">
                  <a16:creationId xmlns:a16="http://schemas.microsoft.com/office/drawing/2014/main" id="{217064F2-1228-90BD-2ACC-5414BD6D7BE6}"/>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1508" name="Grupo 1507">
            <a:extLst>
              <a:ext uri="{FF2B5EF4-FFF2-40B4-BE49-F238E27FC236}">
                <a16:creationId xmlns:a16="http://schemas.microsoft.com/office/drawing/2014/main" id="{E8017711-E611-D6DA-4357-6F59ADAC6EAC}"/>
              </a:ext>
            </a:extLst>
          </p:cNvPr>
          <p:cNvGrpSpPr/>
          <p:nvPr/>
        </p:nvGrpSpPr>
        <p:grpSpPr>
          <a:xfrm>
            <a:off x="11528227" y="5107863"/>
            <a:ext cx="266750" cy="342900"/>
            <a:chOff x="5053733" y="4472706"/>
            <a:chExt cx="764498" cy="795862"/>
          </a:xfrm>
        </p:grpSpPr>
        <p:pic>
          <p:nvPicPr>
            <p:cNvPr id="1509" name="Imagen 1508">
              <a:extLst>
                <a:ext uri="{FF2B5EF4-FFF2-40B4-BE49-F238E27FC236}">
                  <a16:creationId xmlns:a16="http://schemas.microsoft.com/office/drawing/2014/main" id="{80875CB0-6C8F-0CF3-FE9A-2C4F4EE4133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510" name="Imagen 1509">
              <a:extLst>
                <a:ext uri="{FF2B5EF4-FFF2-40B4-BE49-F238E27FC236}">
                  <a16:creationId xmlns:a16="http://schemas.microsoft.com/office/drawing/2014/main" id="{60572BA0-B677-DFD5-98B3-7CF0125939A9}"/>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grpSp>
        <p:nvGrpSpPr>
          <p:cNvPr id="1511" name="Grupo 1510">
            <a:extLst>
              <a:ext uri="{FF2B5EF4-FFF2-40B4-BE49-F238E27FC236}">
                <a16:creationId xmlns:a16="http://schemas.microsoft.com/office/drawing/2014/main" id="{3960AC7E-0D22-E63A-99A6-27284BE84809}"/>
              </a:ext>
            </a:extLst>
          </p:cNvPr>
          <p:cNvGrpSpPr/>
          <p:nvPr/>
        </p:nvGrpSpPr>
        <p:grpSpPr>
          <a:xfrm>
            <a:off x="11528227" y="5830876"/>
            <a:ext cx="266750" cy="342900"/>
            <a:chOff x="5053733" y="4472706"/>
            <a:chExt cx="764498" cy="795862"/>
          </a:xfrm>
        </p:grpSpPr>
        <p:pic>
          <p:nvPicPr>
            <p:cNvPr id="1521" name="Imagen 1520">
              <a:extLst>
                <a:ext uri="{FF2B5EF4-FFF2-40B4-BE49-F238E27FC236}">
                  <a16:creationId xmlns:a16="http://schemas.microsoft.com/office/drawing/2014/main" id="{373FC658-40A9-31D5-86BB-617DDF88FD45}"/>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1522" name="Imagen 1521">
              <a:extLst>
                <a:ext uri="{FF2B5EF4-FFF2-40B4-BE49-F238E27FC236}">
                  <a16:creationId xmlns:a16="http://schemas.microsoft.com/office/drawing/2014/main" id="{55AA4AFD-BF3A-716C-F306-960FBF48A147}"/>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1530" name="Imagen 1529">
            <a:extLst>
              <a:ext uri="{FF2B5EF4-FFF2-40B4-BE49-F238E27FC236}">
                <a16:creationId xmlns:a16="http://schemas.microsoft.com/office/drawing/2014/main" id="{AA8B6E69-D26E-F05D-EE93-AD486BC6EEE8}"/>
              </a:ext>
            </a:extLst>
          </p:cNvPr>
          <p:cNvPicPr>
            <a:picLocks noChangeAspect="1"/>
          </p:cNvPicPr>
          <p:nvPr/>
        </p:nvPicPr>
        <p:blipFill>
          <a:blip r:embed="rId8"/>
          <a:stretch>
            <a:fillRect/>
          </a:stretch>
        </p:blipFill>
        <p:spPr>
          <a:xfrm>
            <a:off x="-1149549" y="3310625"/>
            <a:ext cx="7772400" cy="4376351"/>
          </a:xfrm>
          <a:prstGeom prst="rect">
            <a:avLst/>
          </a:prstGeom>
        </p:spPr>
      </p:pic>
      <p:sp>
        <p:nvSpPr>
          <p:cNvPr id="4124" name="Llamada ovalada 4123">
            <a:extLst>
              <a:ext uri="{FF2B5EF4-FFF2-40B4-BE49-F238E27FC236}">
                <a16:creationId xmlns:a16="http://schemas.microsoft.com/office/drawing/2014/main" id="{3CED82ED-2DAB-E6D3-C7E1-BC2A22A81118}"/>
              </a:ext>
            </a:extLst>
          </p:cNvPr>
          <p:cNvSpPr/>
          <p:nvPr/>
        </p:nvSpPr>
        <p:spPr>
          <a:xfrm>
            <a:off x="2004316" y="1109189"/>
            <a:ext cx="3694778" cy="1731923"/>
          </a:xfrm>
          <a:prstGeom prst="wedgeEllipseCallout">
            <a:avLst>
              <a:gd name="adj1" fmla="val -37924"/>
              <a:gd name="adj2" fmla="val 92437"/>
            </a:avLst>
          </a:prstGeom>
          <a:solidFill>
            <a:srgbClr val="FCA701"/>
          </a:solidFill>
          <a:ln>
            <a:solidFill>
              <a:srgbClr val="FCA7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800" b="1" dirty="0">
                <a:solidFill>
                  <a:schemeClr val="tx1"/>
                </a:solidFill>
              </a:rPr>
              <a:t>This is a nightmare!</a:t>
            </a:r>
          </a:p>
        </p:txBody>
      </p:sp>
      <p:sp>
        <p:nvSpPr>
          <p:cNvPr id="4125" name="Llamada ovalada 4124">
            <a:extLst>
              <a:ext uri="{FF2B5EF4-FFF2-40B4-BE49-F238E27FC236}">
                <a16:creationId xmlns:a16="http://schemas.microsoft.com/office/drawing/2014/main" id="{61FDD7D8-0098-D633-F991-B9C3D4A15F08}"/>
              </a:ext>
            </a:extLst>
          </p:cNvPr>
          <p:cNvSpPr/>
          <p:nvPr/>
        </p:nvSpPr>
        <p:spPr>
          <a:xfrm>
            <a:off x="5167615" y="3520542"/>
            <a:ext cx="4820892" cy="2228269"/>
          </a:xfrm>
          <a:prstGeom prst="wedgeEllipseCallout">
            <a:avLst>
              <a:gd name="adj1" fmla="val 59519"/>
              <a:gd name="adj2" fmla="val -1625"/>
            </a:avLst>
          </a:prstGeom>
          <a:solidFill>
            <a:srgbClr val="FCA701"/>
          </a:solidFill>
          <a:ln>
            <a:solidFill>
              <a:srgbClr val="FCA70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8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I wish there was a way to forecast flight delays</a:t>
            </a:r>
          </a:p>
        </p:txBody>
      </p:sp>
      <p:grpSp>
        <p:nvGrpSpPr>
          <p:cNvPr id="2" name="Grupo 1">
            <a:extLst>
              <a:ext uri="{FF2B5EF4-FFF2-40B4-BE49-F238E27FC236}">
                <a16:creationId xmlns:a16="http://schemas.microsoft.com/office/drawing/2014/main" id="{0105947A-1D1D-920B-C7D8-99C71C3FE1CD}"/>
              </a:ext>
            </a:extLst>
          </p:cNvPr>
          <p:cNvGrpSpPr/>
          <p:nvPr/>
        </p:nvGrpSpPr>
        <p:grpSpPr>
          <a:xfrm>
            <a:off x="9559713" y="1425889"/>
            <a:ext cx="2208493" cy="342900"/>
            <a:chOff x="9186374" y="3502366"/>
            <a:chExt cx="2208493" cy="342900"/>
          </a:xfrm>
        </p:grpSpPr>
        <p:pic>
          <p:nvPicPr>
            <p:cNvPr id="3" name="Imagen 2">
              <a:extLst>
                <a:ext uri="{FF2B5EF4-FFF2-40B4-BE49-F238E27FC236}">
                  <a16:creationId xmlns:a16="http://schemas.microsoft.com/office/drawing/2014/main" id="{2AD1137E-9744-22AB-3C2E-D6AE46E48FFF}"/>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9186374" y="3502366"/>
              <a:ext cx="266750" cy="342900"/>
            </a:xfrm>
            <a:prstGeom prst="rect">
              <a:avLst/>
            </a:prstGeom>
          </p:spPr>
        </p:pic>
        <p:pic>
          <p:nvPicPr>
            <p:cNvPr id="4" name="Imagen 3">
              <a:extLst>
                <a:ext uri="{FF2B5EF4-FFF2-40B4-BE49-F238E27FC236}">
                  <a16:creationId xmlns:a16="http://schemas.microsoft.com/office/drawing/2014/main" id="{98751D68-1AFF-E8D0-ABB3-B48402C62C21}"/>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9463766" y="3502366"/>
              <a:ext cx="266750" cy="342900"/>
            </a:xfrm>
            <a:prstGeom prst="rect">
              <a:avLst/>
            </a:prstGeom>
          </p:spPr>
        </p:pic>
        <p:pic>
          <p:nvPicPr>
            <p:cNvPr id="5" name="Imagen 4">
              <a:extLst>
                <a:ext uri="{FF2B5EF4-FFF2-40B4-BE49-F238E27FC236}">
                  <a16:creationId xmlns:a16="http://schemas.microsoft.com/office/drawing/2014/main" id="{ED698C75-A74A-5C5F-3F5B-001446E04B5A}"/>
                </a:ext>
              </a:extLst>
            </p:cNvPr>
            <p:cNvPicPr>
              <a:picLocks noChangeAspect="1"/>
            </p:cNvPicPr>
            <p:nvPr/>
          </p:nvPicPr>
          <p:blipFill>
            <a:blip r:embed="rId4">
              <a:duotone>
                <a:prstClr val="black"/>
                <a:srgbClr val="FFC000">
                  <a:tint val="45000"/>
                  <a:satMod val="400000"/>
                </a:srgbClr>
              </a:duotone>
            </a:blip>
            <a:srcRect l="55122" t="21082" r="33731" b="67313"/>
            <a:stretch/>
          </p:blipFill>
          <p:spPr>
            <a:xfrm>
              <a:off x="9741158" y="3502366"/>
              <a:ext cx="266750" cy="342900"/>
            </a:xfrm>
            <a:prstGeom prst="rect">
              <a:avLst/>
            </a:prstGeom>
          </p:spPr>
        </p:pic>
        <p:pic>
          <p:nvPicPr>
            <p:cNvPr id="6" name="Imagen 5">
              <a:extLst>
                <a:ext uri="{FF2B5EF4-FFF2-40B4-BE49-F238E27FC236}">
                  <a16:creationId xmlns:a16="http://schemas.microsoft.com/office/drawing/2014/main" id="{785BB4E6-C2D1-0E16-3301-9D4F8815D882}"/>
                </a:ext>
              </a:extLst>
            </p:cNvPr>
            <p:cNvPicPr>
              <a:picLocks noChangeAspect="1"/>
            </p:cNvPicPr>
            <p:nvPr/>
          </p:nvPicPr>
          <p:blipFill>
            <a:blip r:embed="rId4">
              <a:duotone>
                <a:prstClr val="black"/>
                <a:srgbClr val="FFC000">
                  <a:tint val="45000"/>
                  <a:satMod val="400000"/>
                </a:srgbClr>
              </a:duotone>
            </a:blip>
            <a:srcRect l="12605" t="6975" r="76248" b="81420"/>
            <a:stretch/>
          </p:blipFill>
          <p:spPr>
            <a:xfrm>
              <a:off x="10018550" y="3502366"/>
              <a:ext cx="266750" cy="342900"/>
            </a:xfrm>
            <a:prstGeom prst="rect">
              <a:avLst/>
            </a:prstGeom>
          </p:spPr>
        </p:pic>
        <p:pic>
          <p:nvPicPr>
            <p:cNvPr id="7" name="Imagen 6">
              <a:extLst>
                <a:ext uri="{FF2B5EF4-FFF2-40B4-BE49-F238E27FC236}">
                  <a16:creationId xmlns:a16="http://schemas.microsoft.com/office/drawing/2014/main" id="{A10B4B7F-4090-0D35-2493-5A2D4058081E}"/>
                </a:ext>
              </a:extLst>
            </p:cNvPr>
            <p:cNvPicPr>
              <a:picLocks noChangeAspect="1"/>
            </p:cNvPicPr>
            <p:nvPr/>
          </p:nvPicPr>
          <p:blipFill>
            <a:blip r:embed="rId4">
              <a:duotone>
                <a:prstClr val="black"/>
                <a:srgbClr val="FFC000">
                  <a:tint val="45000"/>
                  <a:satMod val="400000"/>
                </a:srgbClr>
              </a:duotone>
            </a:blip>
            <a:srcRect l="44426" t="49100" r="44426" b="39295"/>
            <a:stretch/>
          </p:blipFill>
          <p:spPr>
            <a:xfrm>
              <a:off x="10295942" y="3502366"/>
              <a:ext cx="266750" cy="342900"/>
            </a:xfrm>
            <a:prstGeom prst="rect">
              <a:avLst/>
            </a:prstGeom>
          </p:spPr>
        </p:pic>
        <p:pic>
          <p:nvPicPr>
            <p:cNvPr id="8" name="Imagen 7">
              <a:extLst>
                <a:ext uri="{FF2B5EF4-FFF2-40B4-BE49-F238E27FC236}">
                  <a16:creationId xmlns:a16="http://schemas.microsoft.com/office/drawing/2014/main" id="{E66B5D27-CAE6-C2BC-B456-7E897DB3BCE7}"/>
                </a:ext>
              </a:extLst>
            </p:cNvPr>
            <p:cNvPicPr>
              <a:picLocks noChangeAspect="1"/>
            </p:cNvPicPr>
            <p:nvPr/>
          </p:nvPicPr>
          <p:blipFill>
            <a:blip r:embed="rId4">
              <a:duotone>
                <a:prstClr val="black"/>
                <a:srgbClr val="FFC000">
                  <a:tint val="45000"/>
                  <a:satMod val="400000"/>
                </a:srgbClr>
              </a:duotone>
            </a:blip>
            <a:srcRect l="55117" t="6975" r="33736" b="81420"/>
            <a:stretch/>
          </p:blipFill>
          <p:spPr>
            <a:xfrm>
              <a:off x="10573334" y="3502366"/>
              <a:ext cx="266750" cy="342900"/>
            </a:xfrm>
            <a:prstGeom prst="rect">
              <a:avLst/>
            </a:prstGeom>
          </p:spPr>
        </p:pic>
        <p:pic>
          <p:nvPicPr>
            <p:cNvPr id="9" name="Imagen 8">
              <a:extLst>
                <a:ext uri="{FF2B5EF4-FFF2-40B4-BE49-F238E27FC236}">
                  <a16:creationId xmlns:a16="http://schemas.microsoft.com/office/drawing/2014/main" id="{7684B6DD-1D4D-0645-0C98-463AA0853377}"/>
                </a:ext>
              </a:extLst>
            </p:cNvPr>
            <p:cNvPicPr>
              <a:picLocks noChangeAspect="1"/>
            </p:cNvPicPr>
            <p:nvPr/>
          </p:nvPicPr>
          <p:blipFill>
            <a:blip r:embed="rId4">
              <a:duotone>
                <a:prstClr val="black"/>
                <a:srgbClr val="FFC000">
                  <a:tint val="45000"/>
                  <a:satMod val="400000"/>
                </a:srgbClr>
              </a:duotone>
            </a:blip>
            <a:srcRect l="44516" t="6975" r="44337" b="81420"/>
            <a:stretch/>
          </p:blipFill>
          <p:spPr>
            <a:xfrm>
              <a:off x="10850726" y="3502366"/>
              <a:ext cx="266750" cy="342900"/>
            </a:xfrm>
            <a:prstGeom prst="rect">
              <a:avLst/>
            </a:prstGeom>
          </p:spPr>
        </p:pic>
        <p:grpSp>
          <p:nvGrpSpPr>
            <p:cNvPr id="10" name="Grupo 9">
              <a:extLst>
                <a:ext uri="{FF2B5EF4-FFF2-40B4-BE49-F238E27FC236}">
                  <a16:creationId xmlns:a16="http://schemas.microsoft.com/office/drawing/2014/main" id="{5E81471F-FE17-9A24-4187-256EE175D4D5}"/>
                </a:ext>
              </a:extLst>
            </p:cNvPr>
            <p:cNvGrpSpPr/>
            <p:nvPr/>
          </p:nvGrpSpPr>
          <p:grpSpPr>
            <a:xfrm>
              <a:off x="11128117" y="3502366"/>
              <a:ext cx="266750" cy="342900"/>
              <a:chOff x="5053733" y="4472706"/>
              <a:chExt cx="764498" cy="795862"/>
            </a:xfrm>
          </p:grpSpPr>
          <p:pic>
            <p:nvPicPr>
              <p:cNvPr id="11" name="Imagen 10">
                <a:extLst>
                  <a:ext uri="{FF2B5EF4-FFF2-40B4-BE49-F238E27FC236}">
                    <a16:creationId xmlns:a16="http://schemas.microsoft.com/office/drawing/2014/main" id="{6F47809F-F9C8-9516-2D01-73CB32A0BE2A}"/>
                  </a:ext>
                </a:extLst>
              </p:cNvPr>
              <p:cNvPicPr>
                <a:picLocks noChangeAspect="1"/>
              </p:cNvPicPr>
              <p:nvPr/>
            </p:nvPicPr>
            <p:blipFill>
              <a:blip r:embed="rId4">
                <a:duotone>
                  <a:prstClr val="black"/>
                  <a:srgbClr val="FFC000">
                    <a:tint val="45000"/>
                    <a:satMod val="400000"/>
                  </a:srgbClr>
                </a:duotone>
              </a:blip>
              <a:srcRect l="65685" t="49149" r="23168" b="39246"/>
              <a:stretch/>
            </p:blipFill>
            <p:spPr>
              <a:xfrm>
                <a:off x="5053733" y="4472706"/>
                <a:ext cx="764498" cy="795862"/>
              </a:xfrm>
              <a:prstGeom prst="rect">
                <a:avLst/>
              </a:prstGeom>
            </p:spPr>
          </p:pic>
          <p:pic>
            <p:nvPicPr>
              <p:cNvPr id="12" name="Imagen 11">
                <a:extLst>
                  <a:ext uri="{FF2B5EF4-FFF2-40B4-BE49-F238E27FC236}">
                    <a16:creationId xmlns:a16="http://schemas.microsoft.com/office/drawing/2014/main" id="{16466980-8132-EE7C-17F1-BEC7624440EE}"/>
                  </a:ext>
                </a:extLst>
              </p:cNvPr>
              <p:cNvPicPr>
                <a:picLocks noChangeAspect="1"/>
              </p:cNvPicPr>
              <p:nvPr/>
            </p:nvPicPr>
            <p:blipFill>
              <a:blip r:embed="rId4">
                <a:duotone>
                  <a:prstClr val="black"/>
                  <a:srgbClr val="FFC000">
                    <a:tint val="45000"/>
                    <a:satMod val="400000"/>
                  </a:srgbClr>
                </a:duotone>
              </a:blip>
              <a:srcRect l="68939" t="57493" r="29532" b="40331"/>
              <a:stretch/>
            </p:blipFill>
            <p:spPr>
              <a:xfrm>
                <a:off x="5383594" y="5038725"/>
                <a:ext cx="128206" cy="149225"/>
              </a:xfrm>
              <a:prstGeom prst="rect">
                <a:avLst/>
              </a:prstGeom>
            </p:spPr>
          </p:pic>
        </p:grpSp>
      </p:grpSp>
      <p:pic>
        <p:nvPicPr>
          <p:cNvPr id="14" name="Imagen 13">
            <a:extLst>
              <a:ext uri="{FF2B5EF4-FFF2-40B4-BE49-F238E27FC236}">
                <a16:creationId xmlns:a16="http://schemas.microsoft.com/office/drawing/2014/main" id="{A4E69D1D-C5A4-FE68-CA2A-BDFBF56162A0}"/>
              </a:ext>
            </a:extLst>
          </p:cNvPr>
          <p:cNvPicPr>
            <a:picLocks noChangeAspect="1"/>
          </p:cNvPicPr>
          <p:nvPr/>
        </p:nvPicPr>
        <p:blipFill>
          <a:blip r:embed="rId9"/>
          <a:stretch>
            <a:fillRect/>
          </a:stretch>
        </p:blipFill>
        <p:spPr>
          <a:xfrm>
            <a:off x="7065100" y="2978630"/>
            <a:ext cx="6680330" cy="4453553"/>
          </a:xfrm>
          <a:prstGeom prst="rect">
            <a:avLst/>
          </a:prstGeom>
        </p:spPr>
      </p:pic>
    </p:spTree>
    <p:extLst>
      <p:ext uri="{BB962C8B-B14F-4D97-AF65-F5344CB8AC3E}">
        <p14:creationId xmlns:p14="http://schemas.microsoft.com/office/powerpoint/2010/main" val="2615349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000">
        <p159:morph option="byObject"/>
      </p:transition>
    </mc:Choice>
    <mc:Fallback xmlns="">
      <p:transition spd="slow"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withEffect">
                                  <p:stCondLst>
                                    <p:cond delay="0"/>
                                  </p:stCondLst>
                                  <p:childTnLst>
                                    <p:set>
                                      <p:cBhvr>
                                        <p:cTn id="6" dur="1" fill="hold">
                                          <p:stCondLst>
                                            <p:cond delay="0"/>
                                          </p:stCondLst>
                                        </p:cTn>
                                        <p:tgtEl>
                                          <p:spTgt spid="1254"/>
                                        </p:tgtEl>
                                        <p:attrNameLst>
                                          <p:attrName>style.visibility</p:attrName>
                                        </p:attrNameLst>
                                      </p:cBhvr>
                                      <p:to>
                                        <p:strVal val="visible"/>
                                      </p:to>
                                    </p:set>
                                    <p:animEffect transition="in" filter="barn(outHorizontal)">
                                      <p:cBhvr>
                                        <p:cTn id="7" dur="1000"/>
                                        <p:tgtEl>
                                          <p:spTgt spid="1254"/>
                                        </p:tgtEl>
                                      </p:cBhvr>
                                    </p:animEffect>
                                  </p:childTnLst>
                                </p:cTn>
                              </p:par>
                              <p:par>
                                <p:cTn id="8" presetID="16" presetClass="entr" presetSubtype="42" fill="hold" nodeType="withEffect">
                                  <p:stCondLst>
                                    <p:cond delay="0"/>
                                  </p:stCondLst>
                                  <p:childTnLst>
                                    <p:set>
                                      <p:cBhvr>
                                        <p:cTn id="9" dur="1" fill="hold">
                                          <p:stCondLst>
                                            <p:cond delay="0"/>
                                          </p:stCondLst>
                                        </p:cTn>
                                        <p:tgtEl>
                                          <p:spTgt spid="1081"/>
                                        </p:tgtEl>
                                        <p:attrNameLst>
                                          <p:attrName>style.visibility</p:attrName>
                                        </p:attrNameLst>
                                      </p:cBhvr>
                                      <p:to>
                                        <p:strVal val="visible"/>
                                      </p:to>
                                    </p:set>
                                    <p:animEffect transition="in" filter="barn(outHorizontal)">
                                      <p:cBhvr>
                                        <p:cTn id="10" dur="1000"/>
                                        <p:tgtEl>
                                          <p:spTgt spid="1081"/>
                                        </p:tgtEl>
                                      </p:cBhvr>
                                    </p:animEffect>
                                  </p:childTnLst>
                                </p:cTn>
                              </p:par>
                            </p:childTnLst>
                          </p:cTn>
                        </p:par>
                        <p:par>
                          <p:cTn id="11" fill="hold">
                            <p:stCondLst>
                              <p:cond delay="1000"/>
                            </p:stCondLst>
                            <p:childTnLst>
                              <p:par>
                                <p:cTn id="12" presetID="16" presetClass="entr" presetSubtype="42" fill="hold" nodeType="afterEffect">
                                  <p:stCondLst>
                                    <p:cond delay="0"/>
                                  </p:stCondLst>
                                  <p:childTnLst>
                                    <p:set>
                                      <p:cBhvr>
                                        <p:cTn id="13" dur="1" fill="hold">
                                          <p:stCondLst>
                                            <p:cond delay="0"/>
                                          </p:stCondLst>
                                        </p:cTn>
                                        <p:tgtEl>
                                          <p:spTgt spid="1070"/>
                                        </p:tgtEl>
                                        <p:attrNameLst>
                                          <p:attrName>style.visibility</p:attrName>
                                        </p:attrNameLst>
                                      </p:cBhvr>
                                      <p:to>
                                        <p:strVal val="visible"/>
                                      </p:to>
                                    </p:set>
                                    <p:animEffect transition="in" filter="barn(outHorizontal)">
                                      <p:cBhvr>
                                        <p:cTn id="14" dur="1000"/>
                                        <p:tgtEl>
                                          <p:spTgt spid="1070"/>
                                        </p:tgtEl>
                                      </p:cBhvr>
                                    </p:animEffect>
                                  </p:childTnLst>
                                </p:cTn>
                              </p:par>
                            </p:childTnLst>
                          </p:cTn>
                        </p:par>
                        <p:par>
                          <p:cTn id="15" fill="hold">
                            <p:stCondLst>
                              <p:cond delay="2000"/>
                            </p:stCondLst>
                            <p:childTnLst>
                              <p:par>
                                <p:cTn id="16" presetID="16" presetClass="entr" presetSubtype="42" fill="hold" nodeType="afterEffect">
                                  <p:stCondLst>
                                    <p:cond delay="0"/>
                                  </p:stCondLst>
                                  <p:childTnLst>
                                    <p:set>
                                      <p:cBhvr>
                                        <p:cTn id="17" dur="1" fill="hold">
                                          <p:stCondLst>
                                            <p:cond delay="0"/>
                                          </p:stCondLst>
                                        </p:cTn>
                                        <p:tgtEl>
                                          <p:spTgt spid="1265"/>
                                        </p:tgtEl>
                                        <p:attrNameLst>
                                          <p:attrName>style.visibility</p:attrName>
                                        </p:attrNameLst>
                                      </p:cBhvr>
                                      <p:to>
                                        <p:strVal val="visible"/>
                                      </p:to>
                                    </p:set>
                                    <p:animEffect transition="in" filter="barn(outHorizontal)">
                                      <p:cBhvr>
                                        <p:cTn id="18" dur="500"/>
                                        <p:tgtEl>
                                          <p:spTgt spid="1265"/>
                                        </p:tgtEl>
                                      </p:cBhvr>
                                    </p:animEffect>
                                  </p:childTnLst>
                                </p:cTn>
                              </p:par>
                            </p:childTnLst>
                          </p:cTn>
                        </p:par>
                        <p:par>
                          <p:cTn id="19" fill="hold">
                            <p:stCondLst>
                              <p:cond delay="2500"/>
                            </p:stCondLst>
                            <p:childTnLst>
                              <p:par>
                                <p:cTn id="20" presetID="16" presetClass="entr" presetSubtype="42" fill="hold" nodeType="afterEffect">
                                  <p:stCondLst>
                                    <p:cond delay="0"/>
                                  </p:stCondLst>
                                  <p:childTnLst>
                                    <p:set>
                                      <p:cBhvr>
                                        <p:cTn id="21" dur="1" fill="hold">
                                          <p:stCondLst>
                                            <p:cond delay="0"/>
                                          </p:stCondLst>
                                        </p:cTn>
                                        <p:tgtEl>
                                          <p:spTgt spid="353"/>
                                        </p:tgtEl>
                                        <p:attrNameLst>
                                          <p:attrName>style.visibility</p:attrName>
                                        </p:attrNameLst>
                                      </p:cBhvr>
                                      <p:to>
                                        <p:strVal val="visible"/>
                                      </p:to>
                                    </p:set>
                                    <p:animEffect transition="in" filter="barn(outHorizontal)">
                                      <p:cBhvr>
                                        <p:cTn id="22" dur="1000"/>
                                        <p:tgtEl>
                                          <p:spTgt spid="353"/>
                                        </p:tgtEl>
                                      </p:cBhvr>
                                    </p:animEffect>
                                  </p:childTnLst>
                                </p:cTn>
                              </p:par>
                            </p:childTnLst>
                          </p:cTn>
                        </p:par>
                        <p:par>
                          <p:cTn id="23" fill="hold">
                            <p:stCondLst>
                              <p:cond delay="3500"/>
                            </p:stCondLst>
                            <p:childTnLst>
                              <p:par>
                                <p:cTn id="24" presetID="9" presetClass="entr" presetSubtype="0" fill="hold" nodeType="afterEffect">
                                  <p:stCondLst>
                                    <p:cond delay="0"/>
                                  </p:stCondLst>
                                  <p:childTnLst>
                                    <p:set>
                                      <p:cBhvr>
                                        <p:cTn id="25" dur="1" fill="hold">
                                          <p:stCondLst>
                                            <p:cond delay="0"/>
                                          </p:stCondLst>
                                        </p:cTn>
                                        <p:tgtEl>
                                          <p:spTgt spid="621"/>
                                        </p:tgtEl>
                                        <p:attrNameLst>
                                          <p:attrName>style.visibility</p:attrName>
                                        </p:attrNameLst>
                                      </p:cBhvr>
                                      <p:to>
                                        <p:strVal val="visible"/>
                                      </p:to>
                                    </p:set>
                                    <p:animEffect transition="in" filter="dissolve">
                                      <p:cBhvr>
                                        <p:cTn id="26" dur="1000"/>
                                        <p:tgtEl>
                                          <p:spTgt spid="621"/>
                                        </p:tgtEl>
                                      </p:cBhvr>
                                    </p:animEffect>
                                  </p:childTnLst>
                                </p:cTn>
                              </p:par>
                            </p:childTnLst>
                          </p:cTn>
                        </p:par>
                        <p:par>
                          <p:cTn id="27" fill="hold">
                            <p:stCondLst>
                              <p:cond delay="4500"/>
                            </p:stCondLst>
                            <p:childTnLst>
                              <p:par>
                                <p:cTn id="28" presetID="16" presetClass="entr" presetSubtype="42" fill="hold" nodeType="afterEffect">
                                  <p:stCondLst>
                                    <p:cond delay="0"/>
                                  </p:stCondLst>
                                  <p:childTnLst>
                                    <p:set>
                                      <p:cBhvr>
                                        <p:cTn id="29" dur="1" fill="hold">
                                          <p:stCondLst>
                                            <p:cond delay="0"/>
                                          </p:stCondLst>
                                        </p:cTn>
                                        <p:tgtEl>
                                          <p:spTgt spid="398"/>
                                        </p:tgtEl>
                                        <p:attrNameLst>
                                          <p:attrName>style.visibility</p:attrName>
                                        </p:attrNameLst>
                                      </p:cBhvr>
                                      <p:to>
                                        <p:strVal val="visible"/>
                                      </p:to>
                                    </p:set>
                                    <p:animEffect transition="in" filter="barn(outHorizontal)">
                                      <p:cBhvr>
                                        <p:cTn id="30" dur="1000"/>
                                        <p:tgtEl>
                                          <p:spTgt spid="398"/>
                                        </p:tgtEl>
                                      </p:cBhvr>
                                    </p:animEffect>
                                  </p:childTnLst>
                                </p:cTn>
                              </p:par>
                            </p:childTnLst>
                          </p:cTn>
                        </p:par>
                        <p:par>
                          <p:cTn id="31" fill="hold">
                            <p:stCondLst>
                              <p:cond delay="6500"/>
                            </p:stCondLst>
                            <p:childTnLst>
                              <p:par>
                                <p:cTn id="32" presetID="16" presetClass="entr" presetSubtype="42" fill="hold" nodeType="afterEffect">
                                  <p:stCondLst>
                                    <p:cond delay="0"/>
                                  </p:stCondLst>
                                  <p:childTnLst>
                                    <p:set>
                                      <p:cBhvr>
                                        <p:cTn id="33" dur="1" fill="hold">
                                          <p:stCondLst>
                                            <p:cond delay="0"/>
                                          </p:stCondLst>
                                        </p:cTn>
                                        <p:tgtEl>
                                          <p:spTgt spid="1035"/>
                                        </p:tgtEl>
                                        <p:attrNameLst>
                                          <p:attrName>style.visibility</p:attrName>
                                        </p:attrNameLst>
                                      </p:cBhvr>
                                      <p:to>
                                        <p:strVal val="visible"/>
                                      </p:to>
                                    </p:set>
                                    <p:animEffect transition="in" filter="barn(outHorizontal)">
                                      <p:cBhvr>
                                        <p:cTn id="34" dur="1000"/>
                                        <p:tgtEl>
                                          <p:spTgt spid="1035"/>
                                        </p:tgtEl>
                                      </p:cBhvr>
                                    </p:animEffect>
                                  </p:childTnLst>
                                </p:cTn>
                              </p:par>
                            </p:childTnLst>
                          </p:cTn>
                        </p:par>
                        <p:par>
                          <p:cTn id="35" fill="hold">
                            <p:stCondLst>
                              <p:cond delay="8500"/>
                            </p:stCondLst>
                            <p:childTnLst>
                              <p:par>
                                <p:cTn id="36" presetID="16" presetClass="entr" presetSubtype="21" fill="hold" nodeType="afterEffect">
                                  <p:stCondLst>
                                    <p:cond delay="0"/>
                                  </p:stCondLst>
                                  <p:childTnLst>
                                    <p:set>
                                      <p:cBhvr>
                                        <p:cTn id="37" dur="1" fill="hold">
                                          <p:stCondLst>
                                            <p:cond delay="0"/>
                                          </p:stCondLst>
                                        </p:cTn>
                                        <p:tgtEl>
                                          <p:spTgt spid="309"/>
                                        </p:tgtEl>
                                        <p:attrNameLst>
                                          <p:attrName>style.visibility</p:attrName>
                                        </p:attrNameLst>
                                      </p:cBhvr>
                                      <p:to>
                                        <p:strVal val="visible"/>
                                      </p:to>
                                    </p:set>
                                    <p:animEffect transition="in" filter="barn(inVertical)">
                                      <p:cBhvr>
                                        <p:cTn id="38" dur="500"/>
                                        <p:tgtEl>
                                          <p:spTgt spid="309"/>
                                        </p:tgtEl>
                                      </p:cBhvr>
                                    </p:animEffect>
                                  </p:childTnLst>
                                </p:cTn>
                              </p:par>
                            </p:childTnLst>
                          </p:cTn>
                        </p:par>
                        <p:par>
                          <p:cTn id="39" fill="hold">
                            <p:stCondLst>
                              <p:cond delay="9000"/>
                            </p:stCondLst>
                            <p:childTnLst>
                              <p:par>
                                <p:cTn id="40" presetID="9" presetClass="entr" presetSubtype="0" fill="hold" grpId="1" nodeType="afterEffect">
                                  <p:stCondLst>
                                    <p:cond delay="1500"/>
                                  </p:stCondLst>
                                  <p:childTnLst>
                                    <p:set>
                                      <p:cBhvr>
                                        <p:cTn id="41" dur="1" fill="hold">
                                          <p:stCondLst>
                                            <p:cond delay="0"/>
                                          </p:stCondLst>
                                        </p:cTn>
                                        <p:tgtEl>
                                          <p:spTgt spid="4124"/>
                                        </p:tgtEl>
                                        <p:attrNameLst>
                                          <p:attrName>style.visibility</p:attrName>
                                        </p:attrNameLst>
                                      </p:cBhvr>
                                      <p:to>
                                        <p:strVal val="visible"/>
                                      </p:to>
                                    </p:set>
                                    <p:animEffect transition="in" filter="dissolve">
                                      <p:cBhvr>
                                        <p:cTn id="42" dur="1000"/>
                                        <p:tgtEl>
                                          <p:spTgt spid="4124"/>
                                        </p:tgtEl>
                                      </p:cBhvr>
                                    </p:animEffect>
                                  </p:childTnLst>
                                </p:cTn>
                              </p:par>
                            </p:childTnLst>
                          </p:cTn>
                        </p:par>
                        <p:par>
                          <p:cTn id="43" fill="hold">
                            <p:stCondLst>
                              <p:cond delay="11500"/>
                            </p:stCondLst>
                            <p:childTnLst>
                              <p:par>
                                <p:cTn id="44" presetID="9" presetClass="entr" presetSubtype="0" fill="hold" grpId="2" nodeType="afterEffect">
                                  <p:stCondLst>
                                    <p:cond delay="1000"/>
                                  </p:stCondLst>
                                  <p:childTnLst>
                                    <p:set>
                                      <p:cBhvr>
                                        <p:cTn id="45" dur="1" fill="hold">
                                          <p:stCondLst>
                                            <p:cond delay="0"/>
                                          </p:stCondLst>
                                        </p:cTn>
                                        <p:tgtEl>
                                          <p:spTgt spid="4125"/>
                                        </p:tgtEl>
                                        <p:attrNameLst>
                                          <p:attrName>style.visibility</p:attrName>
                                        </p:attrNameLst>
                                      </p:cBhvr>
                                      <p:to>
                                        <p:strVal val="visible"/>
                                      </p:to>
                                    </p:set>
                                    <p:animEffect transition="in" filter="dissolve">
                                      <p:cBhvr>
                                        <p:cTn id="46" dur="1000"/>
                                        <p:tgtEl>
                                          <p:spTgt spid="4125"/>
                                        </p:tgtEl>
                                      </p:cBhvr>
                                    </p:animEffect>
                                  </p:childTnLst>
                                </p:cTn>
                              </p:par>
                            </p:childTnLst>
                          </p:cTn>
                        </p:par>
                        <p:par>
                          <p:cTn id="47" fill="hold">
                            <p:stCondLst>
                              <p:cond delay="13500"/>
                            </p:stCondLst>
                            <p:childTnLst>
                              <p:par>
                                <p:cTn id="48" presetID="16" presetClass="entr" presetSubtype="42" fill="hold" nodeType="after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barn(outHorizontal)">
                                      <p:cBhvr>
                                        <p:cTn id="50" dur="1500"/>
                                        <p:tgtEl>
                                          <p:spTgt spid="2"/>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42" fill="hold" nodeType="clickEffect">
                                  <p:stCondLst>
                                    <p:cond delay="0"/>
                                  </p:stCondLst>
                                  <p:childTnLst>
                                    <p:set>
                                      <p:cBhvr>
                                        <p:cTn id="54" dur="1" fill="hold">
                                          <p:stCondLst>
                                            <p:cond delay="0"/>
                                          </p:stCondLst>
                                        </p:cTn>
                                        <p:tgtEl>
                                          <p:spTgt spid="428"/>
                                        </p:tgtEl>
                                        <p:attrNameLst>
                                          <p:attrName>style.visibility</p:attrName>
                                        </p:attrNameLst>
                                      </p:cBhvr>
                                      <p:to>
                                        <p:strVal val="visible"/>
                                      </p:to>
                                    </p:set>
                                    <p:animEffect transition="in" filter="barn(outHorizontal)">
                                      <p:cBhvr>
                                        <p:cTn id="55" dur="1000"/>
                                        <p:tgtEl>
                                          <p:spTgt spid="4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4" grpId="1" animBg="1"/>
      <p:bldP spid="4125"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 name="Picture 4" descr="Proyectos - Mobiliario de oficina - Interiorismo">
            <a:extLst>
              <a:ext uri="{FF2B5EF4-FFF2-40B4-BE49-F238E27FC236}">
                <a16:creationId xmlns:a16="http://schemas.microsoft.com/office/drawing/2014/main" id="{D165D6A4-DBD7-5009-A6E5-1F3B0E8757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055" b="26958"/>
          <a:stretch/>
        </p:blipFill>
        <p:spPr bwMode="auto">
          <a:xfrm>
            <a:off x="-146705" y="-88900"/>
            <a:ext cx="12408142" cy="6946900"/>
          </a:xfrm>
          <a:prstGeom prst="rect">
            <a:avLst/>
          </a:prstGeom>
          <a:noFill/>
          <a:extLst>
            <a:ext uri="{909E8E84-426E-40DD-AFC4-6F175D3DCCD1}">
              <a14:hiddenFill xmlns:a14="http://schemas.microsoft.com/office/drawing/2010/main">
                <a:solidFill>
                  <a:srgbClr val="FFFFFF"/>
                </a:solidFill>
              </a14:hiddenFill>
            </a:ext>
          </a:extLst>
        </p:spPr>
      </p:pic>
      <p:pic>
        <p:nvPicPr>
          <p:cNvPr id="47" name="Imagen 46">
            <a:extLst>
              <a:ext uri="{FF2B5EF4-FFF2-40B4-BE49-F238E27FC236}">
                <a16:creationId xmlns:a16="http://schemas.microsoft.com/office/drawing/2014/main" id="{A7668B41-E7E0-403A-96A6-7D622B26F6EF}"/>
              </a:ext>
            </a:extLst>
          </p:cNvPr>
          <p:cNvPicPr>
            <a:picLocks noChangeAspect="1"/>
          </p:cNvPicPr>
          <p:nvPr/>
        </p:nvPicPr>
        <p:blipFill>
          <a:blip r:embed="rId3"/>
          <a:srcRect t="8262" r="2512"/>
          <a:stretch/>
        </p:blipFill>
        <p:spPr>
          <a:xfrm>
            <a:off x="405811" y="422485"/>
            <a:ext cx="11461898" cy="6105219"/>
          </a:xfrm>
          <a:prstGeom prst="rect">
            <a:avLst/>
          </a:prstGeom>
        </p:spPr>
      </p:pic>
      <p:pic>
        <p:nvPicPr>
          <p:cNvPr id="1293" name="Imagen 1292">
            <a:extLst>
              <a:ext uri="{FF2B5EF4-FFF2-40B4-BE49-F238E27FC236}">
                <a16:creationId xmlns:a16="http://schemas.microsoft.com/office/drawing/2014/main" id="{B131A30B-55E9-5570-8F8E-93DD04A29705}"/>
              </a:ext>
            </a:extLst>
          </p:cNvPr>
          <p:cNvPicPr>
            <a:picLocks noChangeAspect="1"/>
          </p:cNvPicPr>
          <p:nvPr/>
        </p:nvPicPr>
        <p:blipFill>
          <a:blip r:embed="rId4"/>
          <a:srcRect l="33916" t="6975" r="54937" b="81420"/>
          <a:stretch/>
        </p:blipFill>
        <p:spPr>
          <a:xfrm>
            <a:off x="7094714" y="419566"/>
            <a:ext cx="645272" cy="671745"/>
          </a:xfrm>
          <a:prstGeom prst="rect">
            <a:avLst/>
          </a:prstGeom>
        </p:spPr>
      </p:pic>
      <p:pic>
        <p:nvPicPr>
          <p:cNvPr id="1294" name="Imagen 1293">
            <a:extLst>
              <a:ext uri="{FF2B5EF4-FFF2-40B4-BE49-F238E27FC236}">
                <a16:creationId xmlns:a16="http://schemas.microsoft.com/office/drawing/2014/main" id="{C497D70B-40CC-61EA-1C7F-ECE9164B42BF}"/>
              </a:ext>
            </a:extLst>
          </p:cNvPr>
          <p:cNvPicPr>
            <a:picLocks noChangeAspect="1"/>
          </p:cNvPicPr>
          <p:nvPr/>
        </p:nvPicPr>
        <p:blipFill>
          <a:blip r:embed="rId4"/>
          <a:srcRect l="55117" t="6975" r="33736" b="81420"/>
          <a:stretch/>
        </p:blipFill>
        <p:spPr>
          <a:xfrm>
            <a:off x="9321070" y="419566"/>
            <a:ext cx="645272" cy="671745"/>
          </a:xfrm>
          <a:prstGeom prst="rect">
            <a:avLst/>
          </a:prstGeom>
        </p:spPr>
      </p:pic>
      <p:pic>
        <p:nvPicPr>
          <p:cNvPr id="1295" name="Imagen 1294">
            <a:extLst>
              <a:ext uri="{FF2B5EF4-FFF2-40B4-BE49-F238E27FC236}">
                <a16:creationId xmlns:a16="http://schemas.microsoft.com/office/drawing/2014/main" id="{1D75A9DB-5B1B-082F-16BB-B287C65D451D}"/>
              </a:ext>
            </a:extLst>
          </p:cNvPr>
          <p:cNvPicPr>
            <a:picLocks noChangeAspect="1"/>
          </p:cNvPicPr>
          <p:nvPr/>
        </p:nvPicPr>
        <p:blipFill>
          <a:blip r:embed="rId4"/>
          <a:srcRect l="76281" t="21082" r="12572" b="67313"/>
          <a:stretch/>
        </p:blipFill>
        <p:spPr>
          <a:xfrm>
            <a:off x="8207892" y="419566"/>
            <a:ext cx="645272" cy="671745"/>
          </a:xfrm>
          <a:prstGeom prst="rect">
            <a:avLst/>
          </a:prstGeom>
        </p:spPr>
      </p:pic>
      <p:pic>
        <p:nvPicPr>
          <p:cNvPr id="1296" name="Imagen 1295">
            <a:extLst>
              <a:ext uri="{FF2B5EF4-FFF2-40B4-BE49-F238E27FC236}">
                <a16:creationId xmlns:a16="http://schemas.microsoft.com/office/drawing/2014/main" id="{8D8E02C5-8E83-4DE7-DEF7-8FD45DDB35B7}"/>
              </a:ext>
            </a:extLst>
          </p:cNvPr>
          <p:cNvPicPr>
            <a:picLocks noChangeAspect="1"/>
          </p:cNvPicPr>
          <p:nvPr/>
        </p:nvPicPr>
        <p:blipFill>
          <a:blip r:embed="rId4"/>
          <a:srcRect l="12624" t="34906" r="76229" b="53489"/>
          <a:stretch/>
        </p:blipFill>
        <p:spPr>
          <a:xfrm>
            <a:off x="7651303" y="419566"/>
            <a:ext cx="645272" cy="671745"/>
          </a:xfrm>
          <a:prstGeom prst="rect">
            <a:avLst/>
          </a:prstGeom>
        </p:spPr>
      </p:pic>
      <p:pic>
        <p:nvPicPr>
          <p:cNvPr id="1297" name="Imagen 1296">
            <a:extLst>
              <a:ext uri="{FF2B5EF4-FFF2-40B4-BE49-F238E27FC236}">
                <a16:creationId xmlns:a16="http://schemas.microsoft.com/office/drawing/2014/main" id="{6A141A42-6872-4582-BAF7-3EFCC89AAE40}"/>
              </a:ext>
            </a:extLst>
          </p:cNvPr>
          <p:cNvPicPr>
            <a:picLocks noChangeAspect="1"/>
          </p:cNvPicPr>
          <p:nvPr/>
        </p:nvPicPr>
        <p:blipFill>
          <a:blip r:embed="rId4"/>
          <a:srcRect l="65685" t="34869" r="23168" b="53526"/>
          <a:stretch/>
        </p:blipFill>
        <p:spPr>
          <a:xfrm>
            <a:off x="8764481" y="419566"/>
            <a:ext cx="645272" cy="671745"/>
          </a:xfrm>
          <a:prstGeom prst="rect">
            <a:avLst/>
          </a:prstGeom>
        </p:spPr>
      </p:pic>
      <p:pic>
        <p:nvPicPr>
          <p:cNvPr id="1298" name="Imagen 1297">
            <a:extLst>
              <a:ext uri="{FF2B5EF4-FFF2-40B4-BE49-F238E27FC236}">
                <a16:creationId xmlns:a16="http://schemas.microsoft.com/office/drawing/2014/main" id="{47C03C90-CA8A-9579-4B64-7E8399EF81EE}"/>
              </a:ext>
            </a:extLst>
          </p:cNvPr>
          <p:cNvPicPr>
            <a:picLocks noChangeAspect="1"/>
          </p:cNvPicPr>
          <p:nvPr/>
        </p:nvPicPr>
        <p:blipFill>
          <a:blip r:embed="rId4"/>
          <a:srcRect l="76281" t="21082" r="12572" b="67313"/>
          <a:stretch/>
        </p:blipFill>
        <p:spPr>
          <a:xfrm>
            <a:off x="9877659" y="419566"/>
            <a:ext cx="645272" cy="671745"/>
          </a:xfrm>
          <a:prstGeom prst="rect">
            <a:avLst/>
          </a:prstGeom>
        </p:spPr>
      </p:pic>
      <p:pic>
        <p:nvPicPr>
          <p:cNvPr id="1299" name="Imagen 1298">
            <a:extLst>
              <a:ext uri="{FF2B5EF4-FFF2-40B4-BE49-F238E27FC236}">
                <a16:creationId xmlns:a16="http://schemas.microsoft.com/office/drawing/2014/main" id="{225AF013-7AB7-F036-520F-C949DED2D3C8}"/>
              </a:ext>
            </a:extLst>
          </p:cNvPr>
          <p:cNvPicPr>
            <a:picLocks noChangeAspect="1"/>
          </p:cNvPicPr>
          <p:nvPr/>
        </p:nvPicPr>
        <p:blipFill>
          <a:blip r:embed="rId4"/>
          <a:srcRect l="65685" t="34869" r="23168" b="53526"/>
          <a:stretch/>
        </p:blipFill>
        <p:spPr>
          <a:xfrm>
            <a:off x="10434247" y="419566"/>
            <a:ext cx="645272" cy="671745"/>
          </a:xfrm>
          <a:prstGeom prst="rect">
            <a:avLst/>
          </a:prstGeom>
        </p:spPr>
      </p:pic>
      <p:pic>
        <p:nvPicPr>
          <p:cNvPr id="17" name="Imagen 16">
            <a:extLst>
              <a:ext uri="{FF2B5EF4-FFF2-40B4-BE49-F238E27FC236}">
                <a16:creationId xmlns:a16="http://schemas.microsoft.com/office/drawing/2014/main" id="{2EC47B71-8034-E47B-F652-3284D95C418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912796" y="408292"/>
            <a:ext cx="758418" cy="671745"/>
          </a:xfrm>
          <a:prstGeom prst="rect">
            <a:avLst/>
          </a:prstGeom>
        </p:spPr>
      </p:pic>
      <p:sp>
        <p:nvSpPr>
          <p:cNvPr id="1291" name="Marcador de contenido 2">
            <a:extLst>
              <a:ext uri="{FF2B5EF4-FFF2-40B4-BE49-F238E27FC236}">
                <a16:creationId xmlns:a16="http://schemas.microsoft.com/office/drawing/2014/main" id="{D60B2316-15A4-135B-1DFA-CDA07572E4AC}"/>
              </a:ext>
            </a:extLst>
          </p:cNvPr>
          <p:cNvSpPr>
            <a:spLocks noGrp="1"/>
          </p:cNvSpPr>
          <p:nvPr>
            <p:ph idx="1"/>
          </p:nvPr>
        </p:nvSpPr>
        <p:spPr>
          <a:xfrm>
            <a:off x="1176532" y="2272948"/>
            <a:ext cx="5404581" cy="4403763"/>
          </a:xfrm>
        </p:spPr>
        <p:txBody>
          <a:bodyPr>
            <a:normAutofit/>
          </a:bodyPr>
          <a:lstStyle/>
          <a:p>
            <a:r>
              <a:rPr lang="en-CA" b="1" dirty="0">
                <a:solidFill>
                  <a:schemeClr val="bg1"/>
                </a:solidFill>
              </a:rPr>
              <a:t>Introduction</a:t>
            </a:r>
          </a:p>
          <a:p>
            <a:r>
              <a:rPr lang="en-CA" b="1" dirty="0">
                <a:solidFill>
                  <a:schemeClr val="bg1"/>
                </a:solidFill>
              </a:rPr>
              <a:t>Workflow overview</a:t>
            </a:r>
          </a:p>
          <a:p>
            <a:r>
              <a:rPr lang="en-CA" b="1" dirty="0">
                <a:solidFill>
                  <a:schemeClr val="bg1"/>
                </a:solidFill>
              </a:rPr>
              <a:t>Missing Data</a:t>
            </a:r>
          </a:p>
          <a:p>
            <a:r>
              <a:rPr lang="en-CA" b="1" dirty="0">
                <a:solidFill>
                  <a:schemeClr val="bg1"/>
                </a:solidFill>
              </a:rPr>
              <a:t>EDA</a:t>
            </a:r>
          </a:p>
          <a:p>
            <a:r>
              <a:rPr lang="en-CA" b="1" dirty="0">
                <a:solidFill>
                  <a:schemeClr val="bg1"/>
                </a:solidFill>
              </a:rPr>
              <a:t>Principal Component Analysis</a:t>
            </a:r>
          </a:p>
          <a:p>
            <a:r>
              <a:rPr lang="en-CA" b="1" dirty="0">
                <a:solidFill>
                  <a:schemeClr val="bg1"/>
                </a:solidFill>
              </a:rPr>
              <a:t>Factor Analysis</a:t>
            </a:r>
          </a:p>
          <a:p>
            <a:pPr marL="0" indent="0">
              <a:buNone/>
            </a:pPr>
            <a:endParaRPr lang="en-CA" b="1" dirty="0">
              <a:solidFill>
                <a:schemeClr val="bg1"/>
              </a:solidFill>
            </a:endParaRPr>
          </a:p>
          <a:p>
            <a:pPr marL="0" indent="0">
              <a:buNone/>
            </a:pPr>
            <a:endParaRPr lang="en-CA" b="1" dirty="0">
              <a:solidFill>
                <a:schemeClr val="bg1"/>
              </a:solidFill>
            </a:endParaRPr>
          </a:p>
          <a:p>
            <a:endParaRPr lang="en-CA" b="1" dirty="0">
              <a:solidFill>
                <a:schemeClr val="bg1"/>
              </a:solidFill>
            </a:endParaRPr>
          </a:p>
          <a:p>
            <a:endParaRPr lang="en-CA" b="1" dirty="0">
              <a:solidFill>
                <a:schemeClr val="bg1"/>
              </a:solidFill>
            </a:endParaRPr>
          </a:p>
        </p:txBody>
      </p:sp>
      <p:sp>
        <p:nvSpPr>
          <p:cNvPr id="1292" name="Marcador de contenido 2">
            <a:extLst>
              <a:ext uri="{FF2B5EF4-FFF2-40B4-BE49-F238E27FC236}">
                <a16:creationId xmlns:a16="http://schemas.microsoft.com/office/drawing/2014/main" id="{01E04C4A-82FA-2424-ECB7-868222B33D83}"/>
              </a:ext>
            </a:extLst>
          </p:cNvPr>
          <p:cNvSpPr txBox="1">
            <a:spLocks/>
          </p:cNvSpPr>
          <p:nvPr/>
        </p:nvSpPr>
        <p:spPr>
          <a:xfrm>
            <a:off x="6609909" y="2260248"/>
            <a:ext cx="5257800" cy="47788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b="1" dirty="0">
                <a:solidFill>
                  <a:schemeClr val="bg1"/>
                </a:solidFill>
              </a:rPr>
              <a:t>Stepwise regression</a:t>
            </a:r>
          </a:p>
          <a:p>
            <a:r>
              <a:rPr lang="en-CA" b="1" dirty="0">
                <a:solidFill>
                  <a:schemeClr val="bg1"/>
                </a:solidFill>
              </a:rPr>
              <a:t>Correspondence Analysis</a:t>
            </a:r>
          </a:p>
          <a:p>
            <a:r>
              <a:rPr lang="en-CA" b="1" dirty="0">
                <a:solidFill>
                  <a:schemeClr val="bg1"/>
                </a:solidFill>
              </a:rPr>
              <a:t>Random Forest</a:t>
            </a:r>
          </a:p>
          <a:p>
            <a:r>
              <a:rPr lang="en-CA" b="1" dirty="0">
                <a:solidFill>
                  <a:schemeClr val="bg1"/>
                </a:solidFill>
              </a:rPr>
              <a:t>Conclusions</a:t>
            </a:r>
          </a:p>
          <a:p>
            <a:r>
              <a:rPr lang="en-CA" b="1" dirty="0">
                <a:solidFill>
                  <a:schemeClr val="bg1"/>
                </a:solidFill>
              </a:rPr>
              <a:t>Future</a:t>
            </a:r>
          </a:p>
          <a:p>
            <a:r>
              <a:rPr lang="en-CA" b="1" dirty="0">
                <a:solidFill>
                  <a:schemeClr val="bg1"/>
                </a:solidFill>
              </a:rPr>
              <a:t>References</a:t>
            </a:r>
          </a:p>
          <a:p>
            <a:endParaRPr lang="en-CA" b="1" dirty="0">
              <a:solidFill>
                <a:schemeClr val="bg1"/>
              </a:solidFill>
            </a:endParaRPr>
          </a:p>
          <a:p>
            <a:endParaRPr lang="en-CA" b="1" dirty="0">
              <a:solidFill>
                <a:schemeClr val="bg1"/>
              </a:solidFill>
            </a:endParaRPr>
          </a:p>
          <a:p>
            <a:endParaRPr lang="en-CA" b="1" dirty="0">
              <a:solidFill>
                <a:schemeClr val="bg1"/>
              </a:solidFill>
            </a:endParaRPr>
          </a:p>
        </p:txBody>
      </p:sp>
      <p:sp>
        <p:nvSpPr>
          <p:cNvPr id="2" name="CuadroTexto 1">
            <a:extLst>
              <a:ext uri="{FF2B5EF4-FFF2-40B4-BE49-F238E27FC236}">
                <a16:creationId xmlns:a16="http://schemas.microsoft.com/office/drawing/2014/main" id="{0FDC9E71-B92D-10AD-8AC6-D8DA0E50BA24}"/>
              </a:ext>
            </a:extLst>
          </p:cNvPr>
          <p:cNvSpPr txBox="1"/>
          <p:nvPr/>
        </p:nvSpPr>
        <p:spPr>
          <a:xfrm>
            <a:off x="1176532" y="1432960"/>
            <a:ext cx="10146700" cy="461665"/>
          </a:xfrm>
          <a:prstGeom prst="rect">
            <a:avLst/>
          </a:prstGeom>
          <a:noFill/>
        </p:spPr>
        <p:txBody>
          <a:bodyPr wrap="square">
            <a:spAutoFit/>
          </a:bodyPr>
          <a:lstStyle/>
          <a:p>
            <a:r>
              <a:rPr lang="en-CA" sz="2400" b="1" dirty="0">
                <a:solidFill>
                  <a:srgbClr val="FFC000"/>
                </a:solidFill>
              </a:rPr>
              <a:t>Forecasting Airflight Delay in YVR Vancouver Airport </a:t>
            </a:r>
          </a:p>
        </p:txBody>
      </p:sp>
    </p:spTree>
    <p:extLst>
      <p:ext uri="{BB962C8B-B14F-4D97-AF65-F5344CB8AC3E}">
        <p14:creationId xmlns:p14="http://schemas.microsoft.com/office/powerpoint/2010/main" val="1803473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89AE-32CD-414A-FAEE-0A44567BDC1C}"/>
            </a:ext>
          </a:extLst>
        </p:cNvPr>
        <p:cNvGrpSpPr/>
        <p:nvPr/>
      </p:nvGrpSpPr>
      <p:grpSpPr>
        <a:xfrm>
          <a:off x="0" y="0"/>
          <a:ext cx="0" cy="0"/>
          <a:chOff x="0" y="0"/>
          <a:chExt cx="0" cy="0"/>
        </a:xfrm>
      </p:grpSpPr>
      <p:pic>
        <p:nvPicPr>
          <p:cNvPr id="31750" name="Picture 6" descr="Sunset Airport - HD Wallpaper">
            <a:extLst>
              <a:ext uri="{FF2B5EF4-FFF2-40B4-BE49-F238E27FC236}">
                <a16:creationId xmlns:a16="http://schemas.microsoft.com/office/drawing/2014/main" id="{ACEAF2BE-07E6-A778-CE27-AC2356CB4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5350" y="0"/>
            <a:ext cx="1029335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Marcador de contenido 2">
            <a:extLst>
              <a:ext uri="{FF2B5EF4-FFF2-40B4-BE49-F238E27FC236}">
                <a16:creationId xmlns:a16="http://schemas.microsoft.com/office/drawing/2014/main" id="{563FD7F3-02AC-13B6-BFBD-501F9AC36904}"/>
              </a:ext>
            </a:extLst>
          </p:cNvPr>
          <p:cNvSpPr txBox="1">
            <a:spLocks/>
          </p:cNvSpPr>
          <p:nvPr/>
        </p:nvSpPr>
        <p:spPr>
          <a:xfrm>
            <a:off x="6242016" y="1072594"/>
            <a:ext cx="5756910" cy="55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900"/>
              </a:spcBef>
            </a:pPr>
            <a:r>
              <a:rPr lang="es-MX" sz="2400" b="1" dirty="0">
                <a:solidFill>
                  <a:schemeClr val="bg1"/>
                </a:solidFill>
                <a:latin typeface=".AppleSystemUIFont"/>
              </a:rPr>
              <a:t>Aircraft</a:t>
            </a:r>
            <a:r>
              <a:rPr lang="es-MX" sz="2400" dirty="0">
                <a:solidFill>
                  <a:schemeClr val="bg1"/>
                </a:solidFill>
                <a:latin typeface=".AppleSystemUIFont"/>
              </a:rPr>
              <a:t> </a:t>
            </a:r>
            <a:r>
              <a:rPr lang="es-MX" sz="2400" b="1" dirty="0">
                <a:solidFill>
                  <a:schemeClr val="bg1"/>
                </a:solidFill>
                <a:latin typeface=".AppleSystemUIFont"/>
              </a:rPr>
              <a:t>delays</a:t>
            </a:r>
            <a:r>
              <a:rPr lang="es-MX" sz="2400" dirty="0">
                <a:solidFill>
                  <a:schemeClr val="bg1"/>
                </a:solidFill>
                <a:latin typeface=".AppleSystemUIFont"/>
              </a:rPr>
              <a:t> have significant </a:t>
            </a:r>
            <a:r>
              <a:rPr lang="es-MX" sz="2400" b="1" dirty="0">
                <a:solidFill>
                  <a:schemeClr val="bg1"/>
                </a:solidFill>
                <a:latin typeface=".AppleSystemUIFont"/>
              </a:rPr>
              <a:t>economic</a:t>
            </a:r>
            <a:r>
              <a:rPr lang="es-MX" sz="2400" dirty="0">
                <a:solidFill>
                  <a:schemeClr val="bg1"/>
                </a:solidFill>
                <a:latin typeface=".AppleSystemUIFont"/>
              </a:rPr>
              <a:t> </a:t>
            </a:r>
            <a:r>
              <a:rPr lang="es-MX" sz="2400" b="1" dirty="0">
                <a:solidFill>
                  <a:schemeClr val="bg1"/>
                </a:solidFill>
                <a:latin typeface=".AppleSystemUIFont"/>
              </a:rPr>
              <a:t>repercussions</a:t>
            </a:r>
            <a:r>
              <a:rPr lang="es-MX" sz="2400" dirty="0">
                <a:solidFill>
                  <a:schemeClr val="bg1"/>
                </a:solidFill>
                <a:latin typeface=".AppleSystemUIFont"/>
              </a:rPr>
              <a:t>. The </a:t>
            </a:r>
            <a:r>
              <a:rPr lang="es-MX" sz="2400" b="1" dirty="0">
                <a:solidFill>
                  <a:schemeClr val="bg1"/>
                </a:solidFill>
                <a:latin typeface=".AppleSystemUIFont"/>
              </a:rPr>
              <a:t>average</a:t>
            </a:r>
            <a:r>
              <a:rPr lang="es-MX" sz="2400" dirty="0">
                <a:solidFill>
                  <a:schemeClr val="bg1"/>
                </a:solidFill>
                <a:latin typeface=".AppleSystemUIFont"/>
              </a:rPr>
              <a:t> </a:t>
            </a:r>
            <a:r>
              <a:rPr lang="es-MX" sz="2400" b="1" dirty="0">
                <a:solidFill>
                  <a:schemeClr val="bg1"/>
                </a:solidFill>
                <a:latin typeface=".AppleSystemUIFont"/>
              </a:rPr>
              <a:t>cost</a:t>
            </a:r>
            <a:r>
              <a:rPr lang="es-MX" sz="2400" dirty="0">
                <a:solidFill>
                  <a:schemeClr val="bg1"/>
                </a:solidFill>
                <a:latin typeface=".AppleSystemUIFont"/>
              </a:rPr>
              <a:t> of </a:t>
            </a:r>
            <a:r>
              <a:rPr lang="es-MX" sz="2400" b="1" dirty="0">
                <a:solidFill>
                  <a:schemeClr val="bg1"/>
                </a:solidFill>
                <a:latin typeface=".AppleSystemUIFont"/>
              </a:rPr>
              <a:t>aircraft</a:t>
            </a:r>
            <a:r>
              <a:rPr lang="es-MX" sz="2400" dirty="0">
                <a:solidFill>
                  <a:schemeClr val="bg1"/>
                </a:solidFill>
                <a:latin typeface=".AppleSystemUIFont"/>
              </a:rPr>
              <a:t> </a:t>
            </a:r>
            <a:r>
              <a:rPr lang="es-MX" sz="2400" b="1" dirty="0">
                <a:solidFill>
                  <a:schemeClr val="bg1"/>
                </a:solidFill>
                <a:latin typeface=".AppleSystemUIFont"/>
              </a:rPr>
              <a:t>block</a:t>
            </a:r>
            <a:r>
              <a:rPr lang="es-MX" sz="2400" dirty="0">
                <a:solidFill>
                  <a:schemeClr val="bg1"/>
                </a:solidFill>
                <a:latin typeface=".AppleSystemUIFont"/>
              </a:rPr>
              <a:t> </a:t>
            </a:r>
            <a:r>
              <a:rPr lang="es-MX" sz="2400" b="1" dirty="0">
                <a:solidFill>
                  <a:schemeClr val="bg1"/>
                </a:solidFill>
                <a:latin typeface=".AppleSystemUIFont"/>
              </a:rPr>
              <a:t>time</a:t>
            </a:r>
            <a:r>
              <a:rPr lang="es-MX" sz="2400" dirty="0">
                <a:solidFill>
                  <a:schemeClr val="bg1"/>
                </a:solidFill>
                <a:latin typeface=".AppleSystemUIFont"/>
              </a:rPr>
              <a:t> is approximately </a:t>
            </a:r>
            <a:r>
              <a:rPr lang="es-MX" sz="2400" b="1" dirty="0">
                <a:solidFill>
                  <a:schemeClr val="bg1"/>
                </a:solidFill>
                <a:latin typeface=".AppleSystemUIFont"/>
              </a:rPr>
              <a:t>$100.80 per minute</a:t>
            </a:r>
            <a:r>
              <a:rPr lang="es-MX" sz="2400" dirty="0">
                <a:solidFill>
                  <a:schemeClr val="bg1"/>
                </a:solidFill>
                <a:latin typeface=".AppleSystemUIFont"/>
              </a:rPr>
              <a:t>.</a:t>
            </a:r>
          </a:p>
          <a:p>
            <a:pPr>
              <a:spcBef>
                <a:spcPts val="900"/>
              </a:spcBef>
            </a:pPr>
            <a:endParaRPr lang="es-MX" sz="1000" dirty="0">
              <a:solidFill>
                <a:schemeClr val="bg1"/>
              </a:solidFill>
              <a:latin typeface=".AppleSystemUIFont"/>
            </a:endParaRPr>
          </a:p>
          <a:p>
            <a:pPr algn="just"/>
            <a:r>
              <a:rPr lang="es-MX" sz="2400" dirty="0">
                <a:solidFill>
                  <a:schemeClr val="bg1"/>
                </a:solidFill>
                <a:latin typeface=".AppleSystemUIFont"/>
              </a:rPr>
              <a:t>Vancouver International Airport </a:t>
            </a:r>
            <a:r>
              <a:rPr lang="es-MX" sz="2400" b="1" dirty="0">
                <a:solidFill>
                  <a:schemeClr val="bg1"/>
                </a:solidFill>
                <a:latin typeface=".AppleSystemUIFont"/>
              </a:rPr>
              <a:t>(</a:t>
            </a:r>
            <a:r>
              <a:rPr lang="es-MX" sz="2400" dirty="0">
                <a:solidFill>
                  <a:schemeClr val="bg1"/>
                </a:solidFill>
                <a:latin typeface=".AppleSystemUIFont"/>
              </a:rPr>
              <a:t>YVR) serves as a </a:t>
            </a:r>
            <a:r>
              <a:rPr lang="es-MX" sz="2400" b="1" dirty="0">
                <a:solidFill>
                  <a:schemeClr val="bg1"/>
                </a:solidFill>
                <a:latin typeface=".AppleSystemUIFont"/>
              </a:rPr>
              <a:t>critical</a:t>
            </a:r>
            <a:r>
              <a:rPr lang="es-MX" sz="2400" dirty="0">
                <a:solidFill>
                  <a:schemeClr val="bg1"/>
                </a:solidFill>
                <a:latin typeface=".AppleSystemUIFont"/>
              </a:rPr>
              <a:t> </a:t>
            </a:r>
            <a:r>
              <a:rPr lang="es-MX" sz="2400" b="1" dirty="0">
                <a:solidFill>
                  <a:schemeClr val="bg1"/>
                </a:solidFill>
                <a:latin typeface=".AppleSystemUIFont"/>
              </a:rPr>
              <a:t>hub</a:t>
            </a:r>
            <a:r>
              <a:rPr lang="es-MX" sz="2400" dirty="0">
                <a:solidFill>
                  <a:schemeClr val="bg1"/>
                </a:solidFill>
                <a:latin typeface=".AppleSystemUIFont"/>
              </a:rPr>
              <a:t> in the </a:t>
            </a:r>
            <a:r>
              <a:rPr lang="es-MX" sz="2400" b="1" dirty="0">
                <a:solidFill>
                  <a:schemeClr val="bg1"/>
                </a:solidFill>
                <a:latin typeface=".AppleSystemUIFont"/>
              </a:rPr>
              <a:t>Pacific</a:t>
            </a:r>
            <a:r>
              <a:rPr lang="es-MX" sz="2400" dirty="0">
                <a:solidFill>
                  <a:schemeClr val="bg1"/>
                </a:solidFill>
                <a:latin typeface=".AppleSystemUIFont"/>
              </a:rPr>
              <a:t> </a:t>
            </a:r>
            <a:r>
              <a:rPr lang="es-MX" sz="2400" b="1" dirty="0">
                <a:solidFill>
                  <a:schemeClr val="bg1"/>
                </a:solidFill>
                <a:latin typeface=".AppleSystemUIFont"/>
              </a:rPr>
              <a:t>Northwest</a:t>
            </a:r>
            <a:r>
              <a:rPr lang="es-MX" sz="2400" dirty="0">
                <a:solidFill>
                  <a:schemeClr val="bg1"/>
                </a:solidFill>
                <a:latin typeface=".AppleSystemUIFont"/>
              </a:rPr>
              <a:t>, handling a </a:t>
            </a:r>
            <a:r>
              <a:rPr lang="es-MX" sz="2400" b="1" dirty="0">
                <a:solidFill>
                  <a:schemeClr val="bg1"/>
                </a:solidFill>
                <a:latin typeface=".AppleSystemUIFont"/>
              </a:rPr>
              <a:t>substantial</a:t>
            </a:r>
            <a:r>
              <a:rPr lang="es-MX" sz="2400" dirty="0">
                <a:solidFill>
                  <a:schemeClr val="bg1"/>
                </a:solidFill>
                <a:latin typeface=".AppleSystemUIFont"/>
              </a:rPr>
              <a:t> volume of air traffic annually.</a:t>
            </a:r>
          </a:p>
          <a:p>
            <a:endParaRPr lang="es-MX" sz="1000" dirty="0">
              <a:solidFill>
                <a:schemeClr val="bg1"/>
              </a:solidFill>
              <a:latin typeface=".AppleSystemUIFont"/>
            </a:endParaRPr>
          </a:p>
          <a:p>
            <a:pPr algn="just">
              <a:spcBef>
                <a:spcPts val="900"/>
              </a:spcBef>
            </a:pPr>
            <a:r>
              <a:rPr lang="es-MX" sz="2400" dirty="0">
                <a:solidFill>
                  <a:schemeClr val="bg1"/>
                </a:solidFill>
                <a:latin typeface=".AppleSystemUIFont"/>
              </a:rPr>
              <a:t>Analyzing real-world data from YVR allows us to explore the </a:t>
            </a:r>
            <a:r>
              <a:rPr lang="es-MX" sz="2400" b="1" dirty="0">
                <a:solidFill>
                  <a:schemeClr val="bg1"/>
                </a:solidFill>
                <a:latin typeface=".AppleSystemUIFont"/>
              </a:rPr>
              <a:t>relationship</a:t>
            </a:r>
            <a:r>
              <a:rPr lang="es-MX" sz="2400" dirty="0">
                <a:solidFill>
                  <a:schemeClr val="bg1"/>
                </a:solidFill>
                <a:latin typeface=".AppleSystemUIFont"/>
              </a:rPr>
              <a:t> between </a:t>
            </a:r>
            <a:r>
              <a:rPr lang="es-MX" sz="2400" b="1" dirty="0">
                <a:solidFill>
                  <a:schemeClr val="bg1"/>
                </a:solidFill>
                <a:latin typeface=".AppleSystemUIFont"/>
              </a:rPr>
              <a:t>local</a:t>
            </a:r>
            <a:r>
              <a:rPr lang="es-MX" sz="2400" dirty="0">
                <a:solidFill>
                  <a:schemeClr val="bg1"/>
                </a:solidFill>
                <a:latin typeface=".AppleSystemUIFont"/>
              </a:rPr>
              <a:t> </a:t>
            </a:r>
            <a:r>
              <a:rPr lang="es-MX" sz="2400" b="1" dirty="0">
                <a:solidFill>
                  <a:schemeClr val="bg1"/>
                </a:solidFill>
                <a:latin typeface=".AppleSystemUIFont"/>
              </a:rPr>
              <a:t>weather</a:t>
            </a:r>
            <a:r>
              <a:rPr lang="es-MX" sz="2400" dirty="0">
                <a:solidFill>
                  <a:schemeClr val="bg1"/>
                </a:solidFill>
                <a:latin typeface=".AppleSystemUIFont"/>
              </a:rPr>
              <a:t> </a:t>
            </a:r>
            <a:r>
              <a:rPr lang="es-MX" sz="2400" b="1" dirty="0">
                <a:solidFill>
                  <a:schemeClr val="bg1"/>
                </a:solidFill>
                <a:latin typeface=".AppleSystemUIFont"/>
              </a:rPr>
              <a:t>patterns</a:t>
            </a:r>
            <a:r>
              <a:rPr lang="es-MX" sz="2400" dirty="0">
                <a:solidFill>
                  <a:schemeClr val="bg1"/>
                </a:solidFill>
                <a:latin typeface=".AppleSystemUIFont"/>
              </a:rPr>
              <a:t> and </a:t>
            </a:r>
            <a:r>
              <a:rPr lang="es-MX" sz="2400" b="1" dirty="0">
                <a:solidFill>
                  <a:schemeClr val="bg1"/>
                </a:solidFill>
                <a:latin typeface=".AppleSystemUIFont"/>
              </a:rPr>
              <a:t>flight</a:t>
            </a:r>
            <a:r>
              <a:rPr lang="es-MX" sz="2400" dirty="0">
                <a:solidFill>
                  <a:schemeClr val="bg1"/>
                </a:solidFill>
                <a:latin typeface=".AppleSystemUIFont"/>
              </a:rPr>
              <a:t> </a:t>
            </a:r>
            <a:r>
              <a:rPr lang="es-MX" sz="2400" b="1" dirty="0">
                <a:solidFill>
                  <a:schemeClr val="bg1"/>
                </a:solidFill>
                <a:latin typeface=".AppleSystemUIFont"/>
              </a:rPr>
              <a:t>delays</a:t>
            </a:r>
            <a:r>
              <a:rPr lang="es-MX" sz="2400" dirty="0">
                <a:solidFill>
                  <a:schemeClr val="bg1"/>
                </a:solidFill>
                <a:latin typeface=".AppleSystemUIFont"/>
              </a:rPr>
              <a:t>, </a:t>
            </a:r>
            <a:r>
              <a:rPr lang="es-MX" sz="2400" b="1" dirty="0">
                <a:solidFill>
                  <a:schemeClr val="bg1"/>
                </a:solidFill>
                <a:latin typeface=".AppleSystemUIFont"/>
              </a:rPr>
              <a:t>providing</a:t>
            </a:r>
            <a:r>
              <a:rPr lang="es-MX" sz="2400" dirty="0">
                <a:solidFill>
                  <a:schemeClr val="bg1"/>
                </a:solidFill>
                <a:latin typeface=".AppleSystemUIFont"/>
              </a:rPr>
              <a:t> </a:t>
            </a:r>
            <a:r>
              <a:rPr lang="es-MX" sz="2400" b="1" dirty="0">
                <a:solidFill>
                  <a:schemeClr val="bg1"/>
                </a:solidFill>
                <a:latin typeface=".AppleSystemUIFont"/>
              </a:rPr>
              <a:t>insights</a:t>
            </a:r>
            <a:r>
              <a:rPr lang="es-MX" sz="2400" dirty="0">
                <a:solidFill>
                  <a:schemeClr val="bg1"/>
                </a:solidFill>
                <a:latin typeface=".AppleSystemUIFont"/>
              </a:rPr>
              <a:t> that can </a:t>
            </a:r>
            <a:r>
              <a:rPr lang="es-MX" sz="2400" b="1" dirty="0">
                <a:solidFill>
                  <a:schemeClr val="bg1"/>
                </a:solidFill>
                <a:latin typeface=".AppleSystemUIFont"/>
              </a:rPr>
              <a:t>enhance</a:t>
            </a:r>
            <a:r>
              <a:rPr lang="es-MX" sz="2400" dirty="0">
                <a:solidFill>
                  <a:schemeClr val="bg1"/>
                </a:solidFill>
                <a:latin typeface=".AppleSystemUIFont"/>
              </a:rPr>
              <a:t> </a:t>
            </a:r>
            <a:r>
              <a:rPr lang="es-MX" sz="2400" b="1" dirty="0">
                <a:solidFill>
                  <a:schemeClr val="bg1"/>
                </a:solidFill>
                <a:latin typeface=".AppleSystemUIFont"/>
              </a:rPr>
              <a:t>operational</a:t>
            </a:r>
            <a:r>
              <a:rPr lang="es-MX" sz="2400" dirty="0">
                <a:solidFill>
                  <a:schemeClr val="bg1"/>
                </a:solidFill>
                <a:latin typeface=".AppleSystemUIFont"/>
              </a:rPr>
              <a:t> </a:t>
            </a:r>
            <a:r>
              <a:rPr lang="es-MX" sz="2400" b="1" dirty="0">
                <a:solidFill>
                  <a:schemeClr val="bg1"/>
                </a:solidFill>
                <a:latin typeface=".AppleSystemUIFont"/>
              </a:rPr>
              <a:t>efficiency</a:t>
            </a:r>
            <a:r>
              <a:rPr lang="es-MX" sz="2400" dirty="0">
                <a:solidFill>
                  <a:schemeClr val="bg1"/>
                </a:solidFill>
                <a:latin typeface=".AppleSystemUIFont"/>
              </a:rPr>
              <a:t> and </a:t>
            </a:r>
            <a:r>
              <a:rPr lang="es-MX" sz="2400" b="1" dirty="0">
                <a:solidFill>
                  <a:schemeClr val="bg1"/>
                </a:solidFill>
                <a:latin typeface=".AppleSystemUIFont"/>
              </a:rPr>
              <a:t>passenger</a:t>
            </a:r>
            <a:r>
              <a:rPr lang="es-MX" sz="2400" dirty="0">
                <a:solidFill>
                  <a:schemeClr val="bg1"/>
                </a:solidFill>
                <a:latin typeface=".AppleSystemUIFont"/>
              </a:rPr>
              <a:t> </a:t>
            </a:r>
            <a:r>
              <a:rPr lang="es-MX" sz="2400" b="1" dirty="0">
                <a:solidFill>
                  <a:schemeClr val="bg1"/>
                </a:solidFill>
                <a:latin typeface=".AppleSystemUIFont"/>
              </a:rPr>
              <a:t>experience</a:t>
            </a:r>
            <a:r>
              <a:rPr lang="es-MX" sz="2400" dirty="0">
                <a:solidFill>
                  <a:schemeClr val="bg1"/>
                </a:solidFill>
                <a:latin typeface=".AppleSystemUIFont"/>
              </a:rPr>
              <a:t>.</a:t>
            </a:r>
          </a:p>
          <a:p>
            <a:pPr>
              <a:spcBef>
                <a:spcPts val="900"/>
              </a:spcBef>
            </a:pPr>
            <a:endParaRPr lang="es-MX" sz="2400" dirty="0">
              <a:solidFill>
                <a:schemeClr val="bg1"/>
              </a:solidFill>
              <a:latin typeface=".AppleSystemUIFont"/>
            </a:endParaRPr>
          </a:p>
          <a:p>
            <a:endParaRPr lang="en-CA" sz="2000" dirty="0"/>
          </a:p>
        </p:txBody>
      </p:sp>
      <p:pic>
        <p:nvPicPr>
          <p:cNvPr id="3" name="Imagen 2">
            <a:extLst>
              <a:ext uri="{FF2B5EF4-FFF2-40B4-BE49-F238E27FC236}">
                <a16:creationId xmlns:a16="http://schemas.microsoft.com/office/drawing/2014/main" id="{A4FE68C4-E86D-8F42-54C2-DFEDB7A9CE83}"/>
              </a:ext>
            </a:extLst>
          </p:cNvPr>
          <p:cNvPicPr>
            <a:picLocks noChangeAspect="1"/>
          </p:cNvPicPr>
          <p:nvPr/>
        </p:nvPicPr>
        <p:blipFill>
          <a:blip r:embed="rId3"/>
          <a:srcRect l="44479" t="34951" r="44374" b="53444"/>
          <a:stretch/>
        </p:blipFill>
        <p:spPr>
          <a:xfrm>
            <a:off x="8658798" y="269493"/>
            <a:ext cx="645272" cy="671745"/>
          </a:xfrm>
          <a:prstGeom prst="rect">
            <a:avLst/>
          </a:prstGeom>
        </p:spPr>
      </p:pic>
      <p:pic>
        <p:nvPicPr>
          <p:cNvPr id="5" name="Imagen 4">
            <a:extLst>
              <a:ext uri="{FF2B5EF4-FFF2-40B4-BE49-F238E27FC236}">
                <a16:creationId xmlns:a16="http://schemas.microsoft.com/office/drawing/2014/main" id="{F138090F-461D-FBD9-BBA1-6F6A990AFD7B}"/>
              </a:ext>
            </a:extLst>
          </p:cNvPr>
          <p:cNvPicPr>
            <a:picLocks noChangeAspect="1"/>
          </p:cNvPicPr>
          <p:nvPr/>
        </p:nvPicPr>
        <p:blipFill>
          <a:blip r:embed="rId3"/>
          <a:srcRect l="12506" t="49167" r="76346" b="39228"/>
          <a:stretch/>
        </p:blipFill>
        <p:spPr>
          <a:xfrm>
            <a:off x="8090537" y="262156"/>
            <a:ext cx="645272" cy="671745"/>
          </a:xfrm>
          <a:prstGeom prst="rect">
            <a:avLst/>
          </a:prstGeom>
        </p:spPr>
      </p:pic>
      <p:pic>
        <p:nvPicPr>
          <p:cNvPr id="6" name="Imagen 5">
            <a:extLst>
              <a:ext uri="{FF2B5EF4-FFF2-40B4-BE49-F238E27FC236}">
                <a16:creationId xmlns:a16="http://schemas.microsoft.com/office/drawing/2014/main" id="{4273E41F-9452-E163-D750-40E775B147DD}"/>
              </a:ext>
            </a:extLst>
          </p:cNvPr>
          <p:cNvPicPr>
            <a:picLocks noChangeAspect="1"/>
          </p:cNvPicPr>
          <p:nvPr/>
        </p:nvPicPr>
        <p:blipFill>
          <a:blip r:embed="rId3"/>
          <a:srcRect l="44426" t="49100" r="44426" b="39295"/>
          <a:stretch/>
        </p:blipFill>
        <p:spPr>
          <a:xfrm>
            <a:off x="7503324" y="254819"/>
            <a:ext cx="645272" cy="671745"/>
          </a:xfrm>
          <a:prstGeom prst="rect">
            <a:avLst/>
          </a:prstGeom>
        </p:spPr>
      </p:pic>
      <p:pic>
        <p:nvPicPr>
          <p:cNvPr id="7" name="Imagen 6">
            <a:extLst>
              <a:ext uri="{FF2B5EF4-FFF2-40B4-BE49-F238E27FC236}">
                <a16:creationId xmlns:a16="http://schemas.microsoft.com/office/drawing/2014/main" id="{8D15FC10-F26D-37D2-A5C8-5CB5B4C0FB0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6264002" y="254819"/>
            <a:ext cx="802885" cy="711130"/>
          </a:xfrm>
          <a:prstGeom prst="rect">
            <a:avLst/>
          </a:prstGeom>
        </p:spPr>
      </p:pic>
    </p:spTree>
    <p:extLst>
      <p:ext uri="{BB962C8B-B14F-4D97-AF65-F5344CB8AC3E}">
        <p14:creationId xmlns:p14="http://schemas.microsoft.com/office/powerpoint/2010/main" val="31367758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5A819-346C-7619-1BCE-C64A8799F906}"/>
            </a:ext>
          </a:extLst>
        </p:cNvPr>
        <p:cNvGrpSpPr/>
        <p:nvPr/>
      </p:nvGrpSpPr>
      <p:grpSpPr>
        <a:xfrm>
          <a:off x="0" y="0"/>
          <a:ext cx="0" cy="0"/>
          <a:chOff x="0" y="0"/>
          <a:chExt cx="0" cy="0"/>
        </a:xfrm>
      </p:grpSpPr>
      <p:pic>
        <p:nvPicPr>
          <p:cNvPr id="65" name="Imagen 64">
            <a:extLst>
              <a:ext uri="{FF2B5EF4-FFF2-40B4-BE49-F238E27FC236}">
                <a16:creationId xmlns:a16="http://schemas.microsoft.com/office/drawing/2014/main" id="{50A6F3B8-4480-75E6-24BB-1680D89CE5E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1350677" y="123716"/>
            <a:ext cx="802885" cy="711130"/>
          </a:xfrm>
          <a:prstGeom prst="rect">
            <a:avLst/>
          </a:prstGeom>
        </p:spPr>
      </p:pic>
      <p:pic>
        <p:nvPicPr>
          <p:cNvPr id="31750" name="Picture 6" descr="Sunset Airport - HD Wallpaper">
            <a:extLst>
              <a:ext uri="{FF2B5EF4-FFF2-40B4-BE49-F238E27FC236}">
                <a16:creationId xmlns:a16="http://schemas.microsoft.com/office/drawing/2014/main" id="{4913B307-6D39-C2AC-9FE0-E761B612F8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0"/>
            <a:ext cx="1029335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a:extLst>
              <a:ext uri="{FF2B5EF4-FFF2-40B4-BE49-F238E27FC236}">
                <a16:creationId xmlns:a16="http://schemas.microsoft.com/office/drawing/2014/main" id="{FC9A6931-663F-80BF-F3A5-0A88D2F1EEE8}"/>
              </a:ext>
            </a:extLst>
          </p:cNvPr>
          <p:cNvPicPr>
            <a:picLocks noChangeAspect="1"/>
          </p:cNvPicPr>
          <p:nvPr/>
        </p:nvPicPr>
        <p:blipFill>
          <a:blip r:embed="rId6"/>
          <a:srcRect l="44479" t="34951" r="44374" b="53444"/>
          <a:stretch/>
        </p:blipFill>
        <p:spPr>
          <a:xfrm>
            <a:off x="2870482" y="296658"/>
            <a:ext cx="645272" cy="671745"/>
          </a:xfrm>
          <a:prstGeom prst="rect">
            <a:avLst/>
          </a:prstGeom>
        </p:spPr>
      </p:pic>
      <p:pic>
        <p:nvPicPr>
          <p:cNvPr id="5" name="Imagen 4">
            <a:extLst>
              <a:ext uri="{FF2B5EF4-FFF2-40B4-BE49-F238E27FC236}">
                <a16:creationId xmlns:a16="http://schemas.microsoft.com/office/drawing/2014/main" id="{78743340-7F79-0B5F-A1AD-4BE9D9AE5B66}"/>
              </a:ext>
            </a:extLst>
          </p:cNvPr>
          <p:cNvPicPr>
            <a:picLocks noChangeAspect="1"/>
          </p:cNvPicPr>
          <p:nvPr/>
        </p:nvPicPr>
        <p:blipFill>
          <a:blip r:embed="rId6"/>
          <a:srcRect l="12506" t="49167" r="76346" b="39228"/>
          <a:stretch/>
        </p:blipFill>
        <p:spPr>
          <a:xfrm>
            <a:off x="2302221" y="289321"/>
            <a:ext cx="645272" cy="671745"/>
          </a:xfrm>
          <a:prstGeom prst="rect">
            <a:avLst/>
          </a:prstGeom>
        </p:spPr>
      </p:pic>
      <p:pic>
        <p:nvPicPr>
          <p:cNvPr id="7" name="Imagen 6">
            <a:extLst>
              <a:ext uri="{FF2B5EF4-FFF2-40B4-BE49-F238E27FC236}">
                <a16:creationId xmlns:a16="http://schemas.microsoft.com/office/drawing/2014/main" id="{27448F9F-1D3A-1DC2-FFE4-FDE111EF6483}"/>
              </a:ext>
            </a:extLst>
          </p:cNvPr>
          <p:cNvPicPr>
            <a:picLocks noChangeAspect="1"/>
          </p:cNvPicPr>
          <p:nvPr/>
        </p:nvPicPr>
        <p:blipFill>
          <a:blip r:embed="rId6"/>
          <a:srcRect l="44426" t="49100" r="44426" b="39295"/>
          <a:stretch/>
        </p:blipFill>
        <p:spPr>
          <a:xfrm>
            <a:off x="1715008" y="281984"/>
            <a:ext cx="645272" cy="671745"/>
          </a:xfrm>
          <a:prstGeom prst="rect">
            <a:avLst/>
          </a:prstGeom>
        </p:spPr>
      </p:pic>
      <p:pic>
        <p:nvPicPr>
          <p:cNvPr id="11" name="Imagen 10">
            <a:extLst>
              <a:ext uri="{FF2B5EF4-FFF2-40B4-BE49-F238E27FC236}">
                <a16:creationId xmlns:a16="http://schemas.microsoft.com/office/drawing/2014/main" id="{0BA9E61D-0D51-D834-5890-85E4D223AEA9}"/>
              </a:ext>
            </a:extLst>
          </p:cNvPr>
          <p:cNvPicPr>
            <a:picLocks noChangeAspect="1"/>
          </p:cNvPicPr>
          <p:nvPr/>
        </p:nvPicPr>
        <p:blipFill>
          <a:blip r:embed="rId3">
            <a:extLst>
              <a:ext uri="{BEBA8EAE-BF5A-486C-A8C5-ECC9F3942E4B}">
                <a14:imgProps xmlns:a14="http://schemas.microsoft.com/office/drawing/2010/main">
                  <a14:imgLayer r:embed="rId7">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75686" y="281984"/>
            <a:ext cx="802885" cy="711130"/>
          </a:xfrm>
          <a:prstGeom prst="rect">
            <a:avLst/>
          </a:prstGeom>
        </p:spPr>
      </p:pic>
      <p:sp>
        <p:nvSpPr>
          <p:cNvPr id="14" name="Marcador de contenido 2">
            <a:extLst>
              <a:ext uri="{FF2B5EF4-FFF2-40B4-BE49-F238E27FC236}">
                <a16:creationId xmlns:a16="http://schemas.microsoft.com/office/drawing/2014/main" id="{2D5217A3-4795-A8F5-9AF6-CBEB5A23E677}"/>
              </a:ext>
            </a:extLst>
          </p:cNvPr>
          <p:cNvSpPr txBox="1">
            <a:spLocks/>
          </p:cNvSpPr>
          <p:nvPr/>
        </p:nvSpPr>
        <p:spPr>
          <a:xfrm>
            <a:off x="609029" y="1356201"/>
            <a:ext cx="5756910" cy="55017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MX" sz="2400">
                <a:solidFill>
                  <a:schemeClr val="bg1"/>
                </a:solidFill>
                <a:latin typeface=".AppleSystemUIFont"/>
              </a:rPr>
              <a:t>By examining the interplay between </a:t>
            </a:r>
            <a:r>
              <a:rPr lang="es-MX" sz="2400" b="1">
                <a:solidFill>
                  <a:schemeClr val="bg1"/>
                </a:solidFill>
                <a:latin typeface=".AppleSystemUIFont"/>
              </a:rPr>
              <a:t>weather</a:t>
            </a:r>
            <a:r>
              <a:rPr lang="es-MX" sz="2400">
                <a:solidFill>
                  <a:schemeClr val="bg1"/>
                </a:solidFill>
                <a:latin typeface=".AppleSystemUIFont"/>
              </a:rPr>
              <a:t> </a:t>
            </a:r>
            <a:r>
              <a:rPr lang="es-MX" sz="2400" b="1">
                <a:solidFill>
                  <a:schemeClr val="bg1"/>
                </a:solidFill>
                <a:latin typeface=".AppleSystemUIFont"/>
              </a:rPr>
              <a:t>conditions</a:t>
            </a:r>
            <a:r>
              <a:rPr lang="es-MX" sz="2400">
                <a:solidFill>
                  <a:schemeClr val="bg1"/>
                </a:solidFill>
                <a:latin typeface=".AppleSystemUIFont"/>
              </a:rPr>
              <a:t> and </a:t>
            </a:r>
            <a:r>
              <a:rPr lang="es-MX" sz="2400" b="1">
                <a:solidFill>
                  <a:schemeClr val="bg1"/>
                </a:solidFill>
                <a:latin typeface=".AppleSystemUIFont"/>
              </a:rPr>
              <a:t>flight</a:t>
            </a:r>
            <a:r>
              <a:rPr lang="es-MX" sz="2400">
                <a:solidFill>
                  <a:schemeClr val="bg1"/>
                </a:solidFill>
                <a:latin typeface=".AppleSystemUIFont"/>
              </a:rPr>
              <a:t> </a:t>
            </a:r>
            <a:r>
              <a:rPr lang="es-MX" sz="2400" b="1">
                <a:solidFill>
                  <a:schemeClr val="bg1"/>
                </a:solidFill>
                <a:latin typeface=".AppleSystemUIFont"/>
              </a:rPr>
              <a:t>delays</a:t>
            </a:r>
            <a:r>
              <a:rPr lang="es-MX" sz="2400">
                <a:solidFill>
                  <a:schemeClr val="bg1"/>
                </a:solidFill>
                <a:latin typeface=".AppleSystemUIFont"/>
              </a:rPr>
              <a:t> at </a:t>
            </a:r>
            <a:r>
              <a:rPr lang="es-MX" sz="2400" b="1">
                <a:solidFill>
                  <a:schemeClr val="bg1"/>
                </a:solidFill>
                <a:latin typeface=".AppleSystemUIFont"/>
              </a:rPr>
              <a:t>YVR</a:t>
            </a:r>
            <a:r>
              <a:rPr lang="es-MX" sz="2400">
                <a:solidFill>
                  <a:schemeClr val="bg1"/>
                </a:solidFill>
                <a:latin typeface=".AppleSystemUIFont"/>
              </a:rPr>
              <a:t>, we </a:t>
            </a:r>
            <a:r>
              <a:rPr lang="es-MX" sz="2400" b="1">
                <a:solidFill>
                  <a:schemeClr val="bg1"/>
                </a:solidFill>
                <a:latin typeface=".AppleSystemUIFont"/>
              </a:rPr>
              <a:t>aim</a:t>
            </a:r>
            <a:r>
              <a:rPr lang="es-MX" sz="2400">
                <a:solidFill>
                  <a:schemeClr val="bg1"/>
                </a:solidFill>
                <a:latin typeface=".AppleSystemUIFont"/>
              </a:rPr>
              <a:t> to </a:t>
            </a:r>
            <a:r>
              <a:rPr lang="es-MX" sz="2400" b="1">
                <a:solidFill>
                  <a:schemeClr val="bg1"/>
                </a:solidFill>
                <a:latin typeface=".AppleSystemUIFont"/>
              </a:rPr>
              <a:t>develop</a:t>
            </a:r>
            <a:r>
              <a:rPr lang="es-MX" sz="2400">
                <a:solidFill>
                  <a:schemeClr val="bg1"/>
                </a:solidFill>
                <a:latin typeface=".AppleSystemUIFont"/>
              </a:rPr>
              <a:t> </a:t>
            </a:r>
            <a:r>
              <a:rPr lang="es-MX" sz="2400" b="1">
                <a:solidFill>
                  <a:schemeClr val="bg1"/>
                </a:solidFill>
                <a:latin typeface=".AppleSystemUIFont"/>
              </a:rPr>
              <a:t>predictive</a:t>
            </a:r>
            <a:r>
              <a:rPr lang="es-MX" sz="2400">
                <a:solidFill>
                  <a:schemeClr val="bg1"/>
                </a:solidFill>
                <a:latin typeface=".AppleSystemUIFont"/>
              </a:rPr>
              <a:t> </a:t>
            </a:r>
            <a:r>
              <a:rPr lang="es-MX" sz="2400" b="1">
                <a:solidFill>
                  <a:schemeClr val="bg1"/>
                </a:solidFill>
                <a:latin typeface=".AppleSystemUIFont"/>
              </a:rPr>
              <a:t>models</a:t>
            </a:r>
            <a:r>
              <a:rPr lang="es-MX" sz="2400">
                <a:solidFill>
                  <a:schemeClr val="bg1"/>
                </a:solidFill>
                <a:latin typeface=".AppleSystemUIFont"/>
              </a:rPr>
              <a:t> that </a:t>
            </a:r>
            <a:r>
              <a:rPr lang="es-MX" sz="2400" b="1">
                <a:solidFill>
                  <a:schemeClr val="bg1"/>
                </a:solidFill>
                <a:latin typeface=".AppleSystemUIFont"/>
              </a:rPr>
              <a:t>can</a:t>
            </a:r>
            <a:r>
              <a:rPr lang="es-MX" sz="2400">
                <a:solidFill>
                  <a:schemeClr val="bg1"/>
                </a:solidFill>
                <a:latin typeface=".AppleSystemUIFont"/>
              </a:rPr>
              <a:t> </a:t>
            </a:r>
            <a:r>
              <a:rPr lang="es-MX" sz="2400" b="1">
                <a:solidFill>
                  <a:schemeClr val="bg1"/>
                </a:solidFill>
                <a:latin typeface=".AppleSystemUIFont"/>
              </a:rPr>
              <a:t>assist</a:t>
            </a:r>
            <a:r>
              <a:rPr lang="es-MX" sz="2400">
                <a:solidFill>
                  <a:schemeClr val="bg1"/>
                </a:solidFill>
                <a:latin typeface=".AppleSystemUIFont"/>
              </a:rPr>
              <a:t> in </a:t>
            </a:r>
            <a:r>
              <a:rPr lang="es-MX" sz="2400" b="1">
                <a:solidFill>
                  <a:schemeClr val="bg1"/>
                </a:solidFill>
                <a:latin typeface=".AppleSystemUIFont"/>
              </a:rPr>
              <a:t>proactive</a:t>
            </a:r>
            <a:r>
              <a:rPr lang="es-MX" sz="2400">
                <a:solidFill>
                  <a:schemeClr val="bg1"/>
                </a:solidFill>
                <a:latin typeface=".AppleSystemUIFont"/>
              </a:rPr>
              <a:t> </a:t>
            </a:r>
            <a:r>
              <a:rPr lang="es-MX" sz="2400" b="1">
                <a:solidFill>
                  <a:schemeClr val="bg1"/>
                </a:solidFill>
                <a:latin typeface=".AppleSystemUIFont"/>
              </a:rPr>
              <a:t>decision-making</a:t>
            </a:r>
            <a:r>
              <a:rPr lang="es-MX" sz="2400">
                <a:solidFill>
                  <a:schemeClr val="bg1"/>
                </a:solidFill>
                <a:latin typeface=".AppleSystemUIFont"/>
              </a:rPr>
              <a:t> for </a:t>
            </a:r>
            <a:r>
              <a:rPr lang="es-MX" sz="2400" b="1">
                <a:solidFill>
                  <a:schemeClr val="bg1"/>
                </a:solidFill>
                <a:latin typeface=".AppleSystemUIFont"/>
              </a:rPr>
              <a:t>airlines</a:t>
            </a:r>
            <a:r>
              <a:rPr lang="es-MX" sz="2400">
                <a:solidFill>
                  <a:schemeClr val="bg1"/>
                </a:solidFill>
                <a:latin typeface=".AppleSystemUIFont"/>
              </a:rPr>
              <a:t> and </a:t>
            </a:r>
            <a:r>
              <a:rPr lang="es-MX" sz="2400" b="1">
                <a:solidFill>
                  <a:schemeClr val="bg1"/>
                </a:solidFill>
                <a:latin typeface=".AppleSystemUIFont"/>
              </a:rPr>
              <a:t>airport</a:t>
            </a:r>
            <a:r>
              <a:rPr lang="es-MX" sz="2400">
                <a:solidFill>
                  <a:schemeClr val="bg1"/>
                </a:solidFill>
                <a:latin typeface=".AppleSystemUIFont"/>
              </a:rPr>
              <a:t> authorities.</a:t>
            </a:r>
          </a:p>
          <a:p>
            <a:pPr algn="just"/>
            <a:endParaRPr lang="es-MX" sz="1000">
              <a:solidFill>
                <a:schemeClr val="bg1"/>
              </a:solidFill>
              <a:latin typeface=".AppleSystemUIFont"/>
            </a:endParaRPr>
          </a:p>
          <a:p>
            <a:pPr algn="just">
              <a:spcBef>
                <a:spcPts val="900"/>
              </a:spcBef>
            </a:pPr>
            <a:r>
              <a:rPr lang="es-MX" sz="2400">
                <a:solidFill>
                  <a:schemeClr val="bg1"/>
                </a:solidFill>
                <a:latin typeface=".AppleSystemUIFont"/>
              </a:rPr>
              <a:t>This </a:t>
            </a:r>
            <a:r>
              <a:rPr lang="es-MX" sz="2400" b="1">
                <a:solidFill>
                  <a:schemeClr val="bg1"/>
                </a:solidFill>
                <a:latin typeface=".AppleSystemUIFont"/>
              </a:rPr>
              <a:t>analysis</a:t>
            </a:r>
            <a:r>
              <a:rPr lang="es-MX" sz="2400">
                <a:solidFill>
                  <a:schemeClr val="bg1"/>
                </a:solidFill>
                <a:latin typeface=".AppleSystemUIFont"/>
              </a:rPr>
              <a:t> seeks to </a:t>
            </a:r>
            <a:r>
              <a:rPr lang="es-MX" sz="2400" b="1">
                <a:solidFill>
                  <a:schemeClr val="bg1"/>
                </a:solidFill>
                <a:latin typeface=".AppleSystemUIFont"/>
              </a:rPr>
              <a:t>contribute</a:t>
            </a:r>
            <a:r>
              <a:rPr lang="es-MX" sz="2400">
                <a:solidFill>
                  <a:schemeClr val="bg1"/>
                </a:solidFill>
                <a:latin typeface=".AppleSystemUIFont"/>
              </a:rPr>
              <a:t> to the </a:t>
            </a:r>
            <a:r>
              <a:rPr lang="es-MX" sz="2400" b="1">
                <a:solidFill>
                  <a:schemeClr val="bg1"/>
                </a:solidFill>
                <a:latin typeface=".AppleSystemUIFont"/>
              </a:rPr>
              <a:t>broader</a:t>
            </a:r>
            <a:r>
              <a:rPr lang="es-MX" sz="2400">
                <a:solidFill>
                  <a:schemeClr val="bg1"/>
                </a:solidFill>
                <a:latin typeface=".AppleSystemUIFont"/>
              </a:rPr>
              <a:t> </a:t>
            </a:r>
            <a:r>
              <a:rPr lang="es-MX" sz="2400" b="1">
                <a:solidFill>
                  <a:schemeClr val="bg1"/>
                </a:solidFill>
                <a:latin typeface=".AppleSystemUIFont"/>
              </a:rPr>
              <a:t>understanding</a:t>
            </a:r>
            <a:r>
              <a:rPr lang="es-MX" sz="2400">
                <a:solidFill>
                  <a:schemeClr val="bg1"/>
                </a:solidFill>
                <a:latin typeface=".AppleSystemUIFont"/>
              </a:rPr>
              <a:t> of </a:t>
            </a:r>
            <a:r>
              <a:rPr lang="es-MX" sz="2400" b="1">
                <a:solidFill>
                  <a:schemeClr val="bg1"/>
                </a:solidFill>
                <a:latin typeface=".AppleSystemUIFont"/>
              </a:rPr>
              <a:t>how</a:t>
            </a:r>
            <a:r>
              <a:rPr lang="es-MX" sz="2400">
                <a:solidFill>
                  <a:schemeClr val="bg1"/>
                </a:solidFill>
                <a:latin typeface=".AppleSystemUIFont"/>
              </a:rPr>
              <a:t> </a:t>
            </a:r>
            <a:r>
              <a:rPr lang="es-MX" sz="2400" b="1">
                <a:solidFill>
                  <a:schemeClr val="bg1"/>
                </a:solidFill>
                <a:latin typeface=".AppleSystemUIFont"/>
              </a:rPr>
              <a:t>environmental</a:t>
            </a:r>
            <a:r>
              <a:rPr lang="es-MX" sz="2400">
                <a:solidFill>
                  <a:schemeClr val="bg1"/>
                </a:solidFill>
                <a:latin typeface=".AppleSystemUIFont"/>
              </a:rPr>
              <a:t> factors </a:t>
            </a:r>
            <a:r>
              <a:rPr lang="es-MX" sz="2400" b="1">
                <a:solidFill>
                  <a:schemeClr val="bg1"/>
                </a:solidFill>
                <a:latin typeface=".AppleSystemUIFont"/>
              </a:rPr>
              <a:t>influence</a:t>
            </a:r>
            <a:r>
              <a:rPr lang="es-MX" sz="2400">
                <a:solidFill>
                  <a:schemeClr val="bg1"/>
                </a:solidFill>
                <a:latin typeface=".AppleSystemUIFont"/>
              </a:rPr>
              <a:t> </a:t>
            </a:r>
            <a:r>
              <a:rPr lang="es-MX" sz="2400" b="1">
                <a:solidFill>
                  <a:schemeClr val="bg1"/>
                </a:solidFill>
                <a:latin typeface=".AppleSystemUIFont"/>
              </a:rPr>
              <a:t>aviation</a:t>
            </a:r>
            <a:r>
              <a:rPr lang="es-MX" sz="2400">
                <a:solidFill>
                  <a:schemeClr val="bg1"/>
                </a:solidFill>
                <a:latin typeface=".AppleSystemUIFont"/>
              </a:rPr>
              <a:t> </a:t>
            </a:r>
            <a:r>
              <a:rPr lang="es-MX" sz="2400" b="1">
                <a:solidFill>
                  <a:schemeClr val="bg1"/>
                </a:solidFill>
                <a:latin typeface=".AppleSystemUIFont"/>
              </a:rPr>
              <a:t>operations</a:t>
            </a:r>
            <a:r>
              <a:rPr lang="es-MX" sz="2400">
                <a:solidFill>
                  <a:schemeClr val="bg1"/>
                </a:solidFill>
                <a:latin typeface=".AppleSystemUIFont"/>
              </a:rPr>
              <a:t>, </a:t>
            </a:r>
            <a:r>
              <a:rPr lang="es-MX" sz="2400" b="1">
                <a:solidFill>
                  <a:schemeClr val="bg1"/>
                </a:solidFill>
                <a:latin typeface=".AppleSystemUIFont"/>
              </a:rPr>
              <a:t>potentially</a:t>
            </a:r>
            <a:r>
              <a:rPr lang="es-MX" sz="2400">
                <a:solidFill>
                  <a:schemeClr val="bg1"/>
                </a:solidFill>
                <a:latin typeface=".AppleSystemUIFont"/>
              </a:rPr>
              <a:t> </a:t>
            </a:r>
            <a:r>
              <a:rPr lang="es-MX" sz="2400" b="1">
                <a:solidFill>
                  <a:schemeClr val="bg1"/>
                </a:solidFill>
                <a:latin typeface=".AppleSystemUIFont"/>
              </a:rPr>
              <a:t>leading</a:t>
            </a:r>
            <a:r>
              <a:rPr lang="es-MX" sz="2400">
                <a:solidFill>
                  <a:schemeClr val="bg1"/>
                </a:solidFill>
                <a:latin typeface=".AppleSystemUIFont"/>
              </a:rPr>
              <a:t> to </a:t>
            </a:r>
            <a:r>
              <a:rPr lang="es-MX" sz="2400" b="1">
                <a:solidFill>
                  <a:schemeClr val="bg1"/>
                </a:solidFill>
                <a:latin typeface=".AppleSystemUIFont"/>
              </a:rPr>
              <a:t>improved</a:t>
            </a:r>
            <a:r>
              <a:rPr lang="es-MX" sz="2400">
                <a:solidFill>
                  <a:schemeClr val="bg1"/>
                </a:solidFill>
                <a:latin typeface=".AppleSystemUIFont"/>
              </a:rPr>
              <a:t> </a:t>
            </a:r>
            <a:r>
              <a:rPr lang="es-MX" sz="2400" b="1">
                <a:solidFill>
                  <a:schemeClr val="bg1"/>
                </a:solidFill>
                <a:latin typeface=".AppleSystemUIFont"/>
              </a:rPr>
              <a:t>scheduling</a:t>
            </a:r>
            <a:r>
              <a:rPr lang="es-MX" sz="2400">
                <a:solidFill>
                  <a:schemeClr val="bg1"/>
                </a:solidFill>
                <a:latin typeface=".AppleSystemUIFont"/>
              </a:rPr>
              <a:t>, </a:t>
            </a:r>
            <a:r>
              <a:rPr lang="es-MX" sz="2400" b="1">
                <a:solidFill>
                  <a:schemeClr val="bg1"/>
                </a:solidFill>
                <a:latin typeface=".AppleSystemUIFont"/>
              </a:rPr>
              <a:t>resource</a:t>
            </a:r>
            <a:r>
              <a:rPr lang="es-MX" sz="2400">
                <a:solidFill>
                  <a:schemeClr val="bg1"/>
                </a:solidFill>
                <a:latin typeface=".AppleSystemUIFont"/>
              </a:rPr>
              <a:t> </a:t>
            </a:r>
            <a:r>
              <a:rPr lang="es-MX" sz="2400" b="1">
                <a:solidFill>
                  <a:schemeClr val="bg1"/>
                </a:solidFill>
                <a:latin typeface=".AppleSystemUIFont"/>
              </a:rPr>
              <a:t>allocation</a:t>
            </a:r>
            <a:r>
              <a:rPr lang="es-MX" sz="2400">
                <a:solidFill>
                  <a:schemeClr val="bg1"/>
                </a:solidFill>
                <a:latin typeface=".AppleSystemUIFont"/>
              </a:rPr>
              <a:t>, and </a:t>
            </a:r>
            <a:r>
              <a:rPr lang="es-MX" sz="2400" b="1">
                <a:solidFill>
                  <a:schemeClr val="bg1"/>
                </a:solidFill>
                <a:latin typeface=".AppleSystemUIFont"/>
              </a:rPr>
              <a:t>overall</a:t>
            </a:r>
            <a:r>
              <a:rPr lang="es-MX" sz="2400">
                <a:solidFill>
                  <a:schemeClr val="bg1"/>
                </a:solidFill>
                <a:latin typeface=".AppleSystemUIFont"/>
              </a:rPr>
              <a:t> </a:t>
            </a:r>
            <a:r>
              <a:rPr lang="es-MX" sz="2400" b="1">
                <a:solidFill>
                  <a:schemeClr val="bg1"/>
                </a:solidFill>
                <a:latin typeface=".AppleSystemUIFont"/>
              </a:rPr>
              <a:t>service</a:t>
            </a:r>
            <a:r>
              <a:rPr lang="es-MX" sz="2400">
                <a:solidFill>
                  <a:schemeClr val="bg1"/>
                </a:solidFill>
                <a:latin typeface=".AppleSystemUIFont"/>
              </a:rPr>
              <a:t> </a:t>
            </a:r>
            <a:r>
              <a:rPr lang="es-MX" sz="2400" b="1">
                <a:solidFill>
                  <a:schemeClr val="bg1"/>
                </a:solidFill>
                <a:latin typeface=".AppleSystemUIFont"/>
              </a:rPr>
              <a:t>quality</a:t>
            </a:r>
            <a:r>
              <a:rPr lang="es-MX" sz="2400">
                <a:solidFill>
                  <a:schemeClr val="bg1"/>
                </a:solidFill>
                <a:latin typeface=".AppleSystemUIFont"/>
              </a:rPr>
              <a:t>.</a:t>
            </a:r>
          </a:p>
          <a:p>
            <a:pPr algn="just">
              <a:spcBef>
                <a:spcPts val="900"/>
              </a:spcBef>
            </a:pPr>
            <a:endParaRPr lang="es-MX" sz="2400">
              <a:solidFill>
                <a:schemeClr val="bg1"/>
              </a:solidFill>
              <a:latin typeface=".AppleSystemUIFont"/>
            </a:endParaRPr>
          </a:p>
          <a:p>
            <a:pPr>
              <a:spcBef>
                <a:spcPts val="900"/>
              </a:spcBef>
            </a:pPr>
            <a:endParaRPr lang="es-MX" sz="2400">
              <a:solidFill>
                <a:schemeClr val="bg1"/>
              </a:solidFill>
              <a:latin typeface=".AppleSystemUIFont"/>
            </a:endParaRPr>
          </a:p>
          <a:p>
            <a:endParaRPr lang="en-CA" sz="2000" dirty="0"/>
          </a:p>
        </p:txBody>
      </p:sp>
    </p:spTree>
    <p:extLst>
      <p:ext uri="{BB962C8B-B14F-4D97-AF65-F5344CB8AC3E}">
        <p14:creationId xmlns:p14="http://schemas.microsoft.com/office/powerpoint/2010/main" val="3953251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3896724"/>
            <a:ext cx="12192000" cy="110785"/>
          </a:xfrm>
          <a:prstGeom prst="rect">
            <a:avLst/>
          </a:prstGeom>
          <a:solidFill>
            <a:schemeClr val="bg1">
              <a:lumMod val="65000"/>
            </a:schemeClr>
          </a:solidFill>
          <a:ln>
            <a:noFill/>
          </a:ln>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ular Callout 10"/>
          <p:cNvSpPr/>
          <p:nvPr/>
        </p:nvSpPr>
        <p:spPr>
          <a:xfrm>
            <a:off x="783016" y="2311034"/>
            <a:ext cx="1834982" cy="959667"/>
          </a:xfrm>
          <a:prstGeom prst="wedgeRectCallout">
            <a:avLst>
              <a:gd name="adj1" fmla="val -18122"/>
              <a:gd name="adj2" fmla="val 85847"/>
            </a:avLst>
          </a:prstGeom>
          <a:solidFill>
            <a:srgbClr val="0432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900" b="0" i="0" u="none" strike="noStrike" kern="1200" cap="none" spc="0" normalizeH="0" baseline="0" noProof="0" dirty="0">
                <a:ln>
                  <a:noFill/>
                </a:ln>
                <a:solidFill>
                  <a:prstClr val="white"/>
                </a:solidFill>
                <a:effectLst/>
                <a:uLnTx/>
                <a:uFillTx/>
                <a:cs typeface="Arial" panose="020B0604020202020204" pitchFamily="34" charset="0"/>
              </a:rPr>
              <a:t>1. </a:t>
            </a:r>
            <a:r>
              <a:rPr lang="en-US" sz="1900" dirty="0"/>
              <a:t> Data Collection</a:t>
            </a:r>
          </a:p>
        </p:txBody>
      </p:sp>
      <p:sp>
        <p:nvSpPr>
          <p:cNvPr id="12" name="Rectangular Callout 11"/>
          <p:cNvSpPr/>
          <p:nvPr/>
        </p:nvSpPr>
        <p:spPr>
          <a:xfrm>
            <a:off x="2943130" y="2336861"/>
            <a:ext cx="1787610" cy="995121"/>
          </a:xfrm>
          <a:prstGeom prst="wedgeRectCallout">
            <a:avLst>
              <a:gd name="adj1" fmla="val -19162"/>
              <a:gd name="adj2" fmla="val 77055"/>
            </a:avLst>
          </a:prstGeom>
          <a:solidFill>
            <a:srgbClr val="F83D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1900" b="0" i="0" u="none" strike="noStrike" kern="1200" cap="none" spc="0" normalizeH="0" baseline="0" noProof="0" dirty="0">
                <a:ln>
                  <a:noFill/>
                </a:ln>
                <a:solidFill>
                  <a:prstClr val="white"/>
                </a:solidFill>
                <a:effectLst/>
                <a:uLnTx/>
                <a:uFillTx/>
                <a:ea typeface="+mn-ea"/>
                <a:cs typeface="Arial" panose="020B0604020202020204" pitchFamily="34" charset="0"/>
              </a:rPr>
              <a:t>2. </a:t>
            </a:r>
            <a:r>
              <a:rPr lang="en-US" sz="1900" dirty="0"/>
              <a:t>Data Loading</a:t>
            </a:r>
          </a:p>
        </p:txBody>
      </p:sp>
      <p:sp>
        <p:nvSpPr>
          <p:cNvPr id="13" name="Rectangular Callout 12"/>
          <p:cNvSpPr/>
          <p:nvPr/>
        </p:nvSpPr>
        <p:spPr>
          <a:xfrm>
            <a:off x="4975338" y="2311033"/>
            <a:ext cx="1834982" cy="1025847"/>
          </a:xfrm>
          <a:prstGeom prst="wedgeRectCallout">
            <a:avLst>
              <a:gd name="adj1" fmla="val -21582"/>
              <a:gd name="adj2" fmla="val 77437"/>
            </a:avLst>
          </a:prstGeom>
          <a:solidFill>
            <a:srgbClr val="0432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solidFill>
                  <a:prstClr val="white"/>
                </a:solidFill>
                <a:cs typeface="Arial" panose="020B0604020202020204" pitchFamily="34" charset="0"/>
              </a:rPr>
              <a:t>3. </a:t>
            </a:r>
            <a:r>
              <a:rPr lang="en-US" sz="1750" dirty="0"/>
              <a:t>Exploratory Data Analysis (EDA)</a:t>
            </a:r>
          </a:p>
        </p:txBody>
      </p:sp>
      <p:sp>
        <p:nvSpPr>
          <p:cNvPr id="15" name="Rectangular Callout 14"/>
          <p:cNvSpPr/>
          <p:nvPr/>
        </p:nvSpPr>
        <p:spPr>
          <a:xfrm>
            <a:off x="6962526" y="2336861"/>
            <a:ext cx="1797232" cy="1025847"/>
          </a:xfrm>
          <a:prstGeom prst="wedgeRectCallout">
            <a:avLst>
              <a:gd name="adj1" fmla="val -19090"/>
              <a:gd name="adj2" fmla="val 81151"/>
            </a:avLst>
          </a:prstGeom>
          <a:solidFill>
            <a:srgbClr val="F83D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solidFill>
                  <a:prstClr val="white"/>
                </a:solidFill>
                <a:cs typeface="Arial" panose="020B0604020202020204" pitchFamily="34" charset="0"/>
              </a:rPr>
              <a:t>4. Feature Engineering</a:t>
            </a:r>
          </a:p>
        </p:txBody>
      </p:sp>
      <p:sp>
        <p:nvSpPr>
          <p:cNvPr id="4" name="Oval 3"/>
          <p:cNvSpPr/>
          <p:nvPr/>
        </p:nvSpPr>
        <p:spPr>
          <a:xfrm>
            <a:off x="1290199" y="3616892"/>
            <a:ext cx="820615" cy="822960"/>
          </a:xfrm>
          <a:prstGeom prst="ellipse">
            <a:avLst/>
          </a:prstGeom>
          <a:solidFill>
            <a:srgbClr val="FCA70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highlight>
                <a:srgbClr val="0000FF"/>
              </a:highlight>
              <a:uLnTx/>
              <a:uFillTx/>
              <a:latin typeface="Calibri" panose="020F0502020204030204"/>
              <a:ea typeface="+mn-ea"/>
              <a:cs typeface="+mn-cs"/>
            </a:endParaRPr>
          </a:p>
        </p:txBody>
      </p:sp>
      <p:sp>
        <p:nvSpPr>
          <p:cNvPr id="5" name="Oval 4"/>
          <p:cNvSpPr/>
          <p:nvPr/>
        </p:nvSpPr>
        <p:spPr>
          <a:xfrm>
            <a:off x="3278339" y="3575468"/>
            <a:ext cx="820615" cy="822960"/>
          </a:xfrm>
          <a:prstGeom prst="ellipse">
            <a:avLst/>
          </a:prstGeom>
          <a:solidFill>
            <a:srgbClr val="FCA70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Oval 5"/>
          <p:cNvSpPr/>
          <p:nvPr/>
        </p:nvSpPr>
        <p:spPr>
          <a:xfrm>
            <a:off x="5343159" y="3589460"/>
            <a:ext cx="820615" cy="822960"/>
          </a:xfrm>
          <a:prstGeom prst="ellipse">
            <a:avLst/>
          </a:prstGeom>
          <a:solidFill>
            <a:srgbClr val="FCA70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highlight>
                <a:srgbClr val="0000FF"/>
              </a:highlight>
              <a:uLnTx/>
              <a:uFillTx/>
              <a:latin typeface="Calibri" panose="020F0502020204030204"/>
              <a:ea typeface="+mn-ea"/>
              <a:cs typeface="+mn-cs"/>
            </a:endParaRPr>
          </a:p>
        </p:txBody>
      </p:sp>
      <p:sp>
        <p:nvSpPr>
          <p:cNvPr id="8" name="Oval 7"/>
          <p:cNvSpPr/>
          <p:nvPr/>
        </p:nvSpPr>
        <p:spPr>
          <a:xfrm>
            <a:off x="7423388" y="3575468"/>
            <a:ext cx="820615" cy="822960"/>
          </a:xfrm>
          <a:prstGeom prst="ellipse">
            <a:avLst/>
          </a:prstGeom>
          <a:solidFill>
            <a:srgbClr val="FCA70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2" name="Rectangle 61"/>
          <p:cNvSpPr/>
          <p:nvPr/>
        </p:nvSpPr>
        <p:spPr>
          <a:xfrm>
            <a:off x="381000" y="4641237"/>
            <a:ext cx="2320109" cy="1754326"/>
          </a:xfrm>
          <a:prstGeom prst="rect">
            <a:avLst/>
          </a:prstGeom>
        </p:spPr>
        <p:txBody>
          <a:bodyPr wrap="square">
            <a:spAutoFit/>
          </a:bodyPr>
          <a:lstStyle/>
          <a:p>
            <a:pPr marL="285750" lvl="0" indent="-285750">
              <a:buFont typeface="Arial" panose="020B0604020202020204" pitchFamily="34" charset="0"/>
              <a:buChar char="•"/>
            </a:pPr>
            <a:r>
              <a:rPr lang="en-US" sz="1800" dirty="0">
                <a:solidFill>
                  <a:schemeClr val="bg1"/>
                </a:solidFill>
              </a:rPr>
              <a:t>Fetching Weather Data via API </a:t>
            </a:r>
          </a:p>
          <a:p>
            <a:pPr marL="285750" lvl="0" indent="-285750">
              <a:buFont typeface="Arial" panose="020B0604020202020204" pitchFamily="34" charset="0"/>
              <a:buChar char="•"/>
            </a:pPr>
            <a:r>
              <a:rPr lang="en-US" sz="1800" dirty="0">
                <a:solidFill>
                  <a:schemeClr val="bg1"/>
                </a:solidFill>
              </a:rPr>
              <a:t>Fetching flights Data via API </a:t>
            </a:r>
          </a:p>
          <a:p>
            <a:pPr marL="285750" lvl="0" indent="-285750">
              <a:buFont typeface="Arial" panose="020B0604020202020204" pitchFamily="34" charset="0"/>
              <a:buChar char="•"/>
            </a:pPr>
            <a:r>
              <a:rPr lang="en-US" dirty="0">
                <a:solidFill>
                  <a:schemeClr val="bg1"/>
                </a:solidFill>
              </a:rPr>
              <a:t>Joining the datasets</a:t>
            </a:r>
            <a:endParaRPr lang="en-US" sz="1800" dirty="0">
              <a:solidFill>
                <a:schemeClr val="bg1"/>
              </a:solidFill>
            </a:endParaRPr>
          </a:p>
        </p:txBody>
      </p:sp>
      <p:sp>
        <p:nvSpPr>
          <p:cNvPr id="63" name="Rectangle 62"/>
          <p:cNvSpPr/>
          <p:nvPr/>
        </p:nvSpPr>
        <p:spPr>
          <a:xfrm>
            <a:off x="2779109" y="4645537"/>
            <a:ext cx="1838689" cy="646331"/>
          </a:xfrm>
          <a:prstGeom prst="rect">
            <a:avLst/>
          </a:prstGeom>
        </p:spPr>
        <p:txBody>
          <a:bodyPr wrap="square">
            <a:spAutoFit/>
          </a:bodyPr>
          <a:lstStyle/>
          <a:p>
            <a:pPr marL="285750" lvl="0" indent="-285750">
              <a:buFont typeface="Arial" panose="020B0604020202020204" pitchFamily="34" charset="0"/>
              <a:buChar char="•"/>
            </a:pPr>
            <a:r>
              <a:rPr lang="en-US" sz="1800" dirty="0">
                <a:solidFill>
                  <a:schemeClr val="bg1"/>
                </a:solidFill>
              </a:rPr>
              <a:t>Subset Winter Data</a:t>
            </a:r>
          </a:p>
        </p:txBody>
      </p:sp>
      <p:sp>
        <p:nvSpPr>
          <p:cNvPr id="64" name="Rectangle 63"/>
          <p:cNvSpPr/>
          <p:nvPr/>
        </p:nvSpPr>
        <p:spPr>
          <a:xfrm>
            <a:off x="4695798" y="4615665"/>
            <a:ext cx="2114521" cy="1477328"/>
          </a:xfrm>
          <a:prstGeom prst="rect">
            <a:avLst/>
          </a:prstGeom>
        </p:spPr>
        <p:txBody>
          <a:bodyPr wrap="square">
            <a:spAutoFit/>
          </a:bodyPr>
          <a:lstStyle/>
          <a:p>
            <a:pPr marL="285750" lvl="0" indent="-285750">
              <a:buFont typeface="Arial" panose="020B0604020202020204" pitchFamily="34" charset="0"/>
              <a:buChar char="•"/>
            </a:pPr>
            <a:r>
              <a:rPr lang="en-US" sz="1800" dirty="0">
                <a:solidFill>
                  <a:schemeClr val="bg1"/>
                </a:solidFill>
              </a:rPr>
              <a:t>Handling missing data</a:t>
            </a:r>
          </a:p>
          <a:p>
            <a:pPr marL="285750" lvl="0" indent="-285750">
              <a:buFont typeface="Arial" panose="020B0604020202020204" pitchFamily="34" charset="0"/>
              <a:buChar char="•"/>
            </a:pPr>
            <a:r>
              <a:rPr lang="en-US" sz="1800" dirty="0">
                <a:solidFill>
                  <a:schemeClr val="bg1"/>
                </a:solidFill>
              </a:rPr>
              <a:t>Data Structure</a:t>
            </a:r>
          </a:p>
          <a:p>
            <a:pPr marL="285750" lvl="0" indent="-285750">
              <a:buFont typeface="Arial" panose="020B0604020202020204" pitchFamily="34" charset="0"/>
              <a:buChar char="•"/>
            </a:pPr>
            <a:r>
              <a:rPr lang="en-US" sz="1800" dirty="0">
                <a:solidFill>
                  <a:schemeClr val="bg1"/>
                </a:solidFill>
              </a:rPr>
              <a:t>Distributions</a:t>
            </a:r>
          </a:p>
          <a:p>
            <a:pPr marL="285750" lvl="0" indent="-285750">
              <a:buFont typeface="Arial" panose="020B0604020202020204" pitchFamily="34" charset="0"/>
              <a:buChar char="•"/>
            </a:pPr>
            <a:r>
              <a:rPr lang="en-US" sz="1800" dirty="0">
                <a:solidFill>
                  <a:schemeClr val="bg1"/>
                </a:solidFill>
              </a:rPr>
              <a:t>Outliers</a:t>
            </a:r>
          </a:p>
        </p:txBody>
      </p:sp>
      <p:sp>
        <p:nvSpPr>
          <p:cNvPr id="66" name="Rectangle 65"/>
          <p:cNvSpPr/>
          <p:nvPr/>
        </p:nvSpPr>
        <p:spPr>
          <a:xfrm>
            <a:off x="6982012" y="4633532"/>
            <a:ext cx="2022344" cy="1754326"/>
          </a:xfrm>
          <a:prstGeom prst="rect">
            <a:avLst/>
          </a:prstGeom>
        </p:spPr>
        <p:txBody>
          <a:bodyPr wrap="square">
            <a:spAutoFit/>
          </a:bodyPr>
          <a:lstStyle/>
          <a:p>
            <a:pPr marL="285750" lvl="0" indent="-285750">
              <a:buFont typeface="Arial" panose="020B0604020202020204" pitchFamily="34" charset="0"/>
              <a:buChar char="•"/>
            </a:pPr>
            <a:r>
              <a:rPr lang="en-US" sz="1800" dirty="0">
                <a:solidFill>
                  <a:schemeClr val="bg1"/>
                </a:solidFill>
              </a:rPr>
              <a:t>PCA</a:t>
            </a:r>
          </a:p>
          <a:p>
            <a:pPr marL="285750" lvl="0" indent="-285750">
              <a:buFont typeface="Arial" panose="020B0604020202020204" pitchFamily="34" charset="0"/>
              <a:buChar char="•"/>
            </a:pPr>
            <a:r>
              <a:rPr lang="en-US" sz="1800" dirty="0">
                <a:solidFill>
                  <a:schemeClr val="bg1"/>
                </a:solidFill>
              </a:rPr>
              <a:t>FA</a:t>
            </a:r>
          </a:p>
          <a:p>
            <a:pPr marL="285750" lvl="0" indent="-285750">
              <a:buFont typeface="Arial" panose="020B0604020202020204" pitchFamily="34" charset="0"/>
              <a:buChar char="•"/>
            </a:pPr>
            <a:r>
              <a:rPr lang="en-US" sz="1800" dirty="0">
                <a:solidFill>
                  <a:schemeClr val="bg1"/>
                </a:solidFill>
              </a:rPr>
              <a:t>CA</a:t>
            </a:r>
          </a:p>
          <a:p>
            <a:pPr marL="285750" lvl="0" indent="-285750">
              <a:buFont typeface="Arial" panose="020B0604020202020204" pitchFamily="34" charset="0"/>
              <a:buChar char="•"/>
            </a:pPr>
            <a:r>
              <a:rPr lang="en-US" sz="1800" dirty="0">
                <a:solidFill>
                  <a:schemeClr val="bg1"/>
                </a:solidFill>
              </a:rPr>
              <a:t>Feature Selection (Stepwise)</a:t>
            </a:r>
          </a:p>
        </p:txBody>
      </p:sp>
      <p:sp>
        <p:nvSpPr>
          <p:cNvPr id="67" name="Rectangle 66"/>
          <p:cNvSpPr/>
          <p:nvPr/>
        </p:nvSpPr>
        <p:spPr>
          <a:xfrm>
            <a:off x="691677" y="1070956"/>
            <a:ext cx="10808646" cy="7922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4000" dirty="0"/>
              <a:t>Overview</a:t>
            </a:r>
            <a:endParaRPr kumimoji="0" lang="en-US"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Rectangular Callout 1">
            <a:extLst>
              <a:ext uri="{FF2B5EF4-FFF2-40B4-BE49-F238E27FC236}">
                <a16:creationId xmlns:a16="http://schemas.microsoft.com/office/drawing/2014/main" id="{A98D2520-A9C5-DC72-46D0-F807E1197479}"/>
              </a:ext>
            </a:extLst>
          </p:cNvPr>
          <p:cNvSpPr/>
          <p:nvPr/>
        </p:nvSpPr>
        <p:spPr>
          <a:xfrm>
            <a:off x="9004356" y="2374162"/>
            <a:ext cx="1787610" cy="962717"/>
          </a:xfrm>
          <a:prstGeom prst="wedgeRectCallout">
            <a:avLst>
              <a:gd name="adj1" fmla="val -19162"/>
              <a:gd name="adj2" fmla="val 91136"/>
            </a:avLst>
          </a:prstGeom>
          <a:solidFill>
            <a:srgbClr val="0432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dirty="0">
                <a:solidFill>
                  <a:prstClr val="white"/>
                </a:solidFill>
                <a:cs typeface="Arial" panose="020B0604020202020204" pitchFamily="34" charset="0"/>
              </a:rPr>
              <a:t>5. Modeling</a:t>
            </a:r>
          </a:p>
        </p:txBody>
      </p:sp>
      <p:sp>
        <p:nvSpPr>
          <p:cNvPr id="3" name="Oval 2">
            <a:extLst>
              <a:ext uri="{FF2B5EF4-FFF2-40B4-BE49-F238E27FC236}">
                <a16:creationId xmlns:a16="http://schemas.microsoft.com/office/drawing/2014/main" id="{7B465368-93D8-759E-3CFA-319E5089F7DE}"/>
              </a:ext>
            </a:extLst>
          </p:cNvPr>
          <p:cNvSpPr/>
          <p:nvPr/>
        </p:nvSpPr>
        <p:spPr>
          <a:xfrm>
            <a:off x="9339565" y="3596331"/>
            <a:ext cx="820615" cy="822960"/>
          </a:xfrm>
          <a:prstGeom prst="ellipse">
            <a:avLst/>
          </a:prstGeom>
          <a:solidFill>
            <a:srgbClr val="FCA701"/>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prstClr val="white"/>
              </a:solidFill>
              <a:highlight>
                <a:srgbClr val="0000FF"/>
              </a:highlight>
              <a:latin typeface="Calibri" panose="020F0502020204030204"/>
            </a:endParaRPr>
          </a:p>
        </p:txBody>
      </p:sp>
      <p:sp>
        <p:nvSpPr>
          <p:cNvPr id="16" name="Rectangle 15">
            <a:extLst>
              <a:ext uri="{FF2B5EF4-FFF2-40B4-BE49-F238E27FC236}">
                <a16:creationId xmlns:a16="http://schemas.microsoft.com/office/drawing/2014/main" id="{385F7DA6-F2B3-B2A5-47F3-15D25B462A3B}"/>
              </a:ext>
            </a:extLst>
          </p:cNvPr>
          <p:cNvSpPr/>
          <p:nvPr/>
        </p:nvSpPr>
        <p:spPr>
          <a:xfrm>
            <a:off x="8904085" y="4649277"/>
            <a:ext cx="2596238" cy="1477328"/>
          </a:xfrm>
          <a:prstGeom prst="rect">
            <a:avLst/>
          </a:prstGeom>
        </p:spPr>
        <p:txBody>
          <a:bodyPr wrap="square">
            <a:spAutoFit/>
          </a:bodyPr>
          <a:lstStyle/>
          <a:p>
            <a:pPr marL="285750" lvl="0" indent="-285750">
              <a:buFont typeface="Arial" panose="020B0604020202020204" pitchFamily="34" charset="0"/>
              <a:buChar char="•"/>
            </a:pPr>
            <a:r>
              <a:rPr lang="en-US" sz="1800" dirty="0">
                <a:solidFill>
                  <a:schemeClr val="bg1"/>
                </a:solidFill>
              </a:rPr>
              <a:t>Data Splitting (Training and Testing)</a:t>
            </a:r>
          </a:p>
          <a:p>
            <a:pPr marL="285750" lvl="0" indent="-285750">
              <a:buFont typeface="Arial" panose="020B0604020202020204" pitchFamily="34" charset="0"/>
              <a:buChar char="•"/>
            </a:pPr>
            <a:r>
              <a:rPr lang="en-US" sz="1800" dirty="0">
                <a:solidFill>
                  <a:schemeClr val="bg1"/>
                </a:solidFill>
              </a:rPr>
              <a:t>Random Forest</a:t>
            </a:r>
          </a:p>
          <a:p>
            <a:pPr marL="285750" lvl="0" indent="-285750">
              <a:buFont typeface="Arial" panose="020B0604020202020204" pitchFamily="34" charset="0"/>
              <a:buChar char="•"/>
            </a:pPr>
            <a:r>
              <a:rPr lang="en-US" sz="1800" dirty="0">
                <a:solidFill>
                  <a:schemeClr val="bg1"/>
                </a:solidFill>
              </a:rPr>
              <a:t>Logistic Regression</a:t>
            </a:r>
          </a:p>
          <a:p>
            <a:pPr marL="285750" lvl="0" indent="-285750">
              <a:buFont typeface="Arial" panose="020B0604020202020204" pitchFamily="34" charset="0"/>
              <a:buChar char="•"/>
            </a:pPr>
            <a:r>
              <a:rPr lang="en-US" sz="1800" dirty="0">
                <a:solidFill>
                  <a:schemeClr val="bg1"/>
                </a:solidFill>
              </a:rPr>
              <a:t>Model Evaluation</a:t>
            </a:r>
          </a:p>
        </p:txBody>
      </p:sp>
      <p:pic>
        <p:nvPicPr>
          <p:cNvPr id="32" name="Picture 31" descr="A black background with a black square&#10;&#10;Description automatically generated with medium confidence">
            <a:extLst>
              <a:ext uri="{FF2B5EF4-FFF2-40B4-BE49-F238E27FC236}">
                <a16:creationId xmlns:a16="http://schemas.microsoft.com/office/drawing/2014/main" id="{DC236B67-D16F-1807-9CD4-DFAAE49515D0}"/>
              </a:ext>
            </a:extLst>
          </p:cNvPr>
          <p:cNvPicPr>
            <a:picLocks noChangeAspect="1"/>
          </p:cNvPicPr>
          <p:nvPr/>
        </p:nvPicPr>
        <p:blipFill>
          <a:blip r:embed="rId3"/>
          <a:stretch>
            <a:fillRect/>
          </a:stretch>
        </p:blipFill>
        <p:spPr>
          <a:xfrm>
            <a:off x="7595514" y="3789890"/>
            <a:ext cx="465100" cy="465100"/>
          </a:xfrm>
          <a:prstGeom prst="rect">
            <a:avLst/>
          </a:prstGeom>
          <a:solidFill>
            <a:srgbClr val="FCA701"/>
          </a:solidFill>
          <a:ln>
            <a:noFill/>
          </a:ln>
        </p:spPr>
      </p:pic>
      <p:pic>
        <p:nvPicPr>
          <p:cNvPr id="34" name="Picture 33" descr="A black background with a black square&#10;&#10;Description automatically generated with medium confidence">
            <a:extLst>
              <a:ext uri="{FF2B5EF4-FFF2-40B4-BE49-F238E27FC236}">
                <a16:creationId xmlns:a16="http://schemas.microsoft.com/office/drawing/2014/main" id="{5B974C79-9FAE-FBC8-D8BA-F99259983095}"/>
              </a:ext>
            </a:extLst>
          </p:cNvPr>
          <p:cNvPicPr>
            <a:picLocks noChangeAspect="1"/>
          </p:cNvPicPr>
          <p:nvPr/>
        </p:nvPicPr>
        <p:blipFill>
          <a:blip r:embed="rId4"/>
          <a:stretch>
            <a:fillRect/>
          </a:stretch>
        </p:blipFill>
        <p:spPr>
          <a:xfrm>
            <a:off x="9488208" y="3761155"/>
            <a:ext cx="522571" cy="522571"/>
          </a:xfrm>
          <a:prstGeom prst="rect">
            <a:avLst/>
          </a:prstGeom>
          <a:solidFill>
            <a:srgbClr val="FCA701"/>
          </a:solidFill>
        </p:spPr>
      </p:pic>
      <p:pic>
        <p:nvPicPr>
          <p:cNvPr id="37" name="Picture 36" descr="A black background with a black square&#10;&#10;Description automatically generated with medium confidence">
            <a:extLst>
              <a:ext uri="{FF2B5EF4-FFF2-40B4-BE49-F238E27FC236}">
                <a16:creationId xmlns:a16="http://schemas.microsoft.com/office/drawing/2014/main" id="{E1D460D8-3E25-90D2-DD96-186EA97006C4}"/>
              </a:ext>
            </a:extLst>
          </p:cNvPr>
          <p:cNvPicPr>
            <a:picLocks noChangeAspect="1"/>
          </p:cNvPicPr>
          <p:nvPr/>
        </p:nvPicPr>
        <p:blipFill>
          <a:blip r:embed="rId5"/>
          <a:stretch>
            <a:fillRect/>
          </a:stretch>
        </p:blipFill>
        <p:spPr>
          <a:xfrm>
            <a:off x="3467927" y="3784792"/>
            <a:ext cx="475296" cy="475296"/>
          </a:xfrm>
          <a:prstGeom prst="rect">
            <a:avLst/>
          </a:prstGeom>
          <a:solidFill>
            <a:srgbClr val="FCA701"/>
          </a:solidFill>
        </p:spPr>
      </p:pic>
      <p:pic>
        <p:nvPicPr>
          <p:cNvPr id="39" name="Picture 38" descr="A black background with a black square&#10;&#10;Description automatically generated with medium confidence">
            <a:extLst>
              <a:ext uri="{FF2B5EF4-FFF2-40B4-BE49-F238E27FC236}">
                <a16:creationId xmlns:a16="http://schemas.microsoft.com/office/drawing/2014/main" id="{F9230AE0-D0B3-BFCA-D97E-2E87A18F39E6}"/>
              </a:ext>
            </a:extLst>
          </p:cNvPr>
          <p:cNvPicPr>
            <a:picLocks noChangeAspect="1"/>
          </p:cNvPicPr>
          <p:nvPr/>
        </p:nvPicPr>
        <p:blipFill>
          <a:blip r:embed="rId6"/>
          <a:stretch>
            <a:fillRect/>
          </a:stretch>
        </p:blipFill>
        <p:spPr>
          <a:xfrm>
            <a:off x="5514939" y="3793886"/>
            <a:ext cx="457108" cy="457108"/>
          </a:xfrm>
          <a:prstGeom prst="rect">
            <a:avLst/>
          </a:prstGeom>
          <a:solidFill>
            <a:srgbClr val="FCA701"/>
          </a:solidFill>
        </p:spPr>
      </p:pic>
      <p:pic>
        <p:nvPicPr>
          <p:cNvPr id="42" name="Picture 41" descr="A black background with a black square&#10;&#10;Description automatically generated with medium confidence">
            <a:extLst>
              <a:ext uri="{FF2B5EF4-FFF2-40B4-BE49-F238E27FC236}">
                <a16:creationId xmlns:a16="http://schemas.microsoft.com/office/drawing/2014/main" id="{C868854C-0327-E727-AA10-D82E1090E640}"/>
              </a:ext>
            </a:extLst>
          </p:cNvPr>
          <p:cNvPicPr>
            <a:picLocks noChangeAspect="1"/>
          </p:cNvPicPr>
          <p:nvPr/>
        </p:nvPicPr>
        <p:blipFill>
          <a:blip r:embed="rId7"/>
          <a:stretch>
            <a:fillRect/>
          </a:stretch>
        </p:blipFill>
        <p:spPr>
          <a:xfrm>
            <a:off x="1439266" y="3761201"/>
            <a:ext cx="522479" cy="522479"/>
          </a:xfrm>
          <a:prstGeom prst="rect">
            <a:avLst/>
          </a:prstGeom>
          <a:solidFill>
            <a:srgbClr val="FCA701"/>
          </a:solidFill>
        </p:spPr>
      </p:pic>
      <p:pic>
        <p:nvPicPr>
          <p:cNvPr id="28" name="Imagen 27">
            <a:extLst>
              <a:ext uri="{FF2B5EF4-FFF2-40B4-BE49-F238E27FC236}">
                <a16:creationId xmlns:a16="http://schemas.microsoft.com/office/drawing/2014/main" id="{0BC3FEAD-4E02-6896-2B36-A0A6C3E284B0}"/>
              </a:ext>
            </a:extLst>
          </p:cNvPr>
          <p:cNvPicPr>
            <a:picLocks noChangeAspect="1"/>
          </p:cNvPicPr>
          <p:nvPr/>
        </p:nvPicPr>
        <p:blipFill>
          <a:blip r:embed="rId8"/>
          <a:srcRect l="44426" t="21260" r="44426" b="67135"/>
          <a:stretch/>
        </p:blipFill>
        <p:spPr>
          <a:xfrm>
            <a:off x="8099108" y="570266"/>
            <a:ext cx="645272" cy="671745"/>
          </a:xfrm>
          <a:prstGeom prst="rect">
            <a:avLst/>
          </a:prstGeom>
        </p:spPr>
      </p:pic>
      <p:pic>
        <p:nvPicPr>
          <p:cNvPr id="29" name="Imagen 28">
            <a:extLst>
              <a:ext uri="{FF2B5EF4-FFF2-40B4-BE49-F238E27FC236}">
                <a16:creationId xmlns:a16="http://schemas.microsoft.com/office/drawing/2014/main" id="{3B63E705-3E88-8A06-6909-8DA635B730E3}"/>
              </a:ext>
            </a:extLst>
          </p:cNvPr>
          <p:cNvPicPr>
            <a:picLocks noChangeAspect="1"/>
          </p:cNvPicPr>
          <p:nvPr/>
        </p:nvPicPr>
        <p:blipFill>
          <a:blip r:embed="rId8"/>
          <a:srcRect l="55122" t="21082" r="33731" b="67313"/>
          <a:stretch/>
        </p:blipFill>
        <p:spPr>
          <a:xfrm>
            <a:off x="9254036" y="570266"/>
            <a:ext cx="645272" cy="671745"/>
          </a:xfrm>
          <a:prstGeom prst="rect">
            <a:avLst/>
          </a:prstGeom>
        </p:spPr>
      </p:pic>
      <p:pic>
        <p:nvPicPr>
          <p:cNvPr id="30" name="Imagen 29">
            <a:extLst>
              <a:ext uri="{FF2B5EF4-FFF2-40B4-BE49-F238E27FC236}">
                <a16:creationId xmlns:a16="http://schemas.microsoft.com/office/drawing/2014/main" id="{D6D1FB27-16E9-A10B-2CB2-E901359AE3EA}"/>
              </a:ext>
            </a:extLst>
          </p:cNvPr>
          <p:cNvPicPr>
            <a:picLocks noChangeAspect="1"/>
          </p:cNvPicPr>
          <p:nvPr/>
        </p:nvPicPr>
        <p:blipFill>
          <a:blip r:embed="rId8"/>
          <a:srcRect l="12624" t="34906" r="76229" b="53489"/>
          <a:stretch/>
        </p:blipFill>
        <p:spPr>
          <a:xfrm>
            <a:off x="6944180" y="570266"/>
            <a:ext cx="645272" cy="671745"/>
          </a:xfrm>
          <a:prstGeom prst="rect">
            <a:avLst/>
          </a:prstGeom>
        </p:spPr>
      </p:pic>
      <p:pic>
        <p:nvPicPr>
          <p:cNvPr id="31" name="Imagen 30">
            <a:extLst>
              <a:ext uri="{FF2B5EF4-FFF2-40B4-BE49-F238E27FC236}">
                <a16:creationId xmlns:a16="http://schemas.microsoft.com/office/drawing/2014/main" id="{CF92E656-D923-E097-9AF7-D21E95D99FDA}"/>
              </a:ext>
            </a:extLst>
          </p:cNvPr>
          <p:cNvPicPr>
            <a:picLocks noChangeAspect="1"/>
          </p:cNvPicPr>
          <p:nvPr/>
        </p:nvPicPr>
        <p:blipFill>
          <a:blip r:embed="rId8"/>
          <a:srcRect l="44479" t="34951" r="44374" b="53444"/>
          <a:stretch/>
        </p:blipFill>
        <p:spPr>
          <a:xfrm>
            <a:off x="7521644" y="570266"/>
            <a:ext cx="645272" cy="671745"/>
          </a:xfrm>
          <a:prstGeom prst="rect">
            <a:avLst/>
          </a:prstGeom>
        </p:spPr>
      </p:pic>
      <p:pic>
        <p:nvPicPr>
          <p:cNvPr id="33" name="Imagen 32">
            <a:extLst>
              <a:ext uri="{FF2B5EF4-FFF2-40B4-BE49-F238E27FC236}">
                <a16:creationId xmlns:a16="http://schemas.microsoft.com/office/drawing/2014/main" id="{3BE791F8-4F5D-5DB0-6B32-C3655C283A25}"/>
              </a:ext>
            </a:extLst>
          </p:cNvPr>
          <p:cNvPicPr>
            <a:picLocks noChangeAspect="1"/>
          </p:cNvPicPr>
          <p:nvPr/>
        </p:nvPicPr>
        <p:blipFill>
          <a:blip r:embed="rId8"/>
          <a:srcRect l="23286" t="49108" r="65567" b="39287"/>
          <a:stretch/>
        </p:blipFill>
        <p:spPr>
          <a:xfrm>
            <a:off x="6366716" y="570266"/>
            <a:ext cx="645272" cy="671745"/>
          </a:xfrm>
          <a:prstGeom prst="rect">
            <a:avLst/>
          </a:prstGeom>
        </p:spPr>
      </p:pic>
      <p:pic>
        <p:nvPicPr>
          <p:cNvPr id="35" name="Imagen 34">
            <a:extLst>
              <a:ext uri="{FF2B5EF4-FFF2-40B4-BE49-F238E27FC236}">
                <a16:creationId xmlns:a16="http://schemas.microsoft.com/office/drawing/2014/main" id="{FB390A61-2CCD-7878-5FD7-65EC00EC8448}"/>
              </a:ext>
            </a:extLst>
          </p:cNvPr>
          <p:cNvPicPr>
            <a:picLocks noChangeAspect="1"/>
          </p:cNvPicPr>
          <p:nvPr/>
        </p:nvPicPr>
        <p:blipFill>
          <a:blip r:embed="rId8"/>
          <a:srcRect l="65717" t="6975" r="23136" b="81420"/>
          <a:stretch/>
        </p:blipFill>
        <p:spPr>
          <a:xfrm>
            <a:off x="8676572" y="570266"/>
            <a:ext cx="645272" cy="671745"/>
          </a:xfrm>
          <a:prstGeom prst="rect">
            <a:avLst/>
          </a:prstGeom>
        </p:spPr>
      </p:pic>
      <p:pic>
        <p:nvPicPr>
          <p:cNvPr id="41" name="Imagen 40">
            <a:extLst>
              <a:ext uri="{FF2B5EF4-FFF2-40B4-BE49-F238E27FC236}">
                <a16:creationId xmlns:a16="http://schemas.microsoft.com/office/drawing/2014/main" id="{E14623D1-31ED-3F9C-48BE-C5B6102540D0}"/>
              </a:ext>
            </a:extLst>
          </p:cNvPr>
          <p:cNvPicPr>
            <a:picLocks noChangeAspect="1"/>
          </p:cNvPicPr>
          <p:nvPr/>
        </p:nvPicPr>
        <p:blipFill>
          <a:blip r:embed="rId8"/>
          <a:srcRect l="12624" t="34906" r="76229" b="53489"/>
          <a:stretch/>
        </p:blipFill>
        <p:spPr>
          <a:xfrm>
            <a:off x="9831500" y="570266"/>
            <a:ext cx="645272" cy="671745"/>
          </a:xfrm>
          <a:prstGeom prst="rect">
            <a:avLst/>
          </a:prstGeom>
        </p:spPr>
      </p:pic>
      <p:pic>
        <p:nvPicPr>
          <p:cNvPr id="43" name="Imagen 42">
            <a:extLst>
              <a:ext uri="{FF2B5EF4-FFF2-40B4-BE49-F238E27FC236}">
                <a16:creationId xmlns:a16="http://schemas.microsoft.com/office/drawing/2014/main" id="{D68C7B5D-CDBC-3629-E67C-B3B58E38F710}"/>
              </a:ext>
            </a:extLst>
          </p:cNvPr>
          <p:cNvPicPr>
            <a:picLocks noChangeAspect="1"/>
          </p:cNvPicPr>
          <p:nvPr/>
        </p:nvPicPr>
        <p:blipFill>
          <a:blip r:embed="rId8"/>
          <a:srcRect l="23286" t="49108" r="65567" b="39287"/>
          <a:stretch/>
        </p:blipFill>
        <p:spPr>
          <a:xfrm>
            <a:off x="10408966" y="569272"/>
            <a:ext cx="645272" cy="671745"/>
          </a:xfrm>
          <a:prstGeom prst="rect">
            <a:avLst/>
          </a:prstGeom>
        </p:spPr>
      </p:pic>
    </p:spTree>
    <p:extLst>
      <p:ext uri="{BB962C8B-B14F-4D97-AF65-F5344CB8AC3E}">
        <p14:creationId xmlns:p14="http://schemas.microsoft.com/office/powerpoint/2010/main" val="10771970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AB76D-0E64-DCF2-06F7-7E96855F31A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D0A16E71-B9C9-0CA1-A832-B4E25B5C5DBC}"/>
              </a:ext>
            </a:extLst>
          </p:cNvPr>
          <p:cNvPicPr>
            <a:picLocks noChangeAspect="1"/>
          </p:cNvPicPr>
          <p:nvPr/>
        </p:nvPicPr>
        <p:blipFill>
          <a:blip r:embed="rId2"/>
          <a:srcRect l="12605" t="6975" r="76248" b="81420"/>
          <a:stretch/>
        </p:blipFill>
        <p:spPr>
          <a:xfrm>
            <a:off x="3477318" y="0"/>
            <a:ext cx="588941" cy="613103"/>
          </a:xfrm>
          <a:prstGeom prst="rect">
            <a:avLst/>
          </a:prstGeom>
        </p:spPr>
      </p:pic>
      <p:pic>
        <p:nvPicPr>
          <p:cNvPr id="30" name="Imagen 29">
            <a:extLst>
              <a:ext uri="{FF2B5EF4-FFF2-40B4-BE49-F238E27FC236}">
                <a16:creationId xmlns:a16="http://schemas.microsoft.com/office/drawing/2014/main" id="{520F8B7B-2040-1C86-91C2-54D044ADE1EC}"/>
              </a:ext>
            </a:extLst>
          </p:cNvPr>
          <p:cNvPicPr>
            <a:picLocks noChangeAspect="1"/>
          </p:cNvPicPr>
          <p:nvPr/>
        </p:nvPicPr>
        <p:blipFill>
          <a:blip r:embed="rId2"/>
          <a:srcRect l="33916" t="6975" r="54937" b="81420"/>
          <a:stretch/>
        </p:blipFill>
        <p:spPr>
          <a:xfrm>
            <a:off x="5800640" y="19419"/>
            <a:ext cx="588941" cy="613103"/>
          </a:xfrm>
          <a:prstGeom prst="rect">
            <a:avLst/>
          </a:prstGeom>
        </p:spPr>
      </p:pic>
      <p:pic>
        <p:nvPicPr>
          <p:cNvPr id="31" name="Imagen 30">
            <a:extLst>
              <a:ext uri="{FF2B5EF4-FFF2-40B4-BE49-F238E27FC236}">
                <a16:creationId xmlns:a16="http://schemas.microsoft.com/office/drawing/2014/main" id="{1F5C46B2-5DD9-3166-ED6F-D8BC4EC3F2AF}"/>
              </a:ext>
            </a:extLst>
          </p:cNvPr>
          <p:cNvPicPr>
            <a:picLocks noChangeAspect="1"/>
          </p:cNvPicPr>
          <p:nvPr/>
        </p:nvPicPr>
        <p:blipFill>
          <a:blip r:embed="rId2"/>
          <a:srcRect l="44516" t="6975" r="44337" b="81420"/>
          <a:stretch/>
        </p:blipFill>
        <p:spPr>
          <a:xfrm>
            <a:off x="2883834" y="9197"/>
            <a:ext cx="611714" cy="613103"/>
          </a:xfrm>
          <a:prstGeom prst="rect">
            <a:avLst/>
          </a:prstGeom>
        </p:spPr>
      </p:pic>
      <p:pic>
        <p:nvPicPr>
          <p:cNvPr id="32" name="Imagen 31">
            <a:extLst>
              <a:ext uri="{FF2B5EF4-FFF2-40B4-BE49-F238E27FC236}">
                <a16:creationId xmlns:a16="http://schemas.microsoft.com/office/drawing/2014/main" id="{79EA0073-5C4F-3F23-896E-E7726528E7DD}"/>
              </a:ext>
            </a:extLst>
          </p:cNvPr>
          <p:cNvPicPr>
            <a:picLocks noChangeAspect="1"/>
          </p:cNvPicPr>
          <p:nvPr/>
        </p:nvPicPr>
        <p:blipFill>
          <a:blip r:embed="rId2"/>
          <a:srcRect l="55117" t="6975" r="33736" b="81420"/>
          <a:stretch/>
        </p:blipFill>
        <p:spPr>
          <a:xfrm>
            <a:off x="8083484" y="20155"/>
            <a:ext cx="588941" cy="613103"/>
          </a:xfrm>
          <a:prstGeom prst="rect">
            <a:avLst/>
          </a:prstGeom>
        </p:spPr>
      </p:pic>
      <p:pic>
        <p:nvPicPr>
          <p:cNvPr id="33" name="Imagen 32">
            <a:extLst>
              <a:ext uri="{FF2B5EF4-FFF2-40B4-BE49-F238E27FC236}">
                <a16:creationId xmlns:a16="http://schemas.microsoft.com/office/drawing/2014/main" id="{B47AE397-52AD-2FE2-9E77-DF0EF2796D46}"/>
              </a:ext>
            </a:extLst>
          </p:cNvPr>
          <p:cNvPicPr>
            <a:picLocks noChangeAspect="1"/>
          </p:cNvPicPr>
          <p:nvPr/>
        </p:nvPicPr>
        <p:blipFill>
          <a:blip r:embed="rId2"/>
          <a:srcRect l="23278" t="21261" r="65575" b="67134"/>
          <a:stretch/>
        </p:blipFill>
        <p:spPr>
          <a:xfrm>
            <a:off x="9860605" y="32119"/>
            <a:ext cx="588941" cy="613103"/>
          </a:xfrm>
          <a:prstGeom prst="rect">
            <a:avLst/>
          </a:prstGeom>
        </p:spPr>
      </p:pic>
      <p:pic>
        <p:nvPicPr>
          <p:cNvPr id="34" name="Imagen 33">
            <a:extLst>
              <a:ext uri="{FF2B5EF4-FFF2-40B4-BE49-F238E27FC236}">
                <a16:creationId xmlns:a16="http://schemas.microsoft.com/office/drawing/2014/main" id="{62344AA3-90F8-B603-F431-86C58C465B15}"/>
              </a:ext>
            </a:extLst>
          </p:cNvPr>
          <p:cNvPicPr>
            <a:picLocks noChangeAspect="1"/>
          </p:cNvPicPr>
          <p:nvPr/>
        </p:nvPicPr>
        <p:blipFill>
          <a:blip r:embed="rId2"/>
          <a:srcRect l="55122" t="21082" r="33731" b="67313"/>
          <a:stretch/>
        </p:blipFill>
        <p:spPr>
          <a:xfrm>
            <a:off x="6966572" y="20155"/>
            <a:ext cx="588941" cy="613103"/>
          </a:xfrm>
          <a:prstGeom prst="rect">
            <a:avLst/>
          </a:prstGeom>
        </p:spPr>
      </p:pic>
      <p:pic>
        <p:nvPicPr>
          <p:cNvPr id="35" name="Imagen 34">
            <a:extLst>
              <a:ext uri="{FF2B5EF4-FFF2-40B4-BE49-F238E27FC236}">
                <a16:creationId xmlns:a16="http://schemas.microsoft.com/office/drawing/2014/main" id="{96125513-9A14-39D5-2E80-9A9ABFC7EE10}"/>
              </a:ext>
            </a:extLst>
          </p:cNvPr>
          <p:cNvPicPr>
            <a:picLocks noChangeAspect="1"/>
          </p:cNvPicPr>
          <p:nvPr/>
        </p:nvPicPr>
        <p:blipFill>
          <a:blip r:embed="rId2"/>
          <a:srcRect l="76281" t="21082" r="12572" b="67313"/>
          <a:stretch/>
        </p:blipFill>
        <p:spPr>
          <a:xfrm>
            <a:off x="11013556" y="9197"/>
            <a:ext cx="588941" cy="613103"/>
          </a:xfrm>
          <a:prstGeom prst="rect">
            <a:avLst/>
          </a:prstGeom>
        </p:spPr>
      </p:pic>
      <p:pic>
        <p:nvPicPr>
          <p:cNvPr id="36" name="Imagen 35">
            <a:extLst>
              <a:ext uri="{FF2B5EF4-FFF2-40B4-BE49-F238E27FC236}">
                <a16:creationId xmlns:a16="http://schemas.microsoft.com/office/drawing/2014/main" id="{8665DE1D-73B8-C57A-1842-2414F17A6570}"/>
              </a:ext>
            </a:extLst>
          </p:cNvPr>
          <p:cNvPicPr>
            <a:picLocks noChangeAspect="1"/>
          </p:cNvPicPr>
          <p:nvPr/>
        </p:nvPicPr>
        <p:blipFill>
          <a:blip r:embed="rId2"/>
          <a:srcRect l="12624" t="34906" r="76229" b="53489"/>
          <a:stretch/>
        </p:blipFill>
        <p:spPr>
          <a:xfrm>
            <a:off x="6384092" y="26137"/>
            <a:ext cx="588941" cy="613103"/>
          </a:xfrm>
          <a:prstGeom prst="rect">
            <a:avLst/>
          </a:prstGeom>
        </p:spPr>
      </p:pic>
      <p:pic>
        <p:nvPicPr>
          <p:cNvPr id="37" name="Imagen 36">
            <a:extLst>
              <a:ext uri="{FF2B5EF4-FFF2-40B4-BE49-F238E27FC236}">
                <a16:creationId xmlns:a16="http://schemas.microsoft.com/office/drawing/2014/main" id="{015B05EF-3E43-1335-B750-BA880EEF9170}"/>
              </a:ext>
            </a:extLst>
          </p:cNvPr>
          <p:cNvPicPr>
            <a:picLocks noChangeAspect="1"/>
          </p:cNvPicPr>
          <p:nvPr/>
        </p:nvPicPr>
        <p:blipFill>
          <a:blip r:embed="rId2"/>
          <a:srcRect l="65685" t="34869" r="23168" b="53526"/>
          <a:stretch/>
        </p:blipFill>
        <p:spPr>
          <a:xfrm>
            <a:off x="4063784" y="3503"/>
            <a:ext cx="588941" cy="613103"/>
          </a:xfrm>
          <a:prstGeom prst="rect">
            <a:avLst/>
          </a:prstGeom>
        </p:spPr>
      </p:pic>
      <p:pic>
        <p:nvPicPr>
          <p:cNvPr id="41" name="Imagen 40">
            <a:extLst>
              <a:ext uri="{FF2B5EF4-FFF2-40B4-BE49-F238E27FC236}">
                <a16:creationId xmlns:a16="http://schemas.microsoft.com/office/drawing/2014/main" id="{1860D7EC-B4D0-8E2D-7C26-E173C5DD1D18}"/>
              </a:ext>
            </a:extLst>
          </p:cNvPr>
          <p:cNvPicPr>
            <a:picLocks noChangeAspect="1"/>
          </p:cNvPicPr>
          <p:nvPr/>
        </p:nvPicPr>
        <p:blipFill>
          <a:blip r:embed="rId2"/>
          <a:srcRect l="12605" t="6975" r="76248" b="81420"/>
          <a:stretch/>
        </p:blipFill>
        <p:spPr>
          <a:xfrm>
            <a:off x="4659743" y="-3695"/>
            <a:ext cx="588941" cy="613103"/>
          </a:xfrm>
          <a:prstGeom prst="rect">
            <a:avLst/>
          </a:prstGeom>
        </p:spPr>
      </p:pic>
      <p:grpSp>
        <p:nvGrpSpPr>
          <p:cNvPr id="42" name="Grupo 41">
            <a:extLst>
              <a:ext uri="{FF2B5EF4-FFF2-40B4-BE49-F238E27FC236}">
                <a16:creationId xmlns:a16="http://schemas.microsoft.com/office/drawing/2014/main" id="{4BAADD8F-CC17-3201-50CB-A8F22E7D2394}"/>
              </a:ext>
            </a:extLst>
          </p:cNvPr>
          <p:cNvGrpSpPr/>
          <p:nvPr/>
        </p:nvGrpSpPr>
        <p:grpSpPr>
          <a:xfrm>
            <a:off x="5227447" y="9197"/>
            <a:ext cx="588941" cy="613103"/>
            <a:chOff x="5053733" y="4472706"/>
            <a:chExt cx="764498" cy="795862"/>
          </a:xfrm>
        </p:grpSpPr>
        <p:pic>
          <p:nvPicPr>
            <p:cNvPr id="43" name="Imagen 42">
              <a:extLst>
                <a:ext uri="{FF2B5EF4-FFF2-40B4-BE49-F238E27FC236}">
                  <a16:creationId xmlns:a16="http://schemas.microsoft.com/office/drawing/2014/main" id="{3192D1D5-2407-5CC0-7E07-470E38A9BC05}"/>
                </a:ext>
              </a:extLst>
            </p:cNvPr>
            <p:cNvPicPr>
              <a:picLocks noChangeAspect="1"/>
            </p:cNvPicPr>
            <p:nvPr/>
          </p:nvPicPr>
          <p:blipFill>
            <a:blip r:embed="rId2"/>
            <a:srcRect l="65685" t="49149" r="23168" b="39246"/>
            <a:stretch/>
          </p:blipFill>
          <p:spPr>
            <a:xfrm>
              <a:off x="5053733" y="4472706"/>
              <a:ext cx="764498" cy="795862"/>
            </a:xfrm>
            <a:prstGeom prst="rect">
              <a:avLst/>
            </a:prstGeom>
          </p:spPr>
        </p:pic>
        <p:pic>
          <p:nvPicPr>
            <p:cNvPr id="44" name="Imagen 43">
              <a:extLst>
                <a:ext uri="{FF2B5EF4-FFF2-40B4-BE49-F238E27FC236}">
                  <a16:creationId xmlns:a16="http://schemas.microsoft.com/office/drawing/2014/main" id="{43F7EA88-FEC9-0CCF-C468-A3A96DAD8531}"/>
                </a:ext>
              </a:extLst>
            </p:cNvPr>
            <p:cNvPicPr>
              <a:picLocks noChangeAspect="1"/>
            </p:cNvPicPr>
            <p:nvPr/>
          </p:nvPicPr>
          <p:blipFill>
            <a:blip r:embed="rId2"/>
            <a:srcRect l="68939" t="57493" r="29532" b="40331"/>
            <a:stretch/>
          </p:blipFill>
          <p:spPr>
            <a:xfrm>
              <a:off x="5383594" y="5038725"/>
              <a:ext cx="128206" cy="149225"/>
            </a:xfrm>
            <a:prstGeom prst="rect">
              <a:avLst/>
            </a:prstGeom>
          </p:spPr>
        </p:pic>
      </p:grpSp>
      <p:pic>
        <p:nvPicPr>
          <p:cNvPr id="45" name="Imagen 44">
            <a:extLst>
              <a:ext uri="{FF2B5EF4-FFF2-40B4-BE49-F238E27FC236}">
                <a16:creationId xmlns:a16="http://schemas.microsoft.com/office/drawing/2014/main" id="{6826C0D1-1FC2-065B-7E99-934AB2E48B51}"/>
              </a:ext>
            </a:extLst>
          </p:cNvPr>
          <p:cNvPicPr>
            <a:picLocks noChangeAspect="1"/>
          </p:cNvPicPr>
          <p:nvPr/>
        </p:nvPicPr>
        <p:blipFill>
          <a:blip r:embed="rId2"/>
          <a:srcRect l="55122" t="21082" r="33731" b="67313"/>
          <a:stretch/>
        </p:blipFill>
        <p:spPr>
          <a:xfrm>
            <a:off x="7551294" y="20155"/>
            <a:ext cx="588941" cy="613103"/>
          </a:xfrm>
          <a:prstGeom prst="rect">
            <a:avLst/>
          </a:prstGeom>
        </p:spPr>
      </p:pic>
      <p:pic>
        <p:nvPicPr>
          <p:cNvPr id="46" name="Imagen 45">
            <a:extLst>
              <a:ext uri="{FF2B5EF4-FFF2-40B4-BE49-F238E27FC236}">
                <a16:creationId xmlns:a16="http://schemas.microsoft.com/office/drawing/2014/main" id="{5771FAF4-6E40-3F02-58E0-D3631C5D203D}"/>
              </a:ext>
            </a:extLst>
          </p:cNvPr>
          <p:cNvPicPr>
            <a:picLocks noChangeAspect="1"/>
          </p:cNvPicPr>
          <p:nvPr/>
        </p:nvPicPr>
        <p:blipFill>
          <a:blip r:embed="rId2"/>
          <a:srcRect l="33916" t="6975" r="54937" b="81420"/>
          <a:stretch/>
        </p:blipFill>
        <p:spPr>
          <a:xfrm>
            <a:off x="8680607" y="20155"/>
            <a:ext cx="588941" cy="613103"/>
          </a:xfrm>
          <a:prstGeom prst="rect">
            <a:avLst/>
          </a:prstGeom>
        </p:spPr>
      </p:pic>
      <p:pic>
        <p:nvPicPr>
          <p:cNvPr id="47" name="Imagen 46">
            <a:extLst>
              <a:ext uri="{FF2B5EF4-FFF2-40B4-BE49-F238E27FC236}">
                <a16:creationId xmlns:a16="http://schemas.microsoft.com/office/drawing/2014/main" id="{16FCD689-F82C-3551-4FF7-6743DCE00157}"/>
              </a:ext>
            </a:extLst>
          </p:cNvPr>
          <p:cNvPicPr>
            <a:picLocks noChangeAspect="1"/>
          </p:cNvPicPr>
          <p:nvPr/>
        </p:nvPicPr>
        <p:blipFill>
          <a:blip r:embed="rId2"/>
          <a:srcRect l="65685" t="34869" r="23168" b="53526"/>
          <a:stretch/>
        </p:blipFill>
        <p:spPr>
          <a:xfrm>
            <a:off x="9275011" y="20155"/>
            <a:ext cx="588941" cy="613103"/>
          </a:xfrm>
          <a:prstGeom prst="rect">
            <a:avLst/>
          </a:prstGeom>
        </p:spPr>
      </p:pic>
      <p:pic>
        <p:nvPicPr>
          <p:cNvPr id="48" name="Imagen 47">
            <a:extLst>
              <a:ext uri="{FF2B5EF4-FFF2-40B4-BE49-F238E27FC236}">
                <a16:creationId xmlns:a16="http://schemas.microsoft.com/office/drawing/2014/main" id="{DF92C2FB-EF7A-2FD9-85FE-AEF61092A798}"/>
              </a:ext>
            </a:extLst>
          </p:cNvPr>
          <p:cNvPicPr>
            <a:picLocks noChangeAspect="1"/>
          </p:cNvPicPr>
          <p:nvPr/>
        </p:nvPicPr>
        <p:blipFill>
          <a:blip r:embed="rId2"/>
          <a:srcRect l="12624" t="34906" r="76229" b="53489"/>
          <a:stretch/>
        </p:blipFill>
        <p:spPr>
          <a:xfrm>
            <a:off x="10455361" y="20155"/>
            <a:ext cx="588941" cy="613103"/>
          </a:xfrm>
          <a:prstGeom prst="rect">
            <a:avLst/>
          </a:prstGeom>
        </p:spPr>
      </p:pic>
      <p:sp>
        <p:nvSpPr>
          <p:cNvPr id="67" name="Rectángulo 66">
            <a:extLst>
              <a:ext uri="{FF2B5EF4-FFF2-40B4-BE49-F238E27FC236}">
                <a16:creationId xmlns:a16="http://schemas.microsoft.com/office/drawing/2014/main" id="{4CC014D6-4C00-DF4D-16EE-9C780D9B7453}"/>
              </a:ext>
            </a:extLst>
          </p:cNvPr>
          <p:cNvSpPr/>
          <p:nvPr/>
        </p:nvSpPr>
        <p:spPr>
          <a:xfrm>
            <a:off x="4240919" y="1406777"/>
            <a:ext cx="2905456" cy="96012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t>Weather data set</a:t>
            </a:r>
          </a:p>
          <a:p>
            <a:pPr algn="ctr"/>
            <a:r>
              <a:rPr lang="en-CA" b="1" dirty="0"/>
              <a:t>(</a:t>
            </a:r>
            <a:r>
              <a:rPr lang="en-CA" dirty="0"/>
              <a:t>Open-</a:t>
            </a:r>
            <a:r>
              <a:rPr lang="en-CA" dirty="0" err="1"/>
              <a:t>Meteo</a:t>
            </a:r>
            <a:r>
              <a:rPr lang="en-CA" dirty="0"/>
              <a:t> API</a:t>
            </a:r>
            <a:r>
              <a:rPr lang="en-CA" b="1" dirty="0"/>
              <a:t>)</a:t>
            </a:r>
          </a:p>
        </p:txBody>
      </p:sp>
      <p:sp>
        <p:nvSpPr>
          <p:cNvPr id="68" name="Rectángulo 67">
            <a:extLst>
              <a:ext uri="{FF2B5EF4-FFF2-40B4-BE49-F238E27FC236}">
                <a16:creationId xmlns:a16="http://schemas.microsoft.com/office/drawing/2014/main" id="{4309E366-0AD4-7384-8B81-BDD9DE06274E}"/>
              </a:ext>
            </a:extLst>
          </p:cNvPr>
          <p:cNvSpPr/>
          <p:nvPr/>
        </p:nvSpPr>
        <p:spPr>
          <a:xfrm>
            <a:off x="4240919" y="2679254"/>
            <a:ext cx="2905456" cy="960120"/>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t>Flight data set</a:t>
            </a:r>
          </a:p>
          <a:p>
            <a:pPr algn="ctr"/>
            <a:r>
              <a:rPr lang="en-CA" dirty="0"/>
              <a:t>(</a:t>
            </a:r>
            <a:r>
              <a:rPr lang="es-MX" dirty="0">
                <a:solidFill>
                  <a:schemeClr val="bg1"/>
                </a:solidFill>
              </a:rPr>
              <a:t>Aviation Edge</a:t>
            </a:r>
            <a:r>
              <a:rPr lang="en-CA" dirty="0"/>
              <a:t>)</a:t>
            </a:r>
          </a:p>
        </p:txBody>
      </p:sp>
      <p:sp>
        <p:nvSpPr>
          <p:cNvPr id="69" name="Flecha derecha 68">
            <a:extLst>
              <a:ext uri="{FF2B5EF4-FFF2-40B4-BE49-F238E27FC236}">
                <a16:creationId xmlns:a16="http://schemas.microsoft.com/office/drawing/2014/main" id="{7B16632D-231F-41AE-1171-09739D9B399C}"/>
              </a:ext>
            </a:extLst>
          </p:cNvPr>
          <p:cNvSpPr/>
          <p:nvPr/>
        </p:nvSpPr>
        <p:spPr>
          <a:xfrm>
            <a:off x="7423248" y="2010186"/>
            <a:ext cx="1023223" cy="931958"/>
          </a:xfrm>
          <a:prstGeom prst="rightArrow">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1" name="CuadroTexto 70">
            <a:extLst>
              <a:ext uri="{FF2B5EF4-FFF2-40B4-BE49-F238E27FC236}">
                <a16:creationId xmlns:a16="http://schemas.microsoft.com/office/drawing/2014/main" id="{13E77BE0-10AE-9311-29AE-93B2E0B055F1}"/>
              </a:ext>
            </a:extLst>
          </p:cNvPr>
          <p:cNvSpPr txBox="1"/>
          <p:nvPr/>
        </p:nvSpPr>
        <p:spPr>
          <a:xfrm>
            <a:off x="3832920" y="3852151"/>
            <a:ext cx="4117667" cy="2793072"/>
          </a:xfrm>
          <a:prstGeom prst="rect">
            <a:avLst/>
          </a:prstGeom>
          <a:noFill/>
        </p:spPr>
        <p:txBody>
          <a:bodyPr wrap="square">
            <a:spAutoFit/>
          </a:bodyPr>
          <a:lstStyle/>
          <a:p>
            <a:pPr marL="342900" indent="-342900">
              <a:spcBef>
                <a:spcPts val="900"/>
              </a:spcBef>
              <a:buFont typeface="Arial" panose="020B0604020202020204" pitchFamily="34" charset="0"/>
              <a:buChar char="•"/>
            </a:pPr>
            <a:r>
              <a:rPr lang="es-MX" sz="2100" dirty="0">
                <a:solidFill>
                  <a:schemeClr val="bg1"/>
                </a:solidFill>
                <a:effectLst/>
                <a:latin typeface=".AppleSystemUIFont"/>
              </a:rPr>
              <a:t>Flight and weather data were </a:t>
            </a:r>
            <a:r>
              <a:rPr lang="es-MX" sz="2100" b="1" dirty="0">
                <a:solidFill>
                  <a:schemeClr val="bg1"/>
                </a:solidFill>
                <a:effectLst/>
                <a:latin typeface=".AppleSystemUIFont"/>
              </a:rPr>
              <a:t>merged</a:t>
            </a:r>
            <a:r>
              <a:rPr lang="es-MX" sz="2100" dirty="0">
                <a:solidFill>
                  <a:schemeClr val="bg1"/>
                </a:solidFill>
                <a:effectLst/>
                <a:latin typeface=".AppleSystemUIFont"/>
              </a:rPr>
              <a:t> based on </a:t>
            </a:r>
            <a:r>
              <a:rPr lang="es-MX" sz="2100" b="1" dirty="0">
                <a:solidFill>
                  <a:schemeClr val="bg1"/>
                </a:solidFill>
                <a:effectLst/>
                <a:latin typeface=".AppleSystemUIFont"/>
              </a:rPr>
              <a:t>timestamps</a:t>
            </a:r>
            <a:r>
              <a:rPr lang="es-MX" sz="2100" dirty="0">
                <a:solidFill>
                  <a:schemeClr val="bg1"/>
                </a:solidFill>
                <a:effectLst/>
                <a:latin typeface=".AppleSystemUIFont"/>
              </a:rPr>
              <a:t> to align weather conditions with flight schedules.</a:t>
            </a:r>
          </a:p>
          <a:p>
            <a:pPr marL="342900" indent="-342900">
              <a:spcBef>
                <a:spcPts val="900"/>
              </a:spcBef>
              <a:buFont typeface="Arial" panose="020B0604020202020204" pitchFamily="34" charset="0"/>
              <a:buChar char="•"/>
            </a:pPr>
            <a:r>
              <a:rPr lang="es-MX" sz="2100" dirty="0">
                <a:solidFill>
                  <a:schemeClr val="bg1"/>
                </a:solidFill>
                <a:effectLst/>
                <a:latin typeface=".AppleSystemUIFont"/>
              </a:rPr>
              <a:t>The merging process ensured accurate representation of weather influences at the time of each flight.</a:t>
            </a:r>
          </a:p>
        </p:txBody>
      </p:sp>
      <p:sp>
        <p:nvSpPr>
          <p:cNvPr id="76" name="CuadroTexto 75">
            <a:extLst>
              <a:ext uri="{FF2B5EF4-FFF2-40B4-BE49-F238E27FC236}">
                <a16:creationId xmlns:a16="http://schemas.microsoft.com/office/drawing/2014/main" id="{C527E668-A3F2-8610-CB7C-898E68757940}"/>
              </a:ext>
            </a:extLst>
          </p:cNvPr>
          <p:cNvSpPr txBox="1"/>
          <p:nvPr/>
        </p:nvSpPr>
        <p:spPr>
          <a:xfrm>
            <a:off x="332948" y="1406777"/>
            <a:ext cx="3344771" cy="3539430"/>
          </a:xfrm>
          <a:prstGeom prst="rect">
            <a:avLst/>
          </a:prstGeom>
          <a:noFill/>
        </p:spPr>
        <p:txBody>
          <a:bodyPr wrap="square">
            <a:spAutoFit/>
          </a:bodyPr>
          <a:lstStyle/>
          <a:p>
            <a:r>
              <a:rPr lang="es-MX" sz="2000" dirty="0">
                <a:solidFill>
                  <a:schemeClr val="bg1"/>
                </a:solidFill>
              </a:rPr>
              <a:t>We aimed to work with </a:t>
            </a:r>
            <a:r>
              <a:rPr lang="es-MX" sz="2000" b="1" dirty="0">
                <a:solidFill>
                  <a:schemeClr val="bg1"/>
                </a:solidFill>
              </a:rPr>
              <a:t>real-world data</a:t>
            </a:r>
            <a:r>
              <a:rPr lang="es-MX" sz="2000" dirty="0">
                <a:solidFill>
                  <a:schemeClr val="bg1"/>
                </a:solidFill>
              </a:rPr>
              <a:t>, rather than relying on clean, pre-defined datasets. </a:t>
            </a:r>
          </a:p>
          <a:p>
            <a:endParaRPr lang="es-MX" sz="2000" dirty="0">
              <a:solidFill>
                <a:schemeClr val="bg1"/>
              </a:solidFill>
            </a:endParaRPr>
          </a:p>
          <a:p>
            <a:r>
              <a:rPr lang="es-MX" sz="2000" dirty="0">
                <a:solidFill>
                  <a:schemeClr val="bg1"/>
                </a:solidFill>
              </a:rPr>
              <a:t>Our focus was on analyzing information relevant to </a:t>
            </a:r>
            <a:r>
              <a:rPr lang="es-MX" sz="2000" b="1" dirty="0">
                <a:solidFill>
                  <a:schemeClr val="bg1"/>
                </a:solidFill>
              </a:rPr>
              <a:t>Canada</a:t>
            </a:r>
            <a:r>
              <a:rPr lang="es-MX" sz="2000" dirty="0">
                <a:solidFill>
                  <a:schemeClr val="bg1"/>
                </a:solidFill>
              </a:rPr>
              <a:t>, particularly the city of </a:t>
            </a:r>
            <a:r>
              <a:rPr lang="es-MX" sz="2000" b="1" dirty="0">
                <a:solidFill>
                  <a:schemeClr val="bg1"/>
                </a:solidFill>
              </a:rPr>
              <a:t>Vancouver</a:t>
            </a:r>
            <a:r>
              <a:rPr lang="es-MX" sz="2000" dirty="0">
                <a:solidFill>
                  <a:schemeClr val="bg1"/>
                </a:solidFill>
              </a:rPr>
              <a:t>, which led us to study </a:t>
            </a:r>
            <a:r>
              <a:rPr lang="es-MX" sz="2000" b="1" dirty="0">
                <a:solidFill>
                  <a:schemeClr val="bg1"/>
                </a:solidFill>
              </a:rPr>
              <a:t>flight patterns from YVR Airport</a:t>
            </a:r>
            <a:r>
              <a:rPr lang="es-MX" sz="2000" dirty="0">
                <a:solidFill>
                  <a:schemeClr val="bg1"/>
                </a:solidFill>
              </a:rPr>
              <a:t>.</a:t>
            </a:r>
          </a:p>
        </p:txBody>
      </p:sp>
      <p:sp>
        <p:nvSpPr>
          <p:cNvPr id="79" name="Rectángulo redondeado 78">
            <a:extLst>
              <a:ext uri="{FF2B5EF4-FFF2-40B4-BE49-F238E27FC236}">
                <a16:creationId xmlns:a16="http://schemas.microsoft.com/office/drawing/2014/main" id="{B032A7C6-6DFA-7727-2D85-6D5E6F74CCF0}"/>
              </a:ext>
            </a:extLst>
          </p:cNvPr>
          <p:cNvSpPr/>
          <p:nvPr/>
        </p:nvSpPr>
        <p:spPr>
          <a:xfrm>
            <a:off x="8988586" y="1637554"/>
            <a:ext cx="1545772" cy="1458686"/>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7" name="Picture 41" descr="A black background with a black square&#10;&#10;Description automatically generated with medium confidence">
            <a:extLst>
              <a:ext uri="{FF2B5EF4-FFF2-40B4-BE49-F238E27FC236}">
                <a16:creationId xmlns:a16="http://schemas.microsoft.com/office/drawing/2014/main" id="{ED1C3BE0-8AD3-8C36-4B4D-00B7C38B6D48}"/>
              </a:ext>
            </a:extLst>
          </p:cNvPr>
          <p:cNvPicPr>
            <a:picLocks noChangeAspect="1"/>
          </p:cNvPicPr>
          <p:nvPr/>
        </p:nvPicPr>
        <p:blipFill>
          <a:blip r:embed="rId3"/>
          <a:stretch>
            <a:fillRect/>
          </a:stretch>
        </p:blipFill>
        <p:spPr>
          <a:xfrm>
            <a:off x="9311986" y="1917411"/>
            <a:ext cx="898973" cy="898973"/>
          </a:xfrm>
          <a:prstGeom prst="rect">
            <a:avLst/>
          </a:prstGeom>
        </p:spPr>
      </p:pic>
      <p:grpSp>
        <p:nvGrpSpPr>
          <p:cNvPr id="2" name="Grupo 1">
            <a:extLst>
              <a:ext uri="{FF2B5EF4-FFF2-40B4-BE49-F238E27FC236}">
                <a16:creationId xmlns:a16="http://schemas.microsoft.com/office/drawing/2014/main" id="{3BCF3840-85CF-C44F-1843-6D4A75F86284}"/>
              </a:ext>
            </a:extLst>
          </p:cNvPr>
          <p:cNvGrpSpPr/>
          <p:nvPr/>
        </p:nvGrpSpPr>
        <p:grpSpPr>
          <a:xfrm>
            <a:off x="2305411" y="26137"/>
            <a:ext cx="588941" cy="613103"/>
            <a:chOff x="5053733" y="4472706"/>
            <a:chExt cx="764498" cy="795862"/>
          </a:xfrm>
        </p:grpSpPr>
        <p:pic>
          <p:nvPicPr>
            <p:cNvPr id="3" name="Imagen 2">
              <a:extLst>
                <a:ext uri="{FF2B5EF4-FFF2-40B4-BE49-F238E27FC236}">
                  <a16:creationId xmlns:a16="http://schemas.microsoft.com/office/drawing/2014/main" id="{80FECF87-074F-A0AC-74DB-B644CDAB5104}"/>
                </a:ext>
              </a:extLst>
            </p:cNvPr>
            <p:cNvPicPr>
              <a:picLocks noChangeAspect="1"/>
            </p:cNvPicPr>
            <p:nvPr/>
          </p:nvPicPr>
          <p:blipFill>
            <a:blip r:embed="rId2"/>
            <a:srcRect l="65685" t="49149" r="23168" b="39246"/>
            <a:stretch/>
          </p:blipFill>
          <p:spPr>
            <a:xfrm>
              <a:off x="5053733" y="4472706"/>
              <a:ext cx="764498" cy="795862"/>
            </a:xfrm>
            <a:prstGeom prst="rect">
              <a:avLst/>
            </a:prstGeom>
          </p:spPr>
        </p:pic>
        <p:pic>
          <p:nvPicPr>
            <p:cNvPr id="5" name="Imagen 4">
              <a:extLst>
                <a:ext uri="{FF2B5EF4-FFF2-40B4-BE49-F238E27FC236}">
                  <a16:creationId xmlns:a16="http://schemas.microsoft.com/office/drawing/2014/main" id="{C38DDCFE-63CB-9E1D-3620-9B8FE8F0F293}"/>
                </a:ext>
              </a:extLst>
            </p:cNvPr>
            <p:cNvPicPr>
              <a:picLocks noChangeAspect="1"/>
            </p:cNvPicPr>
            <p:nvPr/>
          </p:nvPicPr>
          <p:blipFill>
            <a:blip r:embed="rId2"/>
            <a:srcRect l="68939" t="57493" r="29532" b="40331"/>
            <a:stretch/>
          </p:blipFill>
          <p:spPr>
            <a:xfrm>
              <a:off x="5383594" y="5038725"/>
              <a:ext cx="128206" cy="149225"/>
            </a:xfrm>
            <a:prstGeom prst="rect">
              <a:avLst/>
            </a:prstGeom>
          </p:spPr>
        </p:pic>
      </p:grpSp>
      <p:grpSp>
        <p:nvGrpSpPr>
          <p:cNvPr id="7" name="Grupo 6">
            <a:extLst>
              <a:ext uri="{FF2B5EF4-FFF2-40B4-BE49-F238E27FC236}">
                <a16:creationId xmlns:a16="http://schemas.microsoft.com/office/drawing/2014/main" id="{77CAA258-9E5C-A09E-F923-9823329D240D}"/>
              </a:ext>
            </a:extLst>
          </p:cNvPr>
          <p:cNvGrpSpPr/>
          <p:nvPr/>
        </p:nvGrpSpPr>
        <p:grpSpPr>
          <a:xfrm>
            <a:off x="1151734" y="9197"/>
            <a:ext cx="588941" cy="613103"/>
            <a:chOff x="5053733" y="4472706"/>
            <a:chExt cx="764498" cy="795862"/>
          </a:xfrm>
        </p:grpSpPr>
        <p:pic>
          <p:nvPicPr>
            <p:cNvPr id="8" name="Imagen 7">
              <a:extLst>
                <a:ext uri="{FF2B5EF4-FFF2-40B4-BE49-F238E27FC236}">
                  <a16:creationId xmlns:a16="http://schemas.microsoft.com/office/drawing/2014/main" id="{2FD34E5F-C89A-4913-40DB-D5DD98B350AA}"/>
                </a:ext>
              </a:extLst>
            </p:cNvPr>
            <p:cNvPicPr>
              <a:picLocks noChangeAspect="1"/>
            </p:cNvPicPr>
            <p:nvPr/>
          </p:nvPicPr>
          <p:blipFill>
            <a:blip r:embed="rId2"/>
            <a:srcRect l="65685" t="49149" r="23168" b="39246"/>
            <a:stretch/>
          </p:blipFill>
          <p:spPr>
            <a:xfrm>
              <a:off x="5053733" y="4472706"/>
              <a:ext cx="764498" cy="795862"/>
            </a:xfrm>
            <a:prstGeom prst="rect">
              <a:avLst/>
            </a:prstGeom>
          </p:spPr>
        </p:pic>
        <p:pic>
          <p:nvPicPr>
            <p:cNvPr id="9" name="Imagen 8">
              <a:extLst>
                <a:ext uri="{FF2B5EF4-FFF2-40B4-BE49-F238E27FC236}">
                  <a16:creationId xmlns:a16="http://schemas.microsoft.com/office/drawing/2014/main" id="{61899C7F-EE22-2CD9-FCBD-B69ABEBDC39D}"/>
                </a:ext>
              </a:extLst>
            </p:cNvPr>
            <p:cNvPicPr>
              <a:picLocks noChangeAspect="1"/>
            </p:cNvPicPr>
            <p:nvPr/>
          </p:nvPicPr>
          <p:blipFill>
            <a:blip r:embed="rId2"/>
            <a:srcRect l="68939" t="57493" r="29532" b="40331"/>
            <a:stretch/>
          </p:blipFill>
          <p:spPr>
            <a:xfrm>
              <a:off x="5383594" y="5038725"/>
              <a:ext cx="128206" cy="149225"/>
            </a:xfrm>
            <a:prstGeom prst="rect">
              <a:avLst/>
            </a:prstGeom>
          </p:spPr>
        </p:pic>
      </p:grpSp>
      <p:grpSp>
        <p:nvGrpSpPr>
          <p:cNvPr id="10" name="Grupo 9">
            <a:extLst>
              <a:ext uri="{FF2B5EF4-FFF2-40B4-BE49-F238E27FC236}">
                <a16:creationId xmlns:a16="http://schemas.microsoft.com/office/drawing/2014/main" id="{84DE7AB9-E305-9815-CFAC-789C69DFA216}"/>
              </a:ext>
            </a:extLst>
          </p:cNvPr>
          <p:cNvGrpSpPr/>
          <p:nvPr/>
        </p:nvGrpSpPr>
        <p:grpSpPr>
          <a:xfrm>
            <a:off x="581023" y="9197"/>
            <a:ext cx="588941" cy="613103"/>
            <a:chOff x="5053733" y="4472706"/>
            <a:chExt cx="764498" cy="795862"/>
          </a:xfrm>
        </p:grpSpPr>
        <p:pic>
          <p:nvPicPr>
            <p:cNvPr id="11" name="Imagen 10">
              <a:extLst>
                <a:ext uri="{FF2B5EF4-FFF2-40B4-BE49-F238E27FC236}">
                  <a16:creationId xmlns:a16="http://schemas.microsoft.com/office/drawing/2014/main" id="{C9118137-9ADF-3C29-6721-B9335C8434F6}"/>
                </a:ext>
              </a:extLst>
            </p:cNvPr>
            <p:cNvPicPr>
              <a:picLocks noChangeAspect="1"/>
            </p:cNvPicPr>
            <p:nvPr/>
          </p:nvPicPr>
          <p:blipFill>
            <a:blip r:embed="rId2"/>
            <a:srcRect l="65685" t="49149" r="23168" b="39246"/>
            <a:stretch/>
          </p:blipFill>
          <p:spPr>
            <a:xfrm>
              <a:off x="5053733" y="4472706"/>
              <a:ext cx="764498" cy="795862"/>
            </a:xfrm>
            <a:prstGeom prst="rect">
              <a:avLst/>
            </a:prstGeom>
          </p:spPr>
        </p:pic>
        <p:pic>
          <p:nvPicPr>
            <p:cNvPr id="12" name="Imagen 11">
              <a:extLst>
                <a:ext uri="{FF2B5EF4-FFF2-40B4-BE49-F238E27FC236}">
                  <a16:creationId xmlns:a16="http://schemas.microsoft.com/office/drawing/2014/main" id="{744D1B81-ED9F-4623-30D0-BAF1898D351A}"/>
                </a:ext>
              </a:extLst>
            </p:cNvPr>
            <p:cNvPicPr>
              <a:picLocks noChangeAspect="1"/>
            </p:cNvPicPr>
            <p:nvPr/>
          </p:nvPicPr>
          <p:blipFill>
            <a:blip r:embed="rId2"/>
            <a:srcRect l="68939" t="57493" r="29532" b="40331"/>
            <a:stretch/>
          </p:blipFill>
          <p:spPr>
            <a:xfrm>
              <a:off x="5383594" y="5038725"/>
              <a:ext cx="128206" cy="149225"/>
            </a:xfrm>
            <a:prstGeom prst="rect">
              <a:avLst/>
            </a:prstGeom>
          </p:spPr>
        </p:pic>
      </p:grpSp>
      <p:grpSp>
        <p:nvGrpSpPr>
          <p:cNvPr id="13" name="Grupo 12">
            <a:extLst>
              <a:ext uri="{FF2B5EF4-FFF2-40B4-BE49-F238E27FC236}">
                <a16:creationId xmlns:a16="http://schemas.microsoft.com/office/drawing/2014/main" id="{5F92C509-0481-D7B9-BD38-AD510DAA8A77}"/>
              </a:ext>
            </a:extLst>
          </p:cNvPr>
          <p:cNvGrpSpPr/>
          <p:nvPr/>
        </p:nvGrpSpPr>
        <p:grpSpPr>
          <a:xfrm>
            <a:off x="10312" y="9197"/>
            <a:ext cx="588941" cy="613103"/>
            <a:chOff x="5053733" y="4472706"/>
            <a:chExt cx="764498" cy="795862"/>
          </a:xfrm>
        </p:grpSpPr>
        <p:pic>
          <p:nvPicPr>
            <p:cNvPr id="14" name="Imagen 13">
              <a:extLst>
                <a:ext uri="{FF2B5EF4-FFF2-40B4-BE49-F238E27FC236}">
                  <a16:creationId xmlns:a16="http://schemas.microsoft.com/office/drawing/2014/main" id="{62396FFA-F4E5-329C-9406-4AC113292FDF}"/>
                </a:ext>
              </a:extLst>
            </p:cNvPr>
            <p:cNvPicPr>
              <a:picLocks noChangeAspect="1"/>
            </p:cNvPicPr>
            <p:nvPr/>
          </p:nvPicPr>
          <p:blipFill>
            <a:blip r:embed="rId2"/>
            <a:srcRect l="65685" t="49149" r="23168" b="39246"/>
            <a:stretch/>
          </p:blipFill>
          <p:spPr>
            <a:xfrm>
              <a:off x="5053733" y="4472706"/>
              <a:ext cx="764498" cy="795862"/>
            </a:xfrm>
            <a:prstGeom prst="rect">
              <a:avLst/>
            </a:prstGeom>
          </p:spPr>
        </p:pic>
        <p:pic>
          <p:nvPicPr>
            <p:cNvPr id="15" name="Imagen 14">
              <a:extLst>
                <a:ext uri="{FF2B5EF4-FFF2-40B4-BE49-F238E27FC236}">
                  <a16:creationId xmlns:a16="http://schemas.microsoft.com/office/drawing/2014/main" id="{3069100E-6A52-D942-49D9-EAD50B22EEEC}"/>
                </a:ext>
              </a:extLst>
            </p:cNvPr>
            <p:cNvPicPr>
              <a:picLocks noChangeAspect="1"/>
            </p:cNvPicPr>
            <p:nvPr/>
          </p:nvPicPr>
          <p:blipFill>
            <a:blip r:embed="rId2"/>
            <a:srcRect l="68939" t="57493" r="29532" b="40331"/>
            <a:stretch/>
          </p:blipFill>
          <p:spPr>
            <a:xfrm>
              <a:off x="5383594" y="5038725"/>
              <a:ext cx="128206" cy="149225"/>
            </a:xfrm>
            <a:prstGeom prst="rect">
              <a:avLst/>
            </a:prstGeom>
          </p:spPr>
        </p:pic>
      </p:grpSp>
      <p:grpSp>
        <p:nvGrpSpPr>
          <p:cNvPr id="16" name="Grupo 15">
            <a:extLst>
              <a:ext uri="{FF2B5EF4-FFF2-40B4-BE49-F238E27FC236}">
                <a16:creationId xmlns:a16="http://schemas.microsoft.com/office/drawing/2014/main" id="{1B7DAFBE-208C-7604-48B0-9D9381803D32}"/>
              </a:ext>
            </a:extLst>
          </p:cNvPr>
          <p:cNvGrpSpPr/>
          <p:nvPr/>
        </p:nvGrpSpPr>
        <p:grpSpPr>
          <a:xfrm>
            <a:off x="11584262" y="9197"/>
            <a:ext cx="588941" cy="613103"/>
            <a:chOff x="5053733" y="4472706"/>
            <a:chExt cx="764498" cy="795862"/>
          </a:xfrm>
        </p:grpSpPr>
        <p:pic>
          <p:nvPicPr>
            <p:cNvPr id="17" name="Imagen 16">
              <a:extLst>
                <a:ext uri="{FF2B5EF4-FFF2-40B4-BE49-F238E27FC236}">
                  <a16:creationId xmlns:a16="http://schemas.microsoft.com/office/drawing/2014/main" id="{19A38769-4355-554B-FEB8-B1FA57DDD888}"/>
                </a:ext>
              </a:extLst>
            </p:cNvPr>
            <p:cNvPicPr>
              <a:picLocks noChangeAspect="1"/>
            </p:cNvPicPr>
            <p:nvPr/>
          </p:nvPicPr>
          <p:blipFill>
            <a:blip r:embed="rId2"/>
            <a:srcRect l="65685" t="49149" r="23168" b="39246"/>
            <a:stretch/>
          </p:blipFill>
          <p:spPr>
            <a:xfrm>
              <a:off x="5053733" y="4472706"/>
              <a:ext cx="764498" cy="795862"/>
            </a:xfrm>
            <a:prstGeom prst="rect">
              <a:avLst/>
            </a:prstGeom>
          </p:spPr>
        </p:pic>
        <p:pic>
          <p:nvPicPr>
            <p:cNvPr id="18" name="Imagen 17">
              <a:extLst>
                <a:ext uri="{FF2B5EF4-FFF2-40B4-BE49-F238E27FC236}">
                  <a16:creationId xmlns:a16="http://schemas.microsoft.com/office/drawing/2014/main" id="{BA9201EF-F24F-FC0E-1B18-3AEBACD3FA86}"/>
                </a:ext>
              </a:extLst>
            </p:cNvPr>
            <p:cNvPicPr>
              <a:picLocks noChangeAspect="1"/>
            </p:cNvPicPr>
            <p:nvPr/>
          </p:nvPicPr>
          <p:blipFill>
            <a:blip r:embed="rId2"/>
            <a:srcRect l="68939" t="57493" r="29532" b="40331"/>
            <a:stretch/>
          </p:blipFill>
          <p:spPr>
            <a:xfrm>
              <a:off x="5383594" y="5038725"/>
              <a:ext cx="128206" cy="149225"/>
            </a:xfrm>
            <a:prstGeom prst="rect">
              <a:avLst/>
            </a:prstGeom>
          </p:spPr>
        </p:pic>
      </p:grpSp>
      <p:grpSp>
        <p:nvGrpSpPr>
          <p:cNvPr id="20" name="Grupo 19">
            <a:extLst>
              <a:ext uri="{FF2B5EF4-FFF2-40B4-BE49-F238E27FC236}">
                <a16:creationId xmlns:a16="http://schemas.microsoft.com/office/drawing/2014/main" id="{4C87E16D-F980-F2ED-2C5A-D8B2C6707566}"/>
              </a:ext>
            </a:extLst>
          </p:cNvPr>
          <p:cNvGrpSpPr/>
          <p:nvPr/>
        </p:nvGrpSpPr>
        <p:grpSpPr>
          <a:xfrm>
            <a:off x="1722445" y="9197"/>
            <a:ext cx="588941" cy="613103"/>
            <a:chOff x="5053733" y="4472706"/>
            <a:chExt cx="764498" cy="795862"/>
          </a:xfrm>
        </p:grpSpPr>
        <p:pic>
          <p:nvPicPr>
            <p:cNvPr id="21" name="Imagen 20">
              <a:extLst>
                <a:ext uri="{FF2B5EF4-FFF2-40B4-BE49-F238E27FC236}">
                  <a16:creationId xmlns:a16="http://schemas.microsoft.com/office/drawing/2014/main" id="{6FF65CE7-357E-8A07-9B2F-68942A3601D4}"/>
                </a:ext>
              </a:extLst>
            </p:cNvPr>
            <p:cNvPicPr>
              <a:picLocks noChangeAspect="1"/>
            </p:cNvPicPr>
            <p:nvPr/>
          </p:nvPicPr>
          <p:blipFill>
            <a:blip r:embed="rId2"/>
            <a:srcRect l="65685" t="49149" r="23168" b="39246"/>
            <a:stretch/>
          </p:blipFill>
          <p:spPr>
            <a:xfrm>
              <a:off x="5053733" y="4472706"/>
              <a:ext cx="764498" cy="795862"/>
            </a:xfrm>
            <a:prstGeom prst="rect">
              <a:avLst/>
            </a:prstGeom>
          </p:spPr>
        </p:pic>
        <p:pic>
          <p:nvPicPr>
            <p:cNvPr id="22" name="Imagen 21">
              <a:extLst>
                <a:ext uri="{FF2B5EF4-FFF2-40B4-BE49-F238E27FC236}">
                  <a16:creationId xmlns:a16="http://schemas.microsoft.com/office/drawing/2014/main" id="{BAA3C763-D4BC-6489-158F-B34BC29C72A2}"/>
                </a:ext>
              </a:extLst>
            </p:cNvPr>
            <p:cNvPicPr>
              <a:picLocks noChangeAspect="1"/>
            </p:cNvPicPr>
            <p:nvPr/>
          </p:nvPicPr>
          <p:blipFill>
            <a:blip r:embed="rId2"/>
            <a:srcRect l="68939" t="57493" r="29532" b="40331"/>
            <a:stretch/>
          </p:blipFill>
          <p:spPr>
            <a:xfrm>
              <a:off x="5383594" y="5038725"/>
              <a:ext cx="128206" cy="149225"/>
            </a:xfrm>
            <a:prstGeom prst="rect">
              <a:avLst/>
            </a:prstGeom>
          </p:spPr>
        </p:pic>
      </p:grpSp>
      <p:pic>
        <p:nvPicPr>
          <p:cNvPr id="23" name="Imagen 22">
            <a:extLst>
              <a:ext uri="{FF2B5EF4-FFF2-40B4-BE49-F238E27FC236}">
                <a16:creationId xmlns:a16="http://schemas.microsoft.com/office/drawing/2014/main" id="{984398E4-1D0B-3501-3804-E254500821E8}"/>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728420" y="19419"/>
            <a:ext cx="654340" cy="579561"/>
          </a:xfrm>
          <a:prstGeom prst="rect">
            <a:avLst/>
          </a:prstGeom>
        </p:spPr>
      </p:pic>
    </p:spTree>
    <p:extLst>
      <p:ext uri="{BB962C8B-B14F-4D97-AF65-F5344CB8AC3E}">
        <p14:creationId xmlns:p14="http://schemas.microsoft.com/office/powerpoint/2010/main" val="29476347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EC230-BEDF-611F-172A-12DDE738916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7D09BD5-65B6-E766-0411-1444C20150FF}"/>
              </a:ext>
            </a:extLst>
          </p:cNvPr>
          <p:cNvPicPr>
            <a:picLocks noChangeAspect="1"/>
          </p:cNvPicPr>
          <p:nvPr/>
        </p:nvPicPr>
        <p:blipFill>
          <a:blip r:embed="rId3"/>
          <a:srcRect l="12605" t="6975" r="76248" b="81420"/>
          <a:stretch/>
        </p:blipFill>
        <p:spPr>
          <a:xfrm>
            <a:off x="9825151" y="2563"/>
            <a:ext cx="645272" cy="583927"/>
          </a:xfrm>
          <a:prstGeom prst="rect">
            <a:avLst/>
          </a:prstGeom>
        </p:spPr>
      </p:pic>
      <p:pic>
        <p:nvPicPr>
          <p:cNvPr id="31" name="Imagen 30">
            <a:extLst>
              <a:ext uri="{FF2B5EF4-FFF2-40B4-BE49-F238E27FC236}">
                <a16:creationId xmlns:a16="http://schemas.microsoft.com/office/drawing/2014/main" id="{164318D0-E883-D1BC-481B-90A2405C103E}"/>
              </a:ext>
            </a:extLst>
          </p:cNvPr>
          <p:cNvPicPr>
            <a:picLocks noChangeAspect="1"/>
          </p:cNvPicPr>
          <p:nvPr/>
        </p:nvPicPr>
        <p:blipFill>
          <a:blip r:embed="rId3"/>
          <a:srcRect l="44516" t="6975" r="44337" b="81420"/>
          <a:stretch/>
        </p:blipFill>
        <p:spPr>
          <a:xfrm>
            <a:off x="9243873" y="12973"/>
            <a:ext cx="645272" cy="583927"/>
          </a:xfrm>
          <a:prstGeom prst="rect">
            <a:avLst/>
          </a:prstGeom>
        </p:spPr>
      </p:pic>
      <p:pic>
        <p:nvPicPr>
          <p:cNvPr id="37" name="Imagen 36">
            <a:extLst>
              <a:ext uri="{FF2B5EF4-FFF2-40B4-BE49-F238E27FC236}">
                <a16:creationId xmlns:a16="http://schemas.microsoft.com/office/drawing/2014/main" id="{40D078F3-A9C6-D2F2-0B5A-162F1EC10CF5}"/>
              </a:ext>
            </a:extLst>
          </p:cNvPr>
          <p:cNvPicPr>
            <a:picLocks noChangeAspect="1"/>
          </p:cNvPicPr>
          <p:nvPr/>
        </p:nvPicPr>
        <p:blipFill>
          <a:blip r:embed="rId3"/>
          <a:srcRect l="65685" t="34869" r="23168" b="53526"/>
          <a:stretch/>
        </p:blipFill>
        <p:spPr>
          <a:xfrm>
            <a:off x="10398525" y="12973"/>
            <a:ext cx="645272" cy="583927"/>
          </a:xfrm>
          <a:prstGeom prst="rect">
            <a:avLst/>
          </a:prstGeom>
        </p:spPr>
      </p:pic>
      <p:pic>
        <p:nvPicPr>
          <p:cNvPr id="41" name="Imagen 40">
            <a:extLst>
              <a:ext uri="{FF2B5EF4-FFF2-40B4-BE49-F238E27FC236}">
                <a16:creationId xmlns:a16="http://schemas.microsoft.com/office/drawing/2014/main" id="{E93F21EA-0C2F-7724-1123-8812398FB958}"/>
              </a:ext>
            </a:extLst>
          </p:cNvPr>
          <p:cNvPicPr>
            <a:picLocks noChangeAspect="1"/>
          </p:cNvPicPr>
          <p:nvPr/>
        </p:nvPicPr>
        <p:blipFill>
          <a:blip r:embed="rId3"/>
          <a:srcRect l="12605" t="6975" r="76248" b="81420"/>
          <a:stretch/>
        </p:blipFill>
        <p:spPr>
          <a:xfrm>
            <a:off x="10987815" y="12973"/>
            <a:ext cx="645272" cy="583927"/>
          </a:xfrm>
          <a:prstGeom prst="rect">
            <a:avLst/>
          </a:prstGeom>
        </p:spPr>
      </p:pic>
      <p:sp>
        <p:nvSpPr>
          <p:cNvPr id="17" name="CuadroTexto 16">
            <a:extLst>
              <a:ext uri="{FF2B5EF4-FFF2-40B4-BE49-F238E27FC236}">
                <a16:creationId xmlns:a16="http://schemas.microsoft.com/office/drawing/2014/main" id="{7F9F5271-8E1C-F5D2-7CE6-A431336AD4D1}"/>
              </a:ext>
            </a:extLst>
          </p:cNvPr>
          <p:cNvSpPr txBox="1"/>
          <p:nvPr/>
        </p:nvSpPr>
        <p:spPr>
          <a:xfrm>
            <a:off x="6434555" y="1162691"/>
            <a:ext cx="2194671" cy="1200329"/>
          </a:xfrm>
          <a:prstGeom prst="rect">
            <a:avLst/>
          </a:prstGeom>
          <a:noFill/>
        </p:spPr>
        <p:txBody>
          <a:bodyPr wrap="square" rtlCol="0">
            <a:spAutoFit/>
          </a:bodyPr>
          <a:lstStyle/>
          <a:p>
            <a:r>
              <a:rPr lang="en-CA" dirty="0">
                <a:solidFill>
                  <a:schemeClr val="bg1"/>
                </a:solidFill>
              </a:rPr>
              <a:t>Status:</a:t>
            </a:r>
          </a:p>
          <a:p>
            <a:pPr marL="285750" indent="-285750">
              <a:buFontTx/>
              <a:buChar char="-"/>
            </a:pPr>
            <a:r>
              <a:rPr lang="en-CA" dirty="0">
                <a:solidFill>
                  <a:schemeClr val="bg1"/>
                </a:solidFill>
              </a:rPr>
              <a:t>On time</a:t>
            </a:r>
          </a:p>
          <a:p>
            <a:pPr marL="285750" indent="-285750">
              <a:buFontTx/>
              <a:buChar char="-"/>
            </a:pPr>
            <a:r>
              <a:rPr lang="en-CA" dirty="0">
                <a:solidFill>
                  <a:schemeClr val="bg1"/>
                </a:solidFill>
              </a:rPr>
              <a:t>Delay</a:t>
            </a:r>
          </a:p>
          <a:p>
            <a:pPr marL="285750" indent="-285750">
              <a:buFontTx/>
              <a:buChar char="-"/>
            </a:pPr>
            <a:r>
              <a:rPr lang="en-CA" dirty="0">
                <a:solidFill>
                  <a:schemeClr val="bg1"/>
                </a:solidFill>
              </a:rPr>
              <a:t>Cancelled</a:t>
            </a:r>
          </a:p>
        </p:txBody>
      </p:sp>
      <p:pic>
        <p:nvPicPr>
          <p:cNvPr id="3" name="Imagen 2">
            <a:extLst>
              <a:ext uri="{FF2B5EF4-FFF2-40B4-BE49-F238E27FC236}">
                <a16:creationId xmlns:a16="http://schemas.microsoft.com/office/drawing/2014/main" id="{298CC1CA-3B98-7CA9-7B47-A94E2D913D61}"/>
              </a:ext>
            </a:extLst>
          </p:cNvPr>
          <p:cNvPicPr>
            <a:picLocks noChangeAspect="1"/>
          </p:cNvPicPr>
          <p:nvPr/>
        </p:nvPicPr>
        <p:blipFill>
          <a:blip r:embed="rId3"/>
          <a:srcRect l="76305" t="7039" r="12548" b="81356"/>
          <a:stretch/>
        </p:blipFill>
        <p:spPr>
          <a:xfrm>
            <a:off x="8063152" y="2563"/>
            <a:ext cx="645272" cy="583927"/>
          </a:xfrm>
          <a:prstGeom prst="rect">
            <a:avLst/>
          </a:prstGeom>
        </p:spPr>
      </p:pic>
      <p:pic>
        <p:nvPicPr>
          <p:cNvPr id="5" name="Imagen 4">
            <a:extLst>
              <a:ext uri="{FF2B5EF4-FFF2-40B4-BE49-F238E27FC236}">
                <a16:creationId xmlns:a16="http://schemas.microsoft.com/office/drawing/2014/main" id="{FA309D9C-E708-F744-8642-EAE351494913}"/>
              </a:ext>
            </a:extLst>
          </p:cNvPr>
          <p:cNvPicPr>
            <a:picLocks noChangeAspect="1"/>
          </p:cNvPicPr>
          <p:nvPr/>
        </p:nvPicPr>
        <p:blipFill>
          <a:blip r:embed="rId3"/>
          <a:srcRect l="23278" t="21261" r="65575" b="67134"/>
          <a:stretch/>
        </p:blipFill>
        <p:spPr>
          <a:xfrm>
            <a:off x="5215928" y="2563"/>
            <a:ext cx="645272" cy="583927"/>
          </a:xfrm>
          <a:prstGeom prst="rect">
            <a:avLst/>
          </a:prstGeom>
        </p:spPr>
      </p:pic>
      <p:pic>
        <p:nvPicPr>
          <p:cNvPr id="6" name="Imagen 5">
            <a:extLst>
              <a:ext uri="{FF2B5EF4-FFF2-40B4-BE49-F238E27FC236}">
                <a16:creationId xmlns:a16="http://schemas.microsoft.com/office/drawing/2014/main" id="{83E7E836-3FBD-9775-F1E1-504C3457CD13}"/>
              </a:ext>
            </a:extLst>
          </p:cNvPr>
          <p:cNvPicPr>
            <a:picLocks noChangeAspect="1"/>
          </p:cNvPicPr>
          <p:nvPr/>
        </p:nvPicPr>
        <p:blipFill>
          <a:blip r:embed="rId3"/>
          <a:srcRect l="65751" t="21142" r="23101" b="67253"/>
          <a:stretch/>
        </p:blipFill>
        <p:spPr>
          <a:xfrm>
            <a:off x="4659238" y="2563"/>
            <a:ext cx="645272" cy="583927"/>
          </a:xfrm>
          <a:prstGeom prst="rect">
            <a:avLst/>
          </a:prstGeom>
        </p:spPr>
      </p:pic>
      <p:pic>
        <p:nvPicPr>
          <p:cNvPr id="7" name="Imagen 6">
            <a:extLst>
              <a:ext uri="{FF2B5EF4-FFF2-40B4-BE49-F238E27FC236}">
                <a16:creationId xmlns:a16="http://schemas.microsoft.com/office/drawing/2014/main" id="{A5D5C79C-2848-1174-0D70-D53C025FBC91}"/>
              </a:ext>
            </a:extLst>
          </p:cNvPr>
          <p:cNvPicPr>
            <a:picLocks noChangeAspect="1"/>
          </p:cNvPicPr>
          <p:nvPr/>
        </p:nvPicPr>
        <p:blipFill>
          <a:blip r:embed="rId3"/>
          <a:srcRect l="76281" t="21082" r="12572" b="67313"/>
          <a:stretch/>
        </p:blipFill>
        <p:spPr>
          <a:xfrm>
            <a:off x="7485826" y="2563"/>
            <a:ext cx="645272" cy="583927"/>
          </a:xfrm>
          <a:prstGeom prst="rect">
            <a:avLst/>
          </a:prstGeom>
        </p:spPr>
      </p:pic>
      <p:pic>
        <p:nvPicPr>
          <p:cNvPr id="8" name="Imagen 7">
            <a:extLst>
              <a:ext uri="{FF2B5EF4-FFF2-40B4-BE49-F238E27FC236}">
                <a16:creationId xmlns:a16="http://schemas.microsoft.com/office/drawing/2014/main" id="{E09DA206-0EC1-D023-1D69-A696D22FE848}"/>
              </a:ext>
            </a:extLst>
          </p:cNvPr>
          <p:cNvPicPr>
            <a:picLocks noChangeAspect="1"/>
          </p:cNvPicPr>
          <p:nvPr/>
        </p:nvPicPr>
        <p:blipFill>
          <a:blip r:embed="rId3"/>
          <a:srcRect l="55103" t="34951" r="33750" b="53444"/>
          <a:stretch/>
        </p:blipFill>
        <p:spPr>
          <a:xfrm>
            <a:off x="5790072" y="2563"/>
            <a:ext cx="645272" cy="583927"/>
          </a:xfrm>
          <a:prstGeom prst="rect">
            <a:avLst/>
          </a:prstGeom>
        </p:spPr>
      </p:pic>
      <p:pic>
        <p:nvPicPr>
          <p:cNvPr id="10" name="Imagen 9">
            <a:extLst>
              <a:ext uri="{FF2B5EF4-FFF2-40B4-BE49-F238E27FC236}">
                <a16:creationId xmlns:a16="http://schemas.microsoft.com/office/drawing/2014/main" id="{4A3DF363-5484-E90B-5658-1661ABB1665F}"/>
              </a:ext>
            </a:extLst>
          </p:cNvPr>
          <p:cNvPicPr>
            <a:picLocks noChangeAspect="1"/>
          </p:cNvPicPr>
          <p:nvPr/>
        </p:nvPicPr>
        <p:blipFill>
          <a:blip r:embed="rId3"/>
          <a:srcRect l="55103" t="34951" r="33750" b="53444"/>
          <a:stretch/>
        </p:blipFill>
        <p:spPr>
          <a:xfrm>
            <a:off x="6395168" y="2563"/>
            <a:ext cx="645272" cy="583927"/>
          </a:xfrm>
          <a:prstGeom prst="rect">
            <a:avLst/>
          </a:prstGeom>
        </p:spPr>
      </p:pic>
      <p:pic>
        <p:nvPicPr>
          <p:cNvPr id="13" name="Imagen 12">
            <a:extLst>
              <a:ext uri="{FF2B5EF4-FFF2-40B4-BE49-F238E27FC236}">
                <a16:creationId xmlns:a16="http://schemas.microsoft.com/office/drawing/2014/main" id="{3043B170-01C5-0079-75D0-5DE4340B8862}"/>
              </a:ext>
            </a:extLst>
          </p:cNvPr>
          <p:cNvPicPr>
            <a:picLocks noChangeAspect="1"/>
          </p:cNvPicPr>
          <p:nvPr/>
        </p:nvPicPr>
        <p:blipFill>
          <a:blip r:embed="rId3"/>
          <a:srcRect l="23278" t="21261" r="65575" b="67134"/>
          <a:stretch/>
        </p:blipFill>
        <p:spPr>
          <a:xfrm>
            <a:off x="6972494" y="2563"/>
            <a:ext cx="645272" cy="583927"/>
          </a:xfrm>
          <a:prstGeom prst="rect">
            <a:avLst/>
          </a:prstGeom>
        </p:spPr>
      </p:pic>
      <p:pic>
        <p:nvPicPr>
          <p:cNvPr id="15" name="Imagen 14">
            <a:extLst>
              <a:ext uri="{FF2B5EF4-FFF2-40B4-BE49-F238E27FC236}">
                <a16:creationId xmlns:a16="http://schemas.microsoft.com/office/drawing/2014/main" id="{42F380E0-13CF-77F4-31DC-C67FD7F346D5}"/>
              </a:ext>
            </a:extLst>
          </p:cNvPr>
          <p:cNvPicPr>
            <a:picLocks noChangeAspect="1"/>
          </p:cNvPicPr>
          <p:nvPr/>
        </p:nvPicPr>
        <p:blipFill>
          <a:blip r:embed="rId4"/>
          <a:srcRect b="35678"/>
          <a:stretch/>
        </p:blipFill>
        <p:spPr>
          <a:xfrm>
            <a:off x="643095" y="1162691"/>
            <a:ext cx="7602297" cy="5488885"/>
          </a:xfrm>
          <a:prstGeom prst="rect">
            <a:avLst/>
          </a:prstGeom>
        </p:spPr>
      </p:pic>
      <p:pic>
        <p:nvPicPr>
          <p:cNvPr id="18" name="Imagen 17">
            <a:extLst>
              <a:ext uri="{FF2B5EF4-FFF2-40B4-BE49-F238E27FC236}">
                <a16:creationId xmlns:a16="http://schemas.microsoft.com/office/drawing/2014/main" id="{258AB9CB-FEB4-1B58-8466-A3A54A8D475F}"/>
              </a:ext>
            </a:extLst>
          </p:cNvPr>
          <p:cNvPicPr>
            <a:picLocks noChangeAspect="1"/>
          </p:cNvPicPr>
          <p:nvPr/>
        </p:nvPicPr>
        <p:blipFill>
          <a:blip r:embed="rId5"/>
          <a:stretch>
            <a:fillRect/>
          </a:stretch>
        </p:blipFill>
        <p:spPr>
          <a:xfrm>
            <a:off x="8619106" y="4547973"/>
            <a:ext cx="2129574" cy="2103604"/>
          </a:xfrm>
          <a:prstGeom prst="rect">
            <a:avLst/>
          </a:prstGeom>
        </p:spPr>
      </p:pic>
      <p:pic>
        <p:nvPicPr>
          <p:cNvPr id="58" name="Imagen 57">
            <a:extLst>
              <a:ext uri="{FF2B5EF4-FFF2-40B4-BE49-F238E27FC236}">
                <a16:creationId xmlns:a16="http://schemas.microsoft.com/office/drawing/2014/main" id="{D1A774E2-9166-BA69-4987-FF58FA6BF7A0}"/>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3495518" y="5249"/>
            <a:ext cx="654340" cy="579561"/>
          </a:xfrm>
          <a:prstGeom prst="rect">
            <a:avLst/>
          </a:prstGeom>
        </p:spPr>
      </p:pic>
    </p:spTree>
    <p:extLst>
      <p:ext uri="{BB962C8B-B14F-4D97-AF65-F5344CB8AC3E}">
        <p14:creationId xmlns:p14="http://schemas.microsoft.com/office/powerpoint/2010/main" val="5062277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90F92-DE64-41D6-D76D-732951A0D7D3}"/>
            </a:ext>
          </a:extLst>
        </p:cNvPr>
        <p:cNvGrpSpPr/>
        <p:nvPr/>
      </p:nvGrpSpPr>
      <p:grpSpPr>
        <a:xfrm>
          <a:off x="0" y="0"/>
          <a:ext cx="0" cy="0"/>
          <a:chOff x="0" y="0"/>
          <a:chExt cx="0" cy="0"/>
        </a:xfrm>
      </p:grpSpPr>
      <p:pic>
        <p:nvPicPr>
          <p:cNvPr id="11" name="Marcador de contenido 4">
            <a:extLst>
              <a:ext uri="{FF2B5EF4-FFF2-40B4-BE49-F238E27FC236}">
                <a16:creationId xmlns:a16="http://schemas.microsoft.com/office/drawing/2014/main" id="{1BADCFC9-C634-D356-19FA-9E72C6A34A5F}"/>
              </a:ext>
            </a:extLst>
          </p:cNvPr>
          <p:cNvPicPr>
            <a:picLocks noChangeAspect="1"/>
          </p:cNvPicPr>
          <p:nvPr/>
        </p:nvPicPr>
        <p:blipFill>
          <a:blip r:embed="rId2"/>
          <a:srcRect r="39949" b="69597"/>
          <a:stretch/>
        </p:blipFill>
        <p:spPr>
          <a:xfrm>
            <a:off x="292373" y="1247272"/>
            <a:ext cx="5464572" cy="1624541"/>
          </a:xfrm>
          <a:prstGeom prst="rect">
            <a:avLst/>
          </a:prstGeom>
        </p:spPr>
      </p:pic>
      <p:sp>
        <p:nvSpPr>
          <p:cNvPr id="17" name="CuadroTexto 16">
            <a:extLst>
              <a:ext uri="{FF2B5EF4-FFF2-40B4-BE49-F238E27FC236}">
                <a16:creationId xmlns:a16="http://schemas.microsoft.com/office/drawing/2014/main" id="{BB0A7C0C-9275-F915-157B-6B8FEE9E5FA6}"/>
              </a:ext>
            </a:extLst>
          </p:cNvPr>
          <p:cNvSpPr txBox="1"/>
          <p:nvPr/>
        </p:nvSpPr>
        <p:spPr>
          <a:xfrm>
            <a:off x="6434555" y="1162691"/>
            <a:ext cx="2194671" cy="1200329"/>
          </a:xfrm>
          <a:prstGeom prst="rect">
            <a:avLst/>
          </a:prstGeom>
          <a:noFill/>
        </p:spPr>
        <p:txBody>
          <a:bodyPr wrap="square" rtlCol="0">
            <a:spAutoFit/>
          </a:bodyPr>
          <a:lstStyle/>
          <a:p>
            <a:r>
              <a:rPr lang="en-CA" dirty="0">
                <a:solidFill>
                  <a:schemeClr val="bg1"/>
                </a:solidFill>
              </a:rPr>
              <a:t>Status:</a:t>
            </a:r>
          </a:p>
          <a:p>
            <a:pPr marL="285750" indent="-285750">
              <a:buFontTx/>
              <a:buChar char="-"/>
            </a:pPr>
            <a:r>
              <a:rPr lang="en-CA" dirty="0">
                <a:solidFill>
                  <a:schemeClr val="bg1"/>
                </a:solidFill>
              </a:rPr>
              <a:t>On time</a:t>
            </a:r>
          </a:p>
          <a:p>
            <a:pPr marL="285750" indent="-285750">
              <a:buFontTx/>
              <a:buChar char="-"/>
            </a:pPr>
            <a:r>
              <a:rPr lang="en-CA" dirty="0">
                <a:solidFill>
                  <a:schemeClr val="bg1"/>
                </a:solidFill>
              </a:rPr>
              <a:t>Delay</a:t>
            </a:r>
          </a:p>
          <a:p>
            <a:pPr marL="285750" indent="-285750">
              <a:buFontTx/>
              <a:buChar char="-"/>
            </a:pPr>
            <a:r>
              <a:rPr lang="en-CA" dirty="0">
                <a:solidFill>
                  <a:schemeClr val="bg1"/>
                </a:solidFill>
              </a:rPr>
              <a:t>Cancelled</a:t>
            </a:r>
          </a:p>
        </p:txBody>
      </p:sp>
      <p:pic>
        <p:nvPicPr>
          <p:cNvPr id="19" name="Marcador de contenido 4">
            <a:extLst>
              <a:ext uri="{FF2B5EF4-FFF2-40B4-BE49-F238E27FC236}">
                <a16:creationId xmlns:a16="http://schemas.microsoft.com/office/drawing/2014/main" id="{C8AD3AF5-1E26-73EC-75A5-80013EE5B6AB}"/>
              </a:ext>
            </a:extLst>
          </p:cNvPr>
          <p:cNvPicPr>
            <a:picLocks noChangeAspect="1"/>
          </p:cNvPicPr>
          <p:nvPr/>
        </p:nvPicPr>
        <p:blipFill>
          <a:blip r:embed="rId2"/>
          <a:srcRect t="32745" b="5435"/>
          <a:stretch/>
        </p:blipFill>
        <p:spPr>
          <a:xfrm>
            <a:off x="324133" y="3106414"/>
            <a:ext cx="9099930" cy="3303270"/>
          </a:xfrm>
          <a:prstGeom prst="rect">
            <a:avLst/>
          </a:prstGeom>
        </p:spPr>
      </p:pic>
      <p:pic>
        <p:nvPicPr>
          <p:cNvPr id="53" name="Imagen 52">
            <a:extLst>
              <a:ext uri="{FF2B5EF4-FFF2-40B4-BE49-F238E27FC236}">
                <a16:creationId xmlns:a16="http://schemas.microsoft.com/office/drawing/2014/main" id="{B4B8666C-7164-BD98-B465-4B93CC464886}"/>
              </a:ext>
            </a:extLst>
          </p:cNvPr>
          <p:cNvPicPr>
            <a:picLocks noChangeAspect="1"/>
          </p:cNvPicPr>
          <p:nvPr/>
        </p:nvPicPr>
        <p:blipFill>
          <a:blip r:embed="rId3"/>
          <a:srcRect l="12605" t="6975" r="76248" b="81420"/>
          <a:stretch/>
        </p:blipFill>
        <p:spPr>
          <a:xfrm>
            <a:off x="7518956" y="1"/>
            <a:ext cx="645272" cy="596900"/>
          </a:xfrm>
          <a:prstGeom prst="rect">
            <a:avLst/>
          </a:prstGeom>
        </p:spPr>
      </p:pic>
      <p:pic>
        <p:nvPicPr>
          <p:cNvPr id="54" name="Imagen 53">
            <a:extLst>
              <a:ext uri="{FF2B5EF4-FFF2-40B4-BE49-F238E27FC236}">
                <a16:creationId xmlns:a16="http://schemas.microsoft.com/office/drawing/2014/main" id="{7E6B9F35-D359-0EC2-F364-4E2029920BBA}"/>
              </a:ext>
            </a:extLst>
          </p:cNvPr>
          <p:cNvPicPr>
            <a:picLocks noChangeAspect="1"/>
          </p:cNvPicPr>
          <p:nvPr/>
        </p:nvPicPr>
        <p:blipFill>
          <a:blip r:embed="rId3"/>
          <a:srcRect l="44516" t="6975" r="44337" b="81420"/>
          <a:stretch/>
        </p:blipFill>
        <p:spPr>
          <a:xfrm>
            <a:off x="6937772" y="1"/>
            <a:ext cx="645272" cy="596900"/>
          </a:xfrm>
          <a:prstGeom prst="rect">
            <a:avLst/>
          </a:prstGeom>
        </p:spPr>
      </p:pic>
      <p:pic>
        <p:nvPicPr>
          <p:cNvPr id="55" name="Imagen 54">
            <a:extLst>
              <a:ext uri="{FF2B5EF4-FFF2-40B4-BE49-F238E27FC236}">
                <a16:creationId xmlns:a16="http://schemas.microsoft.com/office/drawing/2014/main" id="{1D91C338-B64C-B4D3-7504-8C7865FFE4E1}"/>
              </a:ext>
            </a:extLst>
          </p:cNvPr>
          <p:cNvPicPr>
            <a:picLocks noChangeAspect="1"/>
          </p:cNvPicPr>
          <p:nvPr/>
        </p:nvPicPr>
        <p:blipFill>
          <a:blip r:embed="rId3"/>
          <a:srcRect l="55117" t="6975" r="33736" b="81420"/>
          <a:stretch/>
        </p:blipFill>
        <p:spPr>
          <a:xfrm>
            <a:off x="9835454" y="1"/>
            <a:ext cx="645272" cy="596900"/>
          </a:xfrm>
          <a:prstGeom prst="rect">
            <a:avLst/>
          </a:prstGeom>
        </p:spPr>
      </p:pic>
      <p:pic>
        <p:nvPicPr>
          <p:cNvPr id="56" name="Imagen 55">
            <a:extLst>
              <a:ext uri="{FF2B5EF4-FFF2-40B4-BE49-F238E27FC236}">
                <a16:creationId xmlns:a16="http://schemas.microsoft.com/office/drawing/2014/main" id="{534C408F-1A16-D258-3F28-22EF5FD90B15}"/>
              </a:ext>
            </a:extLst>
          </p:cNvPr>
          <p:cNvPicPr>
            <a:picLocks noChangeAspect="1"/>
          </p:cNvPicPr>
          <p:nvPr/>
        </p:nvPicPr>
        <p:blipFill>
          <a:blip r:embed="rId3"/>
          <a:srcRect l="65685" t="34869" r="23168" b="53526"/>
          <a:stretch/>
        </p:blipFill>
        <p:spPr>
          <a:xfrm>
            <a:off x="8117015" y="1"/>
            <a:ext cx="645272" cy="596900"/>
          </a:xfrm>
          <a:prstGeom prst="rect">
            <a:avLst/>
          </a:prstGeom>
        </p:spPr>
      </p:pic>
      <p:pic>
        <p:nvPicPr>
          <p:cNvPr id="57" name="Imagen 56">
            <a:extLst>
              <a:ext uri="{FF2B5EF4-FFF2-40B4-BE49-F238E27FC236}">
                <a16:creationId xmlns:a16="http://schemas.microsoft.com/office/drawing/2014/main" id="{F6E92A03-C987-B0E7-1D18-4054F74BE95D}"/>
              </a:ext>
            </a:extLst>
          </p:cNvPr>
          <p:cNvPicPr>
            <a:picLocks noChangeAspect="1"/>
          </p:cNvPicPr>
          <p:nvPr/>
        </p:nvPicPr>
        <p:blipFill>
          <a:blip r:embed="rId3"/>
          <a:srcRect l="12605" t="6975" r="76248" b="81420"/>
          <a:stretch/>
        </p:blipFill>
        <p:spPr>
          <a:xfrm>
            <a:off x="8646068" y="1"/>
            <a:ext cx="645272" cy="596900"/>
          </a:xfrm>
          <a:prstGeom prst="rect">
            <a:avLst/>
          </a:prstGeom>
        </p:spPr>
      </p:pic>
      <p:pic>
        <p:nvPicPr>
          <p:cNvPr id="58" name="Imagen 57">
            <a:extLst>
              <a:ext uri="{FF2B5EF4-FFF2-40B4-BE49-F238E27FC236}">
                <a16:creationId xmlns:a16="http://schemas.microsoft.com/office/drawing/2014/main" id="{E01B3FAD-707F-B166-0FA2-28A179827D75}"/>
              </a:ext>
            </a:extLst>
          </p:cNvPr>
          <p:cNvPicPr>
            <a:picLocks noChangeAspect="1"/>
          </p:cNvPicPr>
          <p:nvPr/>
        </p:nvPicPr>
        <p:blipFill>
          <a:blip r:embed="rId3"/>
          <a:srcRect l="12605" t="6975" r="76248" b="81420"/>
          <a:stretch/>
        </p:blipFill>
        <p:spPr>
          <a:xfrm>
            <a:off x="10953230" y="1"/>
            <a:ext cx="645272" cy="596900"/>
          </a:xfrm>
          <a:prstGeom prst="rect">
            <a:avLst/>
          </a:prstGeom>
        </p:spPr>
      </p:pic>
      <p:pic>
        <p:nvPicPr>
          <p:cNvPr id="59" name="Imagen 58">
            <a:extLst>
              <a:ext uri="{FF2B5EF4-FFF2-40B4-BE49-F238E27FC236}">
                <a16:creationId xmlns:a16="http://schemas.microsoft.com/office/drawing/2014/main" id="{7938BCEB-8DF8-AED3-BEC1-0CF1084D62D1}"/>
              </a:ext>
            </a:extLst>
          </p:cNvPr>
          <p:cNvPicPr>
            <a:picLocks noChangeAspect="1"/>
          </p:cNvPicPr>
          <p:nvPr/>
        </p:nvPicPr>
        <p:blipFill>
          <a:blip r:embed="rId3"/>
          <a:srcRect l="44516" t="6975" r="44337" b="81420"/>
          <a:stretch/>
        </p:blipFill>
        <p:spPr>
          <a:xfrm>
            <a:off x="10437078" y="1"/>
            <a:ext cx="645272" cy="596900"/>
          </a:xfrm>
          <a:prstGeom prst="rect">
            <a:avLst/>
          </a:prstGeom>
        </p:spPr>
      </p:pic>
      <p:pic>
        <p:nvPicPr>
          <p:cNvPr id="60" name="Imagen 59">
            <a:extLst>
              <a:ext uri="{FF2B5EF4-FFF2-40B4-BE49-F238E27FC236}">
                <a16:creationId xmlns:a16="http://schemas.microsoft.com/office/drawing/2014/main" id="{0C760D20-FE37-FE96-20AD-FF672DA57B2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767280" y="30486"/>
            <a:ext cx="654340" cy="579561"/>
          </a:xfrm>
          <a:prstGeom prst="rect">
            <a:avLst/>
          </a:prstGeom>
        </p:spPr>
      </p:pic>
    </p:spTree>
    <p:extLst>
      <p:ext uri="{BB962C8B-B14F-4D97-AF65-F5344CB8AC3E}">
        <p14:creationId xmlns:p14="http://schemas.microsoft.com/office/powerpoint/2010/main" val="29521012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F1BB7-2992-161F-4E67-9050DEE58522}"/>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FF24DB08-AB09-FD99-D48F-2B12DE348446}"/>
              </a:ext>
            </a:extLst>
          </p:cNvPr>
          <p:cNvPicPr>
            <a:picLocks noChangeAspect="1"/>
          </p:cNvPicPr>
          <p:nvPr/>
        </p:nvPicPr>
        <p:blipFill>
          <a:blip r:embed="rId3"/>
          <a:stretch>
            <a:fillRect/>
          </a:stretch>
        </p:blipFill>
        <p:spPr>
          <a:xfrm>
            <a:off x="5598173" y="871760"/>
            <a:ext cx="6455228" cy="5593007"/>
          </a:xfrm>
          <a:prstGeom prst="rect">
            <a:avLst/>
          </a:prstGeom>
        </p:spPr>
      </p:pic>
      <p:pic>
        <p:nvPicPr>
          <p:cNvPr id="21" name="Imagen 20">
            <a:extLst>
              <a:ext uri="{FF2B5EF4-FFF2-40B4-BE49-F238E27FC236}">
                <a16:creationId xmlns:a16="http://schemas.microsoft.com/office/drawing/2014/main" id="{C976EF29-AC17-2954-4AB5-E7430372BD95}"/>
              </a:ext>
            </a:extLst>
          </p:cNvPr>
          <p:cNvPicPr>
            <a:picLocks noChangeAspect="1"/>
          </p:cNvPicPr>
          <p:nvPr/>
        </p:nvPicPr>
        <p:blipFill>
          <a:blip r:embed="rId4"/>
          <a:stretch>
            <a:fillRect/>
          </a:stretch>
        </p:blipFill>
        <p:spPr>
          <a:xfrm>
            <a:off x="101600" y="871760"/>
            <a:ext cx="5365643" cy="5609259"/>
          </a:xfrm>
          <a:prstGeom prst="rect">
            <a:avLst/>
          </a:prstGeom>
        </p:spPr>
      </p:pic>
      <p:pic>
        <p:nvPicPr>
          <p:cNvPr id="70" name="Imagen 69">
            <a:extLst>
              <a:ext uri="{FF2B5EF4-FFF2-40B4-BE49-F238E27FC236}">
                <a16:creationId xmlns:a16="http://schemas.microsoft.com/office/drawing/2014/main" id="{3E3EF5E4-1508-0A27-8A03-0EA6DF499991}"/>
              </a:ext>
            </a:extLst>
          </p:cNvPr>
          <p:cNvPicPr>
            <a:picLocks noChangeAspect="1"/>
          </p:cNvPicPr>
          <p:nvPr/>
        </p:nvPicPr>
        <p:blipFill>
          <a:blip r:embed="rId5"/>
          <a:srcRect l="12605" t="6975" r="76248" b="81420"/>
          <a:stretch/>
        </p:blipFill>
        <p:spPr>
          <a:xfrm>
            <a:off x="7518956" y="1"/>
            <a:ext cx="645272" cy="596900"/>
          </a:xfrm>
          <a:prstGeom prst="rect">
            <a:avLst/>
          </a:prstGeom>
        </p:spPr>
      </p:pic>
      <p:pic>
        <p:nvPicPr>
          <p:cNvPr id="71" name="Imagen 70">
            <a:extLst>
              <a:ext uri="{FF2B5EF4-FFF2-40B4-BE49-F238E27FC236}">
                <a16:creationId xmlns:a16="http://schemas.microsoft.com/office/drawing/2014/main" id="{7A7790ED-A9FF-DC1C-EDE7-BB2BDA0988EC}"/>
              </a:ext>
            </a:extLst>
          </p:cNvPr>
          <p:cNvPicPr>
            <a:picLocks noChangeAspect="1"/>
          </p:cNvPicPr>
          <p:nvPr/>
        </p:nvPicPr>
        <p:blipFill>
          <a:blip r:embed="rId5"/>
          <a:srcRect l="44516" t="6975" r="44337" b="81420"/>
          <a:stretch/>
        </p:blipFill>
        <p:spPr>
          <a:xfrm>
            <a:off x="6937772" y="1"/>
            <a:ext cx="645272" cy="596900"/>
          </a:xfrm>
          <a:prstGeom prst="rect">
            <a:avLst/>
          </a:prstGeom>
        </p:spPr>
      </p:pic>
      <p:pic>
        <p:nvPicPr>
          <p:cNvPr id="72" name="Imagen 71">
            <a:extLst>
              <a:ext uri="{FF2B5EF4-FFF2-40B4-BE49-F238E27FC236}">
                <a16:creationId xmlns:a16="http://schemas.microsoft.com/office/drawing/2014/main" id="{97A2F4B3-D164-A09B-615B-7325B8D9E8E3}"/>
              </a:ext>
            </a:extLst>
          </p:cNvPr>
          <p:cNvPicPr>
            <a:picLocks noChangeAspect="1"/>
          </p:cNvPicPr>
          <p:nvPr/>
        </p:nvPicPr>
        <p:blipFill>
          <a:blip r:embed="rId5"/>
          <a:srcRect l="55117" t="6975" r="33736" b="81420"/>
          <a:stretch/>
        </p:blipFill>
        <p:spPr>
          <a:xfrm>
            <a:off x="9835454" y="1"/>
            <a:ext cx="645272" cy="596900"/>
          </a:xfrm>
          <a:prstGeom prst="rect">
            <a:avLst/>
          </a:prstGeom>
        </p:spPr>
      </p:pic>
      <p:pic>
        <p:nvPicPr>
          <p:cNvPr id="73" name="Imagen 72">
            <a:extLst>
              <a:ext uri="{FF2B5EF4-FFF2-40B4-BE49-F238E27FC236}">
                <a16:creationId xmlns:a16="http://schemas.microsoft.com/office/drawing/2014/main" id="{E2323AD6-32DA-D89A-BD11-9D22C3E4E18B}"/>
              </a:ext>
            </a:extLst>
          </p:cNvPr>
          <p:cNvPicPr>
            <a:picLocks noChangeAspect="1"/>
          </p:cNvPicPr>
          <p:nvPr/>
        </p:nvPicPr>
        <p:blipFill>
          <a:blip r:embed="rId5"/>
          <a:srcRect l="65685" t="34869" r="23168" b="53526"/>
          <a:stretch/>
        </p:blipFill>
        <p:spPr>
          <a:xfrm>
            <a:off x="8117015" y="1"/>
            <a:ext cx="645272" cy="596900"/>
          </a:xfrm>
          <a:prstGeom prst="rect">
            <a:avLst/>
          </a:prstGeom>
        </p:spPr>
      </p:pic>
      <p:pic>
        <p:nvPicPr>
          <p:cNvPr id="74" name="Imagen 73">
            <a:extLst>
              <a:ext uri="{FF2B5EF4-FFF2-40B4-BE49-F238E27FC236}">
                <a16:creationId xmlns:a16="http://schemas.microsoft.com/office/drawing/2014/main" id="{19BA6930-56BC-FC35-B6A7-80581AFE2DFA}"/>
              </a:ext>
            </a:extLst>
          </p:cNvPr>
          <p:cNvPicPr>
            <a:picLocks noChangeAspect="1"/>
          </p:cNvPicPr>
          <p:nvPr/>
        </p:nvPicPr>
        <p:blipFill>
          <a:blip r:embed="rId5"/>
          <a:srcRect l="12605" t="6975" r="76248" b="81420"/>
          <a:stretch/>
        </p:blipFill>
        <p:spPr>
          <a:xfrm>
            <a:off x="8646068" y="1"/>
            <a:ext cx="645272" cy="596900"/>
          </a:xfrm>
          <a:prstGeom prst="rect">
            <a:avLst/>
          </a:prstGeom>
        </p:spPr>
      </p:pic>
      <p:pic>
        <p:nvPicPr>
          <p:cNvPr id="75" name="Imagen 74">
            <a:extLst>
              <a:ext uri="{FF2B5EF4-FFF2-40B4-BE49-F238E27FC236}">
                <a16:creationId xmlns:a16="http://schemas.microsoft.com/office/drawing/2014/main" id="{E362433A-670D-392F-587C-776D0D8D8304}"/>
              </a:ext>
            </a:extLst>
          </p:cNvPr>
          <p:cNvPicPr>
            <a:picLocks noChangeAspect="1"/>
          </p:cNvPicPr>
          <p:nvPr/>
        </p:nvPicPr>
        <p:blipFill>
          <a:blip r:embed="rId5"/>
          <a:srcRect l="12605" t="6975" r="76248" b="81420"/>
          <a:stretch/>
        </p:blipFill>
        <p:spPr>
          <a:xfrm>
            <a:off x="10953230" y="1"/>
            <a:ext cx="645272" cy="596900"/>
          </a:xfrm>
          <a:prstGeom prst="rect">
            <a:avLst/>
          </a:prstGeom>
        </p:spPr>
      </p:pic>
      <p:pic>
        <p:nvPicPr>
          <p:cNvPr id="76" name="Imagen 75">
            <a:extLst>
              <a:ext uri="{FF2B5EF4-FFF2-40B4-BE49-F238E27FC236}">
                <a16:creationId xmlns:a16="http://schemas.microsoft.com/office/drawing/2014/main" id="{7289D17E-9D8A-66B8-40D4-B1E046AF6135}"/>
              </a:ext>
            </a:extLst>
          </p:cNvPr>
          <p:cNvPicPr>
            <a:picLocks noChangeAspect="1"/>
          </p:cNvPicPr>
          <p:nvPr/>
        </p:nvPicPr>
        <p:blipFill>
          <a:blip r:embed="rId5"/>
          <a:srcRect l="44516" t="6975" r="44337" b="81420"/>
          <a:stretch/>
        </p:blipFill>
        <p:spPr>
          <a:xfrm>
            <a:off x="10437078" y="1"/>
            <a:ext cx="645272" cy="596900"/>
          </a:xfrm>
          <a:prstGeom prst="rect">
            <a:avLst/>
          </a:prstGeom>
        </p:spPr>
      </p:pic>
      <p:pic>
        <p:nvPicPr>
          <p:cNvPr id="77" name="Imagen 76">
            <a:extLst>
              <a:ext uri="{FF2B5EF4-FFF2-40B4-BE49-F238E27FC236}">
                <a16:creationId xmlns:a16="http://schemas.microsoft.com/office/drawing/2014/main" id="{FBCBCC16-E56E-17F0-04D2-81FCE14EBC2E}"/>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767280" y="30486"/>
            <a:ext cx="654340" cy="579561"/>
          </a:xfrm>
          <a:prstGeom prst="rect">
            <a:avLst/>
          </a:prstGeom>
        </p:spPr>
      </p:pic>
    </p:spTree>
    <p:extLst>
      <p:ext uri="{BB962C8B-B14F-4D97-AF65-F5344CB8AC3E}">
        <p14:creationId xmlns:p14="http://schemas.microsoft.com/office/powerpoint/2010/main" val="25541745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894F1-85C1-7E3F-B48B-FF9F077DC736}"/>
            </a:ext>
          </a:extLst>
        </p:cNvPr>
        <p:cNvGrpSpPr/>
        <p:nvPr/>
      </p:nvGrpSpPr>
      <p:grpSpPr>
        <a:xfrm>
          <a:off x="0" y="0"/>
          <a:ext cx="0" cy="0"/>
          <a:chOff x="0" y="0"/>
          <a:chExt cx="0" cy="0"/>
        </a:xfrm>
      </p:grpSpPr>
      <p:pic>
        <p:nvPicPr>
          <p:cNvPr id="7" name="Marcador de contenido 8">
            <a:extLst>
              <a:ext uri="{FF2B5EF4-FFF2-40B4-BE49-F238E27FC236}">
                <a16:creationId xmlns:a16="http://schemas.microsoft.com/office/drawing/2014/main" id="{27B4FB39-F3B1-640A-49F9-1F84D37B8900}"/>
              </a:ext>
            </a:extLst>
          </p:cNvPr>
          <p:cNvPicPr>
            <a:picLocks noGrp="1" noChangeAspect="1"/>
          </p:cNvPicPr>
          <p:nvPr>
            <p:ph idx="1"/>
          </p:nvPr>
        </p:nvPicPr>
        <p:blipFill>
          <a:blip r:embed="rId2"/>
          <a:stretch>
            <a:fillRect/>
          </a:stretch>
        </p:blipFill>
        <p:spPr>
          <a:xfrm>
            <a:off x="3728308" y="1298808"/>
            <a:ext cx="8263034" cy="2070949"/>
          </a:xfrm>
        </p:spPr>
      </p:pic>
      <p:pic>
        <p:nvPicPr>
          <p:cNvPr id="8" name="Imagen 7">
            <a:extLst>
              <a:ext uri="{FF2B5EF4-FFF2-40B4-BE49-F238E27FC236}">
                <a16:creationId xmlns:a16="http://schemas.microsoft.com/office/drawing/2014/main" id="{BDB0B53E-2882-10AD-9454-3B32FA249663}"/>
              </a:ext>
            </a:extLst>
          </p:cNvPr>
          <p:cNvPicPr>
            <a:picLocks noChangeAspect="1"/>
          </p:cNvPicPr>
          <p:nvPr/>
        </p:nvPicPr>
        <p:blipFill>
          <a:blip r:embed="rId3"/>
          <a:stretch>
            <a:fillRect/>
          </a:stretch>
        </p:blipFill>
        <p:spPr>
          <a:xfrm>
            <a:off x="3708812" y="3948462"/>
            <a:ext cx="8282530" cy="2168601"/>
          </a:xfrm>
          <a:prstGeom prst="rect">
            <a:avLst/>
          </a:prstGeom>
        </p:spPr>
      </p:pic>
      <p:cxnSp>
        <p:nvCxnSpPr>
          <p:cNvPr id="10" name="Conector recto 9">
            <a:extLst>
              <a:ext uri="{FF2B5EF4-FFF2-40B4-BE49-F238E27FC236}">
                <a16:creationId xmlns:a16="http://schemas.microsoft.com/office/drawing/2014/main" id="{65C45078-F14C-DF8B-D886-14660C1EA820}"/>
              </a:ext>
            </a:extLst>
          </p:cNvPr>
          <p:cNvCxnSpPr>
            <a:cxnSpLocks/>
          </p:cNvCxnSpPr>
          <p:nvPr/>
        </p:nvCxnSpPr>
        <p:spPr>
          <a:xfrm>
            <a:off x="4265698" y="2334282"/>
            <a:ext cx="1123899" cy="2754631"/>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11" name="Conector recto 10">
            <a:extLst>
              <a:ext uri="{FF2B5EF4-FFF2-40B4-BE49-F238E27FC236}">
                <a16:creationId xmlns:a16="http://schemas.microsoft.com/office/drawing/2014/main" id="{DA1E2809-6514-290C-9D43-544CD276D13D}"/>
              </a:ext>
            </a:extLst>
          </p:cNvPr>
          <p:cNvCxnSpPr>
            <a:cxnSpLocks/>
          </p:cNvCxnSpPr>
          <p:nvPr/>
        </p:nvCxnSpPr>
        <p:spPr>
          <a:xfrm>
            <a:off x="4265698" y="2096770"/>
            <a:ext cx="3632432" cy="2774973"/>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13" name="Conector recto 12">
            <a:extLst>
              <a:ext uri="{FF2B5EF4-FFF2-40B4-BE49-F238E27FC236}">
                <a16:creationId xmlns:a16="http://schemas.microsoft.com/office/drawing/2014/main" id="{74724330-6546-3985-E5C9-7A8F47069219}"/>
              </a:ext>
            </a:extLst>
          </p:cNvPr>
          <p:cNvCxnSpPr>
            <a:cxnSpLocks/>
          </p:cNvCxnSpPr>
          <p:nvPr/>
        </p:nvCxnSpPr>
        <p:spPr>
          <a:xfrm>
            <a:off x="4355867" y="2222500"/>
            <a:ext cx="7347652" cy="2740683"/>
          </a:xfrm>
          <a:prstGeom prst="line">
            <a:avLst/>
          </a:prstGeom>
          <a:ln/>
        </p:spPr>
        <p:style>
          <a:lnRef idx="3">
            <a:schemeClr val="accent4"/>
          </a:lnRef>
          <a:fillRef idx="0">
            <a:schemeClr val="accent4"/>
          </a:fillRef>
          <a:effectRef idx="2">
            <a:schemeClr val="accent4"/>
          </a:effectRef>
          <a:fontRef idx="minor">
            <a:schemeClr val="tx1"/>
          </a:fontRef>
        </p:style>
      </p:cxnSp>
      <p:cxnSp>
        <p:nvCxnSpPr>
          <p:cNvPr id="14" name="Conector recto 13">
            <a:extLst>
              <a:ext uri="{FF2B5EF4-FFF2-40B4-BE49-F238E27FC236}">
                <a16:creationId xmlns:a16="http://schemas.microsoft.com/office/drawing/2014/main" id="{FC5A09BE-11EE-297A-9128-656638955402}"/>
              </a:ext>
            </a:extLst>
          </p:cNvPr>
          <p:cNvCxnSpPr>
            <a:cxnSpLocks/>
          </p:cNvCxnSpPr>
          <p:nvPr/>
        </p:nvCxnSpPr>
        <p:spPr>
          <a:xfrm flipH="1">
            <a:off x="4025900" y="2240020"/>
            <a:ext cx="42144" cy="2751080"/>
          </a:xfrm>
          <a:prstGeom prst="line">
            <a:avLst/>
          </a:prstGeom>
          <a:ln/>
        </p:spPr>
        <p:style>
          <a:lnRef idx="3">
            <a:schemeClr val="accent4"/>
          </a:lnRef>
          <a:fillRef idx="0">
            <a:schemeClr val="accent4"/>
          </a:fillRef>
          <a:effectRef idx="2">
            <a:schemeClr val="accent4"/>
          </a:effectRef>
          <a:fontRef idx="minor">
            <a:schemeClr val="tx1"/>
          </a:fontRef>
        </p:style>
      </p:cxnSp>
      <p:sp>
        <p:nvSpPr>
          <p:cNvPr id="67" name="CuadroTexto 66">
            <a:extLst>
              <a:ext uri="{FF2B5EF4-FFF2-40B4-BE49-F238E27FC236}">
                <a16:creationId xmlns:a16="http://schemas.microsoft.com/office/drawing/2014/main" id="{3319C1A0-C56D-31BC-AD4F-AAB5185E7226}"/>
              </a:ext>
            </a:extLst>
          </p:cNvPr>
          <p:cNvSpPr txBox="1"/>
          <p:nvPr/>
        </p:nvSpPr>
        <p:spPr>
          <a:xfrm>
            <a:off x="378785" y="1532326"/>
            <a:ext cx="2913047" cy="3477875"/>
          </a:xfrm>
          <a:prstGeom prst="rect">
            <a:avLst/>
          </a:prstGeom>
          <a:noFill/>
        </p:spPr>
        <p:txBody>
          <a:bodyPr wrap="square" rtlCol="0">
            <a:spAutoFit/>
          </a:bodyPr>
          <a:lstStyle/>
          <a:p>
            <a:pPr marL="285750" indent="-285750">
              <a:buFont typeface="Arial" panose="020B0604020202020204" pitchFamily="34" charset="0"/>
              <a:buChar char="•"/>
            </a:pPr>
            <a:r>
              <a:rPr lang="en-CA" sz="2000" dirty="0">
                <a:solidFill>
                  <a:schemeClr val="bg1"/>
                </a:solidFill>
              </a:rPr>
              <a:t>Target variable contains a great deal of outliers.</a:t>
            </a:r>
          </a:p>
          <a:p>
            <a:pPr marL="285750" indent="-285750">
              <a:buFont typeface="Arial" panose="020B0604020202020204" pitchFamily="34" charset="0"/>
              <a:buChar char="•"/>
            </a:pPr>
            <a:endParaRPr lang="en-CA" sz="2000" dirty="0">
              <a:solidFill>
                <a:schemeClr val="bg1"/>
              </a:solidFill>
            </a:endParaRPr>
          </a:p>
          <a:p>
            <a:pPr marL="285750" indent="-285750">
              <a:buFont typeface="Arial" panose="020B0604020202020204" pitchFamily="34" charset="0"/>
              <a:buChar char="•"/>
            </a:pPr>
            <a:r>
              <a:rPr lang="en-CA" sz="2000" dirty="0">
                <a:solidFill>
                  <a:schemeClr val="bg1"/>
                </a:solidFill>
              </a:rPr>
              <a:t>Most observations fall between </a:t>
            </a:r>
            <a:r>
              <a:rPr lang="en-CA" sz="2000" dirty="0">
                <a:solidFill>
                  <a:srgbClr val="FFB738"/>
                </a:solidFill>
              </a:rPr>
              <a:t>0</a:t>
            </a:r>
            <a:r>
              <a:rPr lang="en-CA" sz="2000" dirty="0">
                <a:solidFill>
                  <a:schemeClr val="bg1"/>
                </a:solidFill>
              </a:rPr>
              <a:t> and </a:t>
            </a:r>
            <a:r>
              <a:rPr lang="en-CA" sz="2000" dirty="0">
                <a:solidFill>
                  <a:srgbClr val="FFB738"/>
                </a:solidFill>
              </a:rPr>
              <a:t>~70 </a:t>
            </a:r>
            <a:r>
              <a:rPr lang="en-CA" sz="2000" dirty="0">
                <a:solidFill>
                  <a:schemeClr val="bg1"/>
                </a:solidFill>
              </a:rPr>
              <a:t>minutes of delay. </a:t>
            </a:r>
          </a:p>
          <a:p>
            <a:pPr marL="285750" indent="-285750">
              <a:buFont typeface="Arial" panose="020B0604020202020204" pitchFamily="34" charset="0"/>
              <a:buChar char="•"/>
            </a:pPr>
            <a:endParaRPr lang="en-CA" sz="2000" dirty="0">
              <a:solidFill>
                <a:schemeClr val="bg1"/>
              </a:solidFill>
            </a:endParaRPr>
          </a:p>
          <a:p>
            <a:pPr marL="285750" indent="-285750">
              <a:buFont typeface="Arial" panose="020B0604020202020204" pitchFamily="34" charset="0"/>
              <a:buChar char="•"/>
            </a:pPr>
            <a:r>
              <a:rPr lang="en-CA" sz="2000" dirty="0">
                <a:solidFill>
                  <a:schemeClr val="bg1"/>
                </a:solidFill>
              </a:rPr>
              <a:t>Mean: </a:t>
            </a:r>
            <a:r>
              <a:rPr lang="en-CA" sz="2000" dirty="0">
                <a:solidFill>
                  <a:srgbClr val="FFB738"/>
                </a:solidFill>
              </a:rPr>
              <a:t>28.68</a:t>
            </a:r>
            <a:r>
              <a:rPr lang="en-CA" sz="2000" dirty="0">
                <a:solidFill>
                  <a:schemeClr val="bg1"/>
                </a:solidFill>
              </a:rPr>
              <a:t> minutes</a:t>
            </a:r>
          </a:p>
          <a:p>
            <a:pPr marL="285750" indent="-285750">
              <a:buFont typeface="Arial" panose="020B0604020202020204" pitchFamily="34" charset="0"/>
              <a:buChar char="•"/>
            </a:pPr>
            <a:r>
              <a:rPr lang="en-CA" sz="2000" dirty="0">
                <a:solidFill>
                  <a:schemeClr val="bg1"/>
                </a:solidFill>
              </a:rPr>
              <a:t>Median: </a:t>
            </a:r>
            <a:r>
              <a:rPr lang="en-CA" sz="2000" dirty="0">
                <a:solidFill>
                  <a:srgbClr val="FFB738"/>
                </a:solidFill>
              </a:rPr>
              <a:t>20</a:t>
            </a:r>
            <a:r>
              <a:rPr lang="en-CA" sz="2000" dirty="0">
                <a:solidFill>
                  <a:schemeClr val="bg1"/>
                </a:solidFill>
              </a:rPr>
              <a:t> minutes</a:t>
            </a:r>
          </a:p>
          <a:p>
            <a:pPr marL="285750" indent="-285750">
              <a:buFont typeface="Arial" panose="020B0604020202020204" pitchFamily="34" charset="0"/>
              <a:buChar char="•"/>
            </a:pPr>
            <a:r>
              <a:rPr lang="en-CA" sz="2000" dirty="0">
                <a:solidFill>
                  <a:schemeClr val="bg1"/>
                </a:solidFill>
              </a:rPr>
              <a:t>Sd: </a:t>
            </a:r>
            <a:r>
              <a:rPr lang="en-CA" sz="2000" dirty="0">
                <a:solidFill>
                  <a:srgbClr val="FFB738"/>
                </a:solidFill>
              </a:rPr>
              <a:t>41.42</a:t>
            </a:r>
            <a:r>
              <a:rPr lang="en-CA" sz="2000" dirty="0">
                <a:solidFill>
                  <a:schemeClr val="bg1"/>
                </a:solidFill>
              </a:rPr>
              <a:t> minutes</a:t>
            </a:r>
          </a:p>
        </p:txBody>
      </p:sp>
      <p:pic>
        <p:nvPicPr>
          <p:cNvPr id="66" name="Imagen 65">
            <a:extLst>
              <a:ext uri="{FF2B5EF4-FFF2-40B4-BE49-F238E27FC236}">
                <a16:creationId xmlns:a16="http://schemas.microsoft.com/office/drawing/2014/main" id="{0C86D9A5-CA1E-56F6-ED49-058FFFD08DEC}"/>
              </a:ext>
            </a:extLst>
          </p:cNvPr>
          <p:cNvPicPr>
            <a:picLocks noChangeAspect="1"/>
          </p:cNvPicPr>
          <p:nvPr/>
        </p:nvPicPr>
        <p:blipFill>
          <a:blip r:embed="rId4"/>
          <a:srcRect l="12605" t="6975" r="76248" b="81420"/>
          <a:stretch/>
        </p:blipFill>
        <p:spPr>
          <a:xfrm>
            <a:off x="7518956" y="1"/>
            <a:ext cx="645272" cy="596900"/>
          </a:xfrm>
          <a:prstGeom prst="rect">
            <a:avLst/>
          </a:prstGeom>
        </p:spPr>
      </p:pic>
      <p:pic>
        <p:nvPicPr>
          <p:cNvPr id="79" name="Imagen 78">
            <a:extLst>
              <a:ext uri="{FF2B5EF4-FFF2-40B4-BE49-F238E27FC236}">
                <a16:creationId xmlns:a16="http://schemas.microsoft.com/office/drawing/2014/main" id="{09F94C63-50C2-E677-B19E-320478849FDF}"/>
              </a:ext>
            </a:extLst>
          </p:cNvPr>
          <p:cNvPicPr>
            <a:picLocks noChangeAspect="1"/>
          </p:cNvPicPr>
          <p:nvPr/>
        </p:nvPicPr>
        <p:blipFill>
          <a:blip r:embed="rId4"/>
          <a:srcRect l="44516" t="6975" r="44337" b="81420"/>
          <a:stretch/>
        </p:blipFill>
        <p:spPr>
          <a:xfrm>
            <a:off x="6937772" y="1"/>
            <a:ext cx="645272" cy="596900"/>
          </a:xfrm>
          <a:prstGeom prst="rect">
            <a:avLst/>
          </a:prstGeom>
        </p:spPr>
      </p:pic>
      <p:pic>
        <p:nvPicPr>
          <p:cNvPr id="80" name="Imagen 79">
            <a:extLst>
              <a:ext uri="{FF2B5EF4-FFF2-40B4-BE49-F238E27FC236}">
                <a16:creationId xmlns:a16="http://schemas.microsoft.com/office/drawing/2014/main" id="{C575D546-B3C7-79C4-CC35-512A1BD543D0}"/>
              </a:ext>
            </a:extLst>
          </p:cNvPr>
          <p:cNvPicPr>
            <a:picLocks noChangeAspect="1"/>
          </p:cNvPicPr>
          <p:nvPr/>
        </p:nvPicPr>
        <p:blipFill>
          <a:blip r:embed="rId4"/>
          <a:srcRect l="55117" t="6975" r="33736" b="81420"/>
          <a:stretch/>
        </p:blipFill>
        <p:spPr>
          <a:xfrm>
            <a:off x="9835454" y="1"/>
            <a:ext cx="645272" cy="596900"/>
          </a:xfrm>
          <a:prstGeom prst="rect">
            <a:avLst/>
          </a:prstGeom>
        </p:spPr>
      </p:pic>
      <p:pic>
        <p:nvPicPr>
          <p:cNvPr id="81" name="Imagen 80">
            <a:extLst>
              <a:ext uri="{FF2B5EF4-FFF2-40B4-BE49-F238E27FC236}">
                <a16:creationId xmlns:a16="http://schemas.microsoft.com/office/drawing/2014/main" id="{BAB7A086-DC7C-83F9-4EE5-0CD663912792}"/>
              </a:ext>
            </a:extLst>
          </p:cNvPr>
          <p:cNvPicPr>
            <a:picLocks noChangeAspect="1"/>
          </p:cNvPicPr>
          <p:nvPr/>
        </p:nvPicPr>
        <p:blipFill>
          <a:blip r:embed="rId4"/>
          <a:srcRect l="65685" t="34869" r="23168" b="53526"/>
          <a:stretch/>
        </p:blipFill>
        <p:spPr>
          <a:xfrm>
            <a:off x="8117015" y="1"/>
            <a:ext cx="645272" cy="596900"/>
          </a:xfrm>
          <a:prstGeom prst="rect">
            <a:avLst/>
          </a:prstGeom>
        </p:spPr>
      </p:pic>
      <p:pic>
        <p:nvPicPr>
          <p:cNvPr id="82" name="Imagen 81">
            <a:extLst>
              <a:ext uri="{FF2B5EF4-FFF2-40B4-BE49-F238E27FC236}">
                <a16:creationId xmlns:a16="http://schemas.microsoft.com/office/drawing/2014/main" id="{4F93265B-F872-E7A4-F0C4-5EEFE067706E}"/>
              </a:ext>
            </a:extLst>
          </p:cNvPr>
          <p:cNvPicPr>
            <a:picLocks noChangeAspect="1"/>
          </p:cNvPicPr>
          <p:nvPr/>
        </p:nvPicPr>
        <p:blipFill>
          <a:blip r:embed="rId4"/>
          <a:srcRect l="12605" t="6975" r="76248" b="81420"/>
          <a:stretch/>
        </p:blipFill>
        <p:spPr>
          <a:xfrm>
            <a:off x="8646068" y="1"/>
            <a:ext cx="645272" cy="596900"/>
          </a:xfrm>
          <a:prstGeom prst="rect">
            <a:avLst/>
          </a:prstGeom>
        </p:spPr>
      </p:pic>
      <p:pic>
        <p:nvPicPr>
          <p:cNvPr id="83" name="Imagen 82">
            <a:extLst>
              <a:ext uri="{FF2B5EF4-FFF2-40B4-BE49-F238E27FC236}">
                <a16:creationId xmlns:a16="http://schemas.microsoft.com/office/drawing/2014/main" id="{22A7E450-7320-9E8A-5A2E-2BF0914354FB}"/>
              </a:ext>
            </a:extLst>
          </p:cNvPr>
          <p:cNvPicPr>
            <a:picLocks noChangeAspect="1"/>
          </p:cNvPicPr>
          <p:nvPr/>
        </p:nvPicPr>
        <p:blipFill>
          <a:blip r:embed="rId4"/>
          <a:srcRect l="12605" t="6975" r="76248" b="81420"/>
          <a:stretch/>
        </p:blipFill>
        <p:spPr>
          <a:xfrm>
            <a:off x="10953230" y="1"/>
            <a:ext cx="645272" cy="596900"/>
          </a:xfrm>
          <a:prstGeom prst="rect">
            <a:avLst/>
          </a:prstGeom>
        </p:spPr>
      </p:pic>
      <p:pic>
        <p:nvPicPr>
          <p:cNvPr id="84" name="Imagen 83">
            <a:extLst>
              <a:ext uri="{FF2B5EF4-FFF2-40B4-BE49-F238E27FC236}">
                <a16:creationId xmlns:a16="http://schemas.microsoft.com/office/drawing/2014/main" id="{834E70E5-3CAA-75B8-B735-11B257937F77}"/>
              </a:ext>
            </a:extLst>
          </p:cNvPr>
          <p:cNvPicPr>
            <a:picLocks noChangeAspect="1"/>
          </p:cNvPicPr>
          <p:nvPr/>
        </p:nvPicPr>
        <p:blipFill>
          <a:blip r:embed="rId4"/>
          <a:srcRect l="44516" t="6975" r="44337" b="81420"/>
          <a:stretch/>
        </p:blipFill>
        <p:spPr>
          <a:xfrm>
            <a:off x="10437078" y="1"/>
            <a:ext cx="645272" cy="596900"/>
          </a:xfrm>
          <a:prstGeom prst="rect">
            <a:avLst/>
          </a:prstGeom>
        </p:spPr>
      </p:pic>
      <p:pic>
        <p:nvPicPr>
          <p:cNvPr id="86" name="Imagen 85">
            <a:extLst>
              <a:ext uri="{FF2B5EF4-FFF2-40B4-BE49-F238E27FC236}">
                <a16:creationId xmlns:a16="http://schemas.microsoft.com/office/drawing/2014/main" id="{92218EFC-55C7-D6B1-5750-FDAE31CBD96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767280" y="30486"/>
            <a:ext cx="654340" cy="579561"/>
          </a:xfrm>
          <a:prstGeom prst="rect">
            <a:avLst/>
          </a:prstGeom>
        </p:spPr>
      </p:pic>
    </p:spTree>
    <p:extLst>
      <p:ext uri="{BB962C8B-B14F-4D97-AF65-F5344CB8AC3E}">
        <p14:creationId xmlns:p14="http://schemas.microsoft.com/office/powerpoint/2010/main" val="176988220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F22DE-385B-FEAC-13C3-4D1C57B8004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00B225BC-E405-1CD2-2DC8-A8B432E7580D}"/>
              </a:ext>
            </a:extLst>
          </p:cNvPr>
          <p:cNvSpPr txBox="1"/>
          <p:nvPr/>
        </p:nvSpPr>
        <p:spPr>
          <a:xfrm>
            <a:off x="6572913" y="1066710"/>
            <a:ext cx="4666587" cy="5093702"/>
          </a:xfrm>
          <a:prstGeom prst="rect">
            <a:avLst/>
          </a:prstGeom>
          <a:noFill/>
        </p:spPr>
        <p:txBody>
          <a:bodyPr wrap="square">
            <a:spAutoFit/>
          </a:bodyPr>
          <a:lstStyle/>
          <a:p>
            <a:pPr marL="342900" indent="-342900">
              <a:buFont typeface="Arial" panose="020B0604020202020204" pitchFamily="34" charset="0"/>
              <a:buChar char="•"/>
            </a:pPr>
            <a:r>
              <a:rPr lang="es-MX" sz="2000" b="1" dirty="0">
                <a:solidFill>
                  <a:schemeClr val="bg1"/>
                </a:solidFill>
                <a:effectLst/>
                <a:latin typeface=".AppleSystemUIFontMonospaced"/>
              </a:rPr>
              <a:t>Our variable of interest (</a:t>
            </a:r>
            <a:r>
              <a:rPr lang="es-MX" sz="2000" b="1" dirty="0">
                <a:solidFill>
                  <a:srgbClr val="FCA701"/>
                </a:solidFill>
                <a:effectLst/>
                <a:latin typeface=".AppleSystemUIFontMonospaced"/>
              </a:rPr>
              <a:t>departure.delay</a:t>
            </a:r>
            <a:r>
              <a:rPr lang="es-MX" sz="2000" b="1" dirty="0">
                <a:solidFill>
                  <a:schemeClr val="bg1"/>
                </a:solidFill>
                <a:effectLst/>
                <a:latin typeface=".AppleSystemUIFontMonospaced"/>
              </a:rPr>
              <a:t>)</a:t>
            </a:r>
            <a:r>
              <a:rPr lang="es-MX" sz="2000" b="1" dirty="0">
                <a:solidFill>
                  <a:schemeClr val="bg1"/>
                </a:solidFill>
                <a:effectLst/>
                <a:latin typeface=".AppleSystemUIFont"/>
              </a:rPr>
              <a:t> </a:t>
            </a:r>
            <a:r>
              <a:rPr lang="es-MX" sz="2000" dirty="0">
                <a:solidFill>
                  <a:schemeClr val="bg1"/>
                </a:solidFill>
                <a:effectLst/>
                <a:latin typeface=".AppleSystemUIFont"/>
              </a:rPr>
              <a:t>shows </a:t>
            </a:r>
            <a:r>
              <a:rPr lang="es-MX" sz="2000" b="1" dirty="0">
                <a:solidFill>
                  <a:schemeClr val="bg1"/>
                </a:solidFill>
                <a:effectLst/>
                <a:latin typeface=".AppleSystemUIFont"/>
              </a:rPr>
              <a:t>weak correlations</a:t>
            </a:r>
            <a:r>
              <a:rPr lang="es-MX" sz="2000" dirty="0">
                <a:solidFill>
                  <a:schemeClr val="bg1"/>
                </a:solidFill>
                <a:effectLst/>
                <a:latin typeface=".AppleSystemUIFont"/>
              </a:rPr>
              <a:t> with most variables.</a:t>
            </a:r>
          </a:p>
          <a:p>
            <a:pPr marL="342900" indent="-342900">
              <a:spcBef>
                <a:spcPts val="900"/>
              </a:spcBef>
              <a:buFont typeface="Arial" panose="020B0604020202020204" pitchFamily="34" charset="0"/>
              <a:buChar char="•"/>
            </a:pPr>
            <a:r>
              <a:rPr lang="es-MX" sz="2000" dirty="0">
                <a:solidFill>
                  <a:schemeClr val="bg1"/>
                </a:solidFill>
                <a:effectLst/>
                <a:latin typeface=".AppleSystemUIFont"/>
              </a:rPr>
              <a:t>Suggests </a:t>
            </a:r>
            <a:r>
              <a:rPr lang="es-MX" sz="2000" b="1" dirty="0">
                <a:solidFill>
                  <a:schemeClr val="bg1"/>
                </a:solidFill>
                <a:effectLst/>
                <a:latin typeface=".AppleSystemUIFont"/>
              </a:rPr>
              <a:t>delays may not be strongly influenced by any single weather variable </a:t>
            </a:r>
            <a:r>
              <a:rPr lang="es-MX" sz="2000" dirty="0">
                <a:solidFill>
                  <a:schemeClr val="bg1"/>
                </a:solidFill>
                <a:effectLst/>
                <a:latin typeface=".AppleSystemUIFont"/>
              </a:rPr>
              <a:t>but could </a:t>
            </a:r>
            <a:r>
              <a:rPr lang="es-MX" sz="2000" b="1" dirty="0">
                <a:solidFill>
                  <a:schemeClr val="bg1"/>
                </a:solidFill>
                <a:effectLst/>
                <a:latin typeface=".AppleSystemUIFont"/>
              </a:rPr>
              <a:t>result</a:t>
            </a:r>
            <a:r>
              <a:rPr lang="es-MX" sz="2000" dirty="0">
                <a:solidFill>
                  <a:schemeClr val="bg1"/>
                </a:solidFill>
                <a:effectLst/>
                <a:latin typeface=".AppleSystemUIFont"/>
              </a:rPr>
              <a:t> from a </a:t>
            </a:r>
            <a:r>
              <a:rPr lang="es-MX" sz="2000" b="1" dirty="0">
                <a:solidFill>
                  <a:schemeClr val="bg1"/>
                </a:solidFill>
                <a:effectLst/>
                <a:latin typeface=".AppleSystemUIFont"/>
              </a:rPr>
              <a:t>combination</a:t>
            </a:r>
            <a:r>
              <a:rPr lang="es-MX" sz="2000" dirty="0">
                <a:solidFill>
                  <a:schemeClr val="bg1"/>
                </a:solidFill>
                <a:effectLst/>
                <a:latin typeface=".AppleSystemUIFont"/>
              </a:rPr>
              <a:t> of </a:t>
            </a:r>
            <a:r>
              <a:rPr lang="es-MX" sz="2000" b="1" dirty="0">
                <a:solidFill>
                  <a:schemeClr val="bg1"/>
                </a:solidFill>
                <a:effectLst/>
                <a:latin typeface=".AppleSystemUIFont"/>
              </a:rPr>
              <a:t>factors</a:t>
            </a:r>
            <a:r>
              <a:rPr lang="es-MX" sz="2000" dirty="0">
                <a:solidFill>
                  <a:schemeClr val="bg1"/>
                </a:solidFill>
                <a:effectLst/>
                <a:latin typeface=".AppleSystemUIFont"/>
              </a:rPr>
              <a:t>.</a:t>
            </a:r>
          </a:p>
          <a:p>
            <a:pPr marL="342900" indent="-342900">
              <a:spcBef>
                <a:spcPts val="900"/>
              </a:spcBef>
              <a:buFont typeface="Arial" panose="020B0604020202020204" pitchFamily="34" charset="0"/>
              <a:buChar char="•"/>
            </a:pPr>
            <a:r>
              <a:rPr lang="es-MX" sz="2000" dirty="0">
                <a:solidFill>
                  <a:schemeClr val="bg1"/>
                </a:solidFill>
                <a:latin typeface=".AppleSystemUIFont"/>
              </a:rPr>
              <a:t>There are strong correlation between:</a:t>
            </a:r>
          </a:p>
          <a:p>
            <a:pPr marL="800100" lvl="1" indent="-342900">
              <a:spcBef>
                <a:spcPts val="900"/>
              </a:spcBef>
              <a:buFont typeface="Arial" panose="020B0604020202020204" pitchFamily="34" charset="0"/>
              <a:buChar char="•"/>
            </a:pPr>
            <a:r>
              <a:rPr lang="es-MX" sz="2000" dirty="0">
                <a:solidFill>
                  <a:srgbClr val="FCA701"/>
                </a:solidFill>
                <a:latin typeface=".AppleSystemUIFont"/>
              </a:rPr>
              <a:t>precipitation</a:t>
            </a:r>
            <a:r>
              <a:rPr lang="es-MX" sz="2000" dirty="0">
                <a:solidFill>
                  <a:schemeClr val="bg1"/>
                </a:solidFill>
                <a:latin typeface=".AppleSystemUIFont"/>
              </a:rPr>
              <a:t> and </a:t>
            </a:r>
            <a:r>
              <a:rPr lang="es-MX" sz="2000" dirty="0">
                <a:solidFill>
                  <a:srgbClr val="FCA701"/>
                </a:solidFill>
                <a:latin typeface=".AppleSystemUIFont"/>
              </a:rPr>
              <a:t>rain</a:t>
            </a:r>
            <a:r>
              <a:rPr lang="es-MX" sz="2000" dirty="0">
                <a:solidFill>
                  <a:schemeClr val="bg1"/>
                </a:solidFill>
                <a:latin typeface=".AppleSystemUIFont"/>
              </a:rPr>
              <a:t> (0.96)</a:t>
            </a:r>
          </a:p>
          <a:p>
            <a:pPr marL="800100" lvl="1" indent="-342900">
              <a:spcBef>
                <a:spcPts val="900"/>
              </a:spcBef>
              <a:buFont typeface="Arial" panose="020B0604020202020204" pitchFamily="34" charset="0"/>
              <a:buChar char="•"/>
            </a:pPr>
            <a:r>
              <a:rPr lang="es-MX" sz="2000" dirty="0">
                <a:solidFill>
                  <a:srgbClr val="FCA701"/>
                </a:solidFill>
                <a:latin typeface=".AppleSystemUIFont"/>
              </a:rPr>
              <a:t>wind_speed_10m </a:t>
            </a:r>
            <a:r>
              <a:rPr lang="es-MX" sz="2000" dirty="0">
                <a:solidFill>
                  <a:schemeClr val="bg1"/>
                </a:solidFill>
                <a:latin typeface=".AppleSystemUIFont"/>
              </a:rPr>
              <a:t>and</a:t>
            </a:r>
            <a:r>
              <a:rPr lang="es-MX" sz="2000" dirty="0">
                <a:solidFill>
                  <a:srgbClr val="FFB738"/>
                </a:solidFill>
                <a:latin typeface=".AppleSystemUIFont"/>
              </a:rPr>
              <a:t> </a:t>
            </a:r>
            <a:r>
              <a:rPr lang="es-MX" sz="2000" dirty="0">
                <a:solidFill>
                  <a:srgbClr val="FCA701"/>
                </a:solidFill>
                <a:latin typeface=".AppleSystemUIFont"/>
              </a:rPr>
              <a:t>wind_gust_10m </a:t>
            </a:r>
            <a:r>
              <a:rPr lang="es-MX" sz="2000" dirty="0">
                <a:solidFill>
                  <a:schemeClr val="bg1"/>
                </a:solidFill>
                <a:latin typeface=".AppleSystemUIFont"/>
              </a:rPr>
              <a:t>(0.95)</a:t>
            </a:r>
          </a:p>
          <a:p>
            <a:pPr marL="800100" lvl="1" indent="-342900">
              <a:spcBef>
                <a:spcPts val="900"/>
              </a:spcBef>
              <a:buFont typeface="Arial" panose="020B0604020202020204" pitchFamily="34" charset="0"/>
              <a:buChar char="•"/>
            </a:pPr>
            <a:r>
              <a:rPr lang="es-MX" sz="2000" dirty="0">
                <a:solidFill>
                  <a:srgbClr val="FCA701"/>
                </a:solidFill>
                <a:latin typeface=".AppleSystemUIFont"/>
              </a:rPr>
              <a:t>pressure_msl </a:t>
            </a:r>
            <a:r>
              <a:rPr lang="es-MX" sz="2000" dirty="0">
                <a:solidFill>
                  <a:schemeClr val="bg1"/>
                </a:solidFill>
                <a:latin typeface=".AppleSystemUIFont"/>
              </a:rPr>
              <a:t>and </a:t>
            </a:r>
            <a:r>
              <a:rPr lang="es-MX" sz="2000" dirty="0">
                <a:solidFill>
                  <a:srgbClr val="FCA701"/>
                </a:solidFill>
                <a:latin typeface=".AppleSystemUIFont"/>
              </a:rPr>
              <a:t>surface_pressure </a:t>
            </a:r>
            <a:r>
              <a:rPr lang="es-MX" sz="2000" dirty="0">
                <a:solidFill>
                  <a:schemeClr val="bg1"/>
                </a:solidFill>
                <a:latin typeface=".AppleSystemUIFont"/>
              </a:rPr>
              <a:t>(1)</a:t>
            </a:r>
          </a:p>
          <a:p>
            <a:pPr marL="342900" indent="-342900">
              <a:spcBef>
                <a:spcPts val="900"/>
              </a:spcBef>
              <a:buFont typeface="Arial" panose="020B0604020202020204" pitchFamily="34" charset="0"/>
              <a:buChar char="•"/>
            </a:pPr>
            <a:endParaRPr lang="es-MX" sz="2000" dirty="0">
              <a:solidFill>
                <a:schemeClr val="bg1"/>
              </a:solidFill>
              <a:effectLst/>
              <a:latin typeface=".AppleSystemUIFont"/>
            </a:endParaRPr>
          </a:p>
        </p:txBody>
      </p:sp>
      <p:grpSp>
        <p:nvGrpSpPr>
          <p:cNvPr id="4" name="Grupo 3">
            <a:extLst>
              <a:ext uri="{FF2B5EF4-FFF2-40B4-BE49-F238E27FC236}">
                <a16:creationId xmlns:a16="http://schemas.microsoft.com/office/drawing/2014/main" id="{9B9D5FE2-182E-84BA-4FC5-8258D2CC662F}"/>
              </a:ext>
            </a:extLst>
          </p:cNvPr>
          <p:cNvGrpSpPr/>
          <p:nvPr/>
        </p:nvGrpSpPr>
        <p:grpSpPr>
          <a:xfrm>
            <a:off x="180118" y="951889"/>
            <a:ext cx="6235194" cy="5846157"/>
            <a:chOff x="149640" y="1011843"/>
            <a:chExt cx="6235194" cy="5846157"/>
          </a:xfrm>
        </p:grpSpPr>
        <p:pic>
          <p:nvPicPr>
            <p:cNvPr id="3" name="Marcador de contenido 4">
              <a:extLst>
                <a:ext uri="{FF2B5EF4-FFF2-40B4-BE49-F238E27FC236}">
                  <a16:creationId xmlns:a16="http://schemas.microsoft.com/office/drawing/2014/main" id="{076A02C3-89E9-0353-93E5-30656F379FCC}"/>
                </a:ext>
              </a:extLst>
            </p:cNvPr>
            <p:cNvPicPr>
              <a:picLocks noChangeAspect="1"/>
            </p:cNvPicPr>
            <p:nvPr/>
          </p:nvPicPr>
          <p:blipFill>
            <a:blip r:embed="rId3"/>
            <a:srcRect t="11277"/>
            <a:stretch/>
          </p:blipFill>
          <p:spPr>
            <a:xfrm>
              <a:off x="149640" y="1169474"/>
              <a:ext cx="6235194" cy="5688526"/>
            </a:xfrm>
            <a:prstGeom prst="rect">
              <a:avLst/>
            </a:prstGeom>
          </p:spPr>
        </p:pic>
        <p:pic>
          <p:nvPicPr>
            <p:cNvPr id="2" name="Marcador de contenido 4">
              <a:extLst>
                <a:ext uri="{FF2B5EF4-FFF2-40B4-BE49-F238E27FC236}">
                  <a16:creationId xmlns:a16="http://schemas.microsoft.com/office/drawing/2014/main" id="{F58B9D83-1BDA-63AB-EFE7-516E7658A25D}"/>
                </a:ext>
              </a:extLst>
            </p:cNvPr>
            <p:cNvPicPr>
              <a:picLocks noChangeAspect="1"/>
            </p:cNvPicPr>
            <p:nvPr/>
          </p:nvPicPr>
          <p:blipFill>
            <a:blip r:embed="rId3"/>
            <a:srcRect b="95083"/>
            <a:stretch/>
          </p:blipFill>
          <p:spPr>
            <a:xfrm>
              <a:off x="149640" y="1011843"/>
              <a:ext cx="6235194" cy="315262"/>
            </a:xfrm>
            <a:prstGeom prst="rect">
              <a:avLst/>
            </a:prstGeom>
          </p:spPr>
        </p:pic>
      </p:grpSp>
      <p:pic>
        <p:nvPicPr>
          <p:cNvPr id="80" name="Imagen 79">
            <a:extLst>
              <a:ext uri="{FF2B5EF4-FFF2-40B4-BE49-F238E27FC236}">
                <a16:creationId xmlns:a16="http://schemas.microsoft.com/office/drawing/2014/main" id="{4AE4D1F0-C5D1-9826-D4B2-465C98BA0C61}"/>
              </a:ext>
            </a:extLst>
          </p:cNvPr>
          <p:cNvPicPr>
            <a:picLocks noChangeAspect="1"/>
          </p:cNvPicPr>
          <p:nvPr/>
        </p:nvPicPr>
        <p:blipFill>
          <a:blip r:embed="rId4"/>
          <a:srcRect l="12605" t="6975" r="76248" b="81420"/>
          <a:stretch/>
        </p:blipFill>
        <p:spPr>
          <a:xfrm>
            <a:off x="7518956" y="1"/>
            <a:ext cx="645272" cy="596900"/>
          </a:xfrm>
          <a:prstGeom prst="rect">
            <a:avLst/>
          </a:prstGeom>
        </p:spPr>
      </p:pic>
      <p:pic>
        <p:nvPicPr>
          <p:cNvPr id="81" name="Imagen 80">
            <a:extLst>
              <a:ext uri="{FF2B5EF4-FFF2-40B4-BE49-F238E27FC236}">
                <a16:creationId xmlns:a16="http://schemas.microsoft.com/office/drawing/2014/main" id="{BF4E6AB9-DC33-0601-C4A0-80CD57208086}"/>
              </a:ext>
            </a:extLst>
          </p:cNvPr>
          <p:cNvPicPr>
            <a:picLocks noChangeAspect="1"/>
          </p:cNvPicPr>
          <p:nvPr/>
        </p:nvPicPr>
        <p:blipFill>
          <a:blip r:embed="rId4"/>
          <a:srcRect l="44516" t="6975" r="44337" b="81420"/>
          <a:stretch/>
        </p:blipFill>
        <p:spPr>
          <a:xfrm>
            <a:off x="6937772" y="1"/>
            <a:ext cx="645272" cy="596900"/>
          </a:xfrm>
          <a:prstGeom prst="rect">
            <a:avLst/>
          </a:prstGeom>
        </p:spPr>
      </p:pic>
      <p:pic>
        <p:nvPicPr>
          <p:cNvPr id="82" name="Imagen 81">
            <a:extLst>
              <a:ext uri="{FF2B5EF4-FFF2-40B4-BE49-F238E27FC236}">
                <a16:creationId xmlns:a16="http://schemas.microsoft.com/office/drawing/2014/main" id="{B9FEC698-7ED1-5D06-3EE1-3053C0DEA593}"/>
              </a:ext>
            </a:extLst>
          </p:cNvPr>
          <p:cNvPicPr>
            <a:picLocks noChangeAspect="1"/>
          </p:cNvPicPr>
          <p:nvPr/>
        </p:nvPicPr>
        <p:blipFill>
          <a:blip r:embed="rId4"/>
          <a:srcRect l="55117" t="6975" r="33736" b="81420"/>
          <a:stretch/>
        </p:blipFill>
        <p:spPr>
          <a:xfrm>
            <a:off x="9835454" y="1"/>
            <a:ext cx="645272" cy="596900"/>
          </a:xfrm>
          <a:prstGeom prst="rect">
            <a:avLst/>
          </a:prstGeom>
        </p:spPr>
      </p:pic>
      <p:pic>
        <p:nvPicPr>
          <p:cNvPr id="83" name="Imagen 82">
            <a:extLst>
              <a:ext uri="{FF2B5EF4-FFF2-40B4-BE49-F238E27FC236}">
                <a16:creationId xmlns:a16="http://schemas.microsoft.com/office/drawing/2014/main" id="{BE660818-C60A-3555-6C10-52D97677EEBA}"/>
              </a:ext>
            </a:extLst>
          </p:cNvPr>
          <p:cNvPicPr>
            <a:picLocks noChangeAspect="1"/>
          </p:cNvPicPr>
          <p:nvPr/>
        </p:nvPicPr>
        <p:blipFill>
          <a:blip r:embed="rId4"/>
          <a:srcRect l="65685" t="34869" r="23168" b="53526"/>
          <a:stretch/>
        </p:blipFill>
        <p:spPr>
          <a:xfrm>
            <a:off x="8117015" y="1"/>
            <a:ext cx="645272" cy="596900"/>
          </a:xfrm>
          <a:prstGeom prst="rect">
            <a:avLst/>
          </a:prstGeom>
        </p:spPr>
      </p:pic>
      <p:pic>
        <p:nvPicPr>
          <p:cNvPr id="84" name="Imagen 83">
            <a:extLst>
              <a:ext uri="{FF2B5EF4-FFF2-40B4-BE49-F238E27FC236}">
                <a16:creationId xmlns:a16="http://schemas.microsoft.com/office/drawing/2014/main" id="{453AEE2E-A878-91EE-301D-1415E2C27A42}"/>
              </a:ext>
            </a:extLst>
          </p:cNvPr>
          <p:cNvPicPr>
            <a:picLocks noChangeAspect="1"/>
          </p:cNvPicPr>
          <p:nvPr/>
        </p:nvPicPr>
        <p:blipFill>
          <a:blip r:embed="rId4"/>
          <a:srcRect l="12605" t="6975" r="76248" b="81420"/>
          <a:stretch/>
        </p:blipFill>
        <p:spPr>
          <a:xfrm>
            <a:off x="8646068" y="1"/>
            <a:ext cx="645272" cy="596900"/>
          </a:xfrm>
          <a:prstGeom prst="rect">
            <a:avLst/>
          </a:prstGeom>
        </p:spPr>
      </p:pic>
      <p:pic>
        <p:nvPicPr>
          <p:cNvPr id="85" name="Imagen 84">
            <a:extLst>
              <a:ext uri="{FF2B5EF4-FFF2-40B4-BE49-F238E27FC236}">
                <a16:creationId xmlns:a16="http://schemas.microsoft.com/office/drawing/2014/main" id="{08CEF20F-F9AA-FFF2-EEE1-472D7C9B2F3F}"/>
              </a:ext>
            </a:extLst>
          </p:cNvPr>
          <p:cNvPicPr>
            <a:picLocks noChangeAspect="1"/>
          </p:cNvPicPr>
          <p:nvPr/>
        </p:nvPicPr>
        <p:blipFill>
          <a:blip r:embed="rId4"/>
          <a:srcRect l="12605" t="6975" r="76248" b="81420"/>
          <a:stretch/>
        </p:blipFill>
        <p:spPr>
          <a:xfrm>
            <a:off x="10953230" y="1"/>
            <a:ext cx="645272" cy="596900"/>
          </a:xfrm>
          <a:prstGeom prst="rect">
            <a:avLst/>
          </a:prstGeom>
        </p:spPr>
      </p:pic>
      <p:pic>
        <p:nvPicPr>
          <p:cNvPr id="86" name="Imagen 85">
            <a:extLst>
              <a:ext uri="{FF2B5EF4-FFF2-40B4-BE49-F238E27FC236}">
                <a16:creationId xmlns:a16="http://schemas.microsoft.com/office/drawing/2014/main" id="{1EC99F40-15DB-94B9-FBC4-065F041AC24C}"/>
              </a:ext>
            </a:extLst>
          </p:cNvPr>
          <p:cNvPicPr>
            <a:picLocks noChangeAspect="1"/>
          </p:cNvPicPr>
          <p:nvPr/>
        </p:nvPicPr>
        <p:blipFill>
          <a:blip r:embed="rId4"/>
          <a:srcRect l="44516" t="6975" r="44337" b="81420"/>
          <a:stretch/>
        </p:blipFill>
        <p:spPr>
          <a:xfrm>
            <a:off x="10437078" y="1"/>
            <a:ext cx="645272" cy="596900"/>
          </a:xfrm>
          <a:prstGeom prst="rect">
            <a:avLst/>
          </a:prstGeom>
        </p:spPr>
      </p:pic>
      <p:pic>
        <p:nvPicPr>
          <p:cNvPr id="87" name="Imagen 86">
            <a:extLst>
              <a:ext uri="{FF2B5EF4-FFF2-40B4-BE49-F238E27FC236}">
                <a16:creationId xmlns:a16="http://schemas.microsoft.com/office/drawing/2014/main" id="{C56F2F94-5C79-592A-9251-0FCDDFD9212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767280" y="30486"/>
            <a:ext cx="654340" cy="579561"/>
          </a:xfrm>
          <a:prstGeom prst="rect">
            <a:avLst/>
          </a:prstGeom>
        </p:spPr>
      </p:pic>
    </p:spTree>
    <p:extLst>
      <p:ext uri="{BB962C8B-B14F-4D97-AF65-F5344CB8AC3E}">
        <p14:creationId xmlns:p14="http://schemas.microsoft.com/office/powerpoint/2010/main" val="96134560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459E8-442F-3AFE-FC40-85363DC1742A}"/>
            </a:ext>
          </a:extLst>
        </p:cNvPr>
        <p:cNvGrpSpPr/>
        <p:nvPr/>
      </p:nvGrpSpPr>
      <p:grpSpPr>
        <a:xfrm>
          <a:off x="0" y="0"/>
          <a:ext cx="0" cy="0"/>
          <a:chOff x="0" y="0"/>
          <a:chExt cx="0" cy="0"/>
        </a:xfrm>
      </p:grpSpPr>
      <p:sp>
        <p:nvSpPr>
          <p:cNvPr id="16" name="CuadroTexto 15">
            <a:extLst>
              <a:ext uri="{FF2B5EF4-FFF2-40B4-BE49-F238E27FC236}">
                <a16:creationId xmlns:a16="http://schemas.microsoft.com/office/drawing/2014/main" id="{316DA398-4B1B-47AA-A4CD-F50F11051077}"/>
              </a:ext>
            </a:extLst>
          </p:cNvPr>
          <p:cNvSpPr txBox="1"/>
          <p:nvPr/>
        </p:nvSpPr>
        <p:spPr>
          <a:xfrm>
            <a:off x="6811974" y="1870084"/>
            <a:ext cx="4741917" cy="3477875"/>
          </a:xfrm>
          <a:prstGeom prst="rect">
            <a:avLst/>
          </a:prstGeom>
          <a:noFill/>
        </p:spPr>
        <p:txBody>
          <a:bodyPr wrap="square">
            <a:spAutoFit/>
          </a:bodyPr>
          <a:lstStyle/>
          <a:p>
            <a:pPr marL="457200" indent="-457200">
              <a:buFont typeface="+mj-lt"/>
              <a:buAutoNum type="arabicPeriod"/>
            </a:pPr>
            <a:r>
              <a:rPr lang="en-CA" sz="2000" dirty="0">
                <a:solidFill>
                  <a:schemeClr val="bg1"/>
                </a:solidFill>
              </a:rPr>
              <a:t>Apply PCA on combined flight and weather data to reduce it to key principal components.</a:t>
            </a:r>
          </a:p>
          <a:p>
            <a:pPr marL="800100" lvl="1" indent="-342900">
              <a:buFont typeface="Arial" panose="020B0604020202020204" pitchFamily="34" charset="0"/>
              <a:buChar char="•"/>
            </a:pPr>
            <a:r>
              <a:rPr lang="en-CA" sz="2000" dirty="0">
                <a:solidFill>
                  <a:schemeClr val="bg1"/>
                </a:solidFill>
              </a:rPr>
              <a:t>Standardize data</a:t>
            </a:r>
          </a:p>
          <a:p>
            <a:pPr marL="800100" lvl="1" indent="-342900">
              <a:buFont typeface="Arial" panose="020B0604020202020204" pitchFamily="34" charset="0"/>
              <a:buChar char="•"/>
            </a:pPr>
            <a:r>
              <a:rPr lang="en-CA" sz="2000" dirty="0">
                <a:solidFill>
                  <a:schemeClr val="bg1"/>
                </a:solidFill>
              </a:rPr>
              <a:t>Apply PCA</a:t>
            </a:r>
          </a:p>
          <a:p>
            <a:pPr marL="800100" lvl="1" indent="-342900">
              <a:buFont typeface="Arial" panose="020B0604020202020204" pitchFamily="34" charset="0"/>
              <a:buChar char="•"/>
            </a:pPr>
            <a:r>
              <a:rPr lang="en-CA" sz="2000" dirty="0">
                <a:solidFill>
                  <a:schemeClr val="bg1"/>
                </a:solidFill>
              </a:rPr>
              <a:t>Visualize the results</a:t>
            </a:r>
          </a:p>
          <a:p>
            <a:pPr marL="457200" indent="-457200">
              <a:buFont typeface="+mj-lt"/>
              <a:buAutoNum type="arabicPeriod"/>
            </a:pPr>
            <a:r>
              <a:rPr lang="en-CA" sz="2000" dirty="0">
                <a:solidFill>
                  <a:schemeClr val="bg1"/>
                </a:solidFill>
              </a:rPr>
              <a:t> Use the reduced components as input for predictive models to classify delay categories. </a:t>
            </a:r>
          </a:p>
          <a:p>
            <a:pPr marL="457200" indent="-457200">
              <a:buFont typeface="+mj-lt"/>
              <a:buAutoNum type="arabicPeriod"/>
            </a:pPr>
            <a:r>
              <a:rPr lang="en-CA" sz="2000" dirty="0">
                <a:solidFill>
                  <a:schemeClr val="bg1"/>
                </a:solidFill>
              </a:rPr>
              <a:t>Identify which components are most predictive of severe delays.</a:t>
            </a:r>
          </a:p>
        </p:txBody>
      </p:sp>
      <p:sp>
        <p:nvSpPr>
          <p:cNvPr id="18" name="CuadroTexto 17">
            <a:extLst>
              <a:ext uri="{FF2B5EF4-FFF2-40B4-BE49-F238E27FC236}">
                <a16:creationId xmlns:a16="http://schemas.microsoft.com/office/drawing/2014/main" id="{DFD13B49-2F52-7A0A-09CA-BBDAE82A87B9}"/>
              </a:ext>
            </a:extLst>
          </p:cNvPr>
          <p:cNvSpPr txBox="1"/>
          <p:nvPr/>
        </p:nvSpPr>
        <p:spPr>
          <a:xfrm>
            <a:off x="6735822" y="1360215"/>
            <a:ext cx="6196404" cy="400110"/>
          </a:xfrm>
          <a:prstGeom prst="rect">
            <a:avLst/>
          </a:prstGeom>
          <a:noFill/>
        </p:spPr>
        <p:txBody>
          <a:bodyPr wrap="square">
            <a:spAutoFit/>
          </a:bodyPr>
          <a:lstStyle/>
          <a:p>
            <a:r>
              <a:rPr lang="en-CA" sz="2000" b="1" dirty="0">
                <a:solidFill>
                  <a:srgbClr val="FCA701"/>
                </a:solidFill>
              </a:rPr>
              <a:t>Approach</a:t>
            </a:r>
            <a:endParaRPr lang="en-CA" dirty="0"/>
          </a:p>
        </p:txBody>
      </p:sp>
      <p:sp>
        <p:nvSpPr>
          <p:cNvPr id="11" name="Marcador de contenido 10">
            <a:extLst>
              <a:ext uri="{FF2B5EF4-FFF2-40B4-BE49-F238E27FC236}">
                <a16:creationId xmlns:a16="http://schemas.microsoft.com/office/drawing/2014/main" id="{A6236A0B-86E5-5C34-7B98-3C05CC40FCFE}"/>
              </a:ext>
            </a:extLst>
          </p:cNvPr>
          <p:cNvSpPr>
            <a:spLocks noGrp="1"/>
          </p:cNvSpPr>
          <p:nvPr>
            <p:ph idx="1"/>
          </p:nvPr>
        </p:nvSpPr>
        <p:spPr>
          <a:xfrm>
            <a:off x="621237" y="295291"/>
            <a:ext cx="5836167" cy="6627463"/>
          </a:xfrm>
        </p:spPr>
        <p:txBody>
          <a:bodyPr>
            <a:noAutofit/>
          </a:bodyPr>
          <a:lstStyle/>
          <a:p>
            <a:pPr marL="0" indent="0" algn="just">
              <a:buNone/>
            </a:pPr>
            <a:r>
              <a:rPr lang="en-CA" sz="2000" b="1" dirty="0">
                <a:solidFill>
                  <a:srgbClr val="FCA701"/>
                </a:solidFill>
              </a:rPr>
              <a:t>Purpose</a:t>
            </a:r>
          </a:p>
          <a:p>
            <a:pPr algn="just"/>
            <a:r>
              <a:rPr lang="en-CA" sz="2000" dirty="0">
                <a:solidFill>
                  <a:schemeClr val="bg1"/>
                </a:solidFill>
              </a:rPr>
              <a:t>PCA is a dimensionality reduction technique that transforms correlated variables into a smaller set of uncorrelated principal components (PCs) while retaining most of the variance in the data.</a:t>
            </a:r>
          </a:p>
          <a:p>
            <a:pPr marL="0" indent="0" algn="just">
              <a:buNone/>
            </a:pPr>
            <a:r>
              <a:rPr lang="en-CA" sz="2000" b="1" dirty="0">
                <a:solidFill>
                  <a:srgbClr val="FCA701"/>
                </a:solidFill>
              </a:rPr>
              <a:t>Why Apply PCA to Flight Data?</a:t>
            </a:r>
          </a:p>
          <a:p>
            <a:pPr algn="just"/>
            <a:r>
              <a:rPr lang="en-CA" sz="2000" dirty="0">
                <a:solidFill>
                  <a:schemeClr val="bg1"/>
                </a:solidFill>
              </a:rPr>
              <a:t>Simplify Complexity: Reduces high-dimensional data into key components for easier analysis.</a:t>
            </a:r>
          </a:p>
          <a:p>
            <a:pPr algn="just"/>
            <a:r>
              <a:rPr lang="en-CA" sz="2000" dirty="0">
                <a:solidFill>
                  <a:schemeClr val="bg1"/>
                </a:solidFill>
              </a:rPr>
              <a:t>Identify Key Drivers: Highlights the main factors influencing delays, such as severe weather conditions.</a:t>
            </a:r>
          </a:p>
          <a:p>
            <a:pPr algn="just"/>
            <a:r>
              <a:rPr lang="en-CA" sz="2000" dirty="0">
                <a:solidFill>
                  <a:schemeClr val="bg1"/>
                </a:solidFill>
              </a:rPr>
              <a:t>Resolve Correlations: Handles overlapping information in variables like rainfall, snowfall, and wind.</a:t>
            </a:r>
          </a:p>
          <a:p>
            <a:pPr algn="just"/>
            <a:r>
              <a:rPr lang="en-CA" sz="2000" dirty="0">
                <a:solidFill>
                  <a:schemeClr val="bg1"/>
                </a:solidFill>
              </a:rPr>
              <a:t>Improve Efficiency: Makes data interpretation and modeling faster and more focused.</a:t>
            </a:r>
          </a:p>
          <a:p>
            <a:pPr algn="just"/>
            <a:r>
              <a:rPr lang="en-CA" sz="2000" dirty="0">
                <a:solidFill>
                  <a:schemeClr val="bg1"/>
                </a:solidFill>
              </a:rPr>
              <a:t>PCA helps uncover patterns and relationships while retaining most of the data’s essential information.</a:t>
            </a:r>
          </a:p>
          <a:p>
            <a:pPr algn="just"/>
            <a:endParaRPr lang="en-CA" sz="2000" dirty="0">
              <a:solidFill>
                <a:schemeClr val="bg1"/>
              </a:solidFill>
            </a:endParaRPr>
          </a:p>
          <a:p>
            <a:pPr algn="just"/>
            <a:endParaRPr lang="en-CA" sz="2000" dirty="0">
              <a:solidFill>
                <a:schemeClr val="bg1"/>
              </a:solidFill>
            </a:endParaRPr>
          </a:p>
        </p:txBody>
      </p:sp>
      <p:pic>
        <p:nvPicPr>
          <p:cNvPr id="62" name="Imagen 61">
            <a:extLst>
              <a:ext uri="{FF2B5EF4-FFF2-40B4-BE49-F238E27FC236}">
                <a16:creationId xmlns:a16="http://schemas.microsoft.com/office/drawing/2014/main" id="{76843CBC-2FE1-29AF-B54D-1534AB6D901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8685453" y="27396"/>
            <a:ext cx="654340" cy="579561"/>
          </a:xfrm>
          <a:prstGeom prst="rect">
            <a:avLst/>
          </a:prstGeom>
        </p:spPr>
      </p:pic>
      <p:pic>
        <p:nvPicPr>
          <p:cNvPr id="63" name="Imagen 62">
            <a:extLst>
              <a:ext uri="{FF2B5EF4-FFF2-40B4-BE49-F238E27FC236}">
                <a16:creationId xmlns:a16="http://schemas.microsoft.com/office/drawing/2014/main" id="{5ED4BA53-253C-03A0-11D9-778C35EE04B3}"/>
              </a:ext>
            </a:extLst>
          </p:cNvPr>
          <p:cNvPicPr>
            <a:picLocks noChangeAspect="1"/>
          </p:cNvPicPr>
          <p:nvPr/>
        </p:nvPicPr>
        <p:blipFill>
          <a:blip r:embed="rId5"/>
          <a:srcRect l="33916" t="6975" r="54937" b="81420"/>
          <a:stretch/>
        </p:blipFill>
        <p:spPr>
          <a:xfrm>
            <a:off x="10390439" y="3191"/>
            <a:ext cx="645272" cy="579561"/>
          </a:xfrm>
          <a:prstGeom prst="rect">
            <a:avLst/>
          </a:prstGeom>
        </p:spPr>
      </p:pic>
      <p:pic>
        <p:nvPicPr>
          <p:cNvPr id="64" name="Imagen 63">
            <a:extLst>
              <a:ext uri="{FF2B5EF4-FFF2-40B4-BE49-F238E27FC236}">
                <a16:creationId xmlns:a16="http://schemas.microsoft.com/office/drawing/2014/main" id="{6061CBD0-6535-8C69-FB90-7FBCF916CD0E}"/>
              </a:ext>
            </a:extLst>
          </p:cNvPr>
          <p:cNvPicPr>
            <a:picLocks noChangeAspect="1"/>
          </p:cNvPicPr>
          <p:nvPr/>
        </p:nvPicPr>
        <p:blipFill>
          <a:blip r:embed="rId5"/>
          <a:srcRect l="12605" t="6975" r="76248" b="81420"/>
          <a:stretch/>
        </p:blipFill>
        <p:spPr>
          <a:xfrm>
            <a:off x="10989544" y="3191"/>
            <a:ext cx="645272" cy="579561"/>
          </a:xfrm>
          <a:prstGeom prst="rect">
            <a:avLst/>
          </a:prstGeom>
        </p:spPr>
      </p:pic>
      <p:pic>
        <p:nvPicPr>
          <p:cNvPr id="65" name="Imagen 64">
            <a:extLst>
              <a:ext uri="{FF2B5EF4-FFF2-40B4-BE49-F238E27FC236}">
                <a16:creationId xmlns:a16="http://schemas.microsoft.com/office/drawing/2014/main" id="{6C7DAF72-827F-BA60-9FB8-50F4D08EC6A4}"/>
              </a:ext>
            </a:extLst>
          </p:cNvPr>
          <p:cNvPicPr>
            <a:picLocks noChangeAspect="1"/>
          </p:cNvPicPr>
          <p:nvPr/>
        </p:nvPicPr>
        <p:blipFill>
          <a:blip r:embed="rId5"/>
          <a:srcRect l="23536" t="34892" r="65317" b="53503"/>
          <a:stretch/>
        </p:blipFill>
        <p:spPr>
          <a:xfrm>
            <a:off x="9834024" y="0"/>
            <a:ext cx="645272" cy="579561"/>
          </a:xfrm>
          <a:prstGeom prst="rect">
            <a:avLst/>
          </a:prstGeom>
        </p:spPr>
      </p:pic>
    </p:spTree>
    <p:extLst>
      <p:ext uri="{BB962C8B-B14F-4D97-AF65-F5344CB8AC3E}">
        <p14:creationId xmlns:p14="http://schemas.microsoft.com/office/powerpoint/2010/main" val="14815206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5D9DA-F537-EE48-9E47-47B779330F3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B2F2142-5582-3FE5-81FB-94F37FF61683}"/>
              </a:ext>
            </a:extLst>
          </p:cNvPr>
          <p:cNvPicPr>
            <a:picLocks noChangeAspect="1"/>
          </p:cNvPicPr>
          <p:nvPr/>
        </p:nvPicPr>
        <p:blipFill>
          <a:blip r:embed="rId3"/>
          <a:stretch>
            <a:fillRect/>
          </a:stretch>
        </p:blipFill>
        <p:spPr>
          <a:xfrm>
            <a:off x="184528" y="1854584"/>
            <a:ext cx="11604701" cy="1449619"/>
          </a:xfrm>
          <a:prstGeom prst="rect">
            <a:avLst/>
          </a:prstGeom>
        </p:spPr>
      </p:pic>
      <p:pic>
        <p:nvPicPr>
          <p:cNvPr id="7" name="Imagen 6">
            <a:extLst>
              <a:ext uri="{FF2B5EF4-FFF2-40B4-BE49-F238E27FC236}">
                <a16:creationId xmlns:a16="http://schemas.microsoft.com/office/drawing/2014/main" id="{EF83C2A9-A957-A4A6-908B-EF7CC43F4264}"/>
              </a:ext>
            </a:extLst>
          </p:cNvPr>
          <p:cNvPicPr>
            <a:picLocks noChangeAspect="1"/>
          </p:cNvPicPr>
          <p:nvPr/>
        </p:nvPicPr>
        <p:blipFill>
          <a:blip r:embed="rId4"/>
          <a:stretch>
            <a:fillRect/>
          </a:stretch>
        </p:blipFill>
        <p:spPr>
          <a:xfrm>
            <a:off x="6082833" y="3482960"/>
            <a:ext cx="5685157" cy="3222636"/>
          </a:xfrm>
          <a:prstGeom prst="rect">
            <a:avLst/>
          </a:prstGeom>
        </p:spPr>
      </p:pic>
      <p:sp>
        <p:nvSpPr>
          <p:cNvPr id="9" name="Marcador de contenido 2">
            <a:extLst>
              <a:ext uri="{FF2B5EF4-FFF2-40B4-BE49-F238E27FC236}">
                <a16:creationId xmlns:a16="http://schemas.microsoft.com/office/drawing/2014/main" id="{3FFC65EB-04C0-2D75-7E72-B1DDE545D1D9}"/>
              </a:ext>
            </a:extLst>
          </p:cNvPr>
          <p:cNvSpPr txBox="1">
            <a:spLocks/>
          </p:cNvSpPr>
          <p:nvPr/>
        </p:nvSpPr>
        <p:spPr>
          <a:xfrm>
            <a:off x="184528" y="3811890"/>
            <a:ext cx="5382116" cy="3047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CA" sz="2400" dirty="0">
                <a:solidFill>
                  <a:schemeClr val="bg1"/>
                </a:solidFill>
              </a:rPr>
              <a:t>PC1 to PC3 are the most important, as they explain more than half of the total variance (57.12%).</a:t>
            </a:r>
          </a:p>
          <a:p>
            <a:pPr algn="just"/>
            <a:r>
              <a:rPr lang="en-CA" sz="2400" dirty="0">
                <a:solidFill>
                  <a:schemeClr val="bg1"/>
                </a:solidFill>
              </a:rPr>
              <a:t>PC4 to PC6 add some explanatory value (up to about 84%), but after that, additional components explain a very minimal amount of variance.</a:t>
            </a:r>
          </a:p>
          <a:p>
            <a:endParaRPr lang="en-CA" sz="2400" dirty="0">
              <a:solidFill>
                <a:schemeClr val="bg1"/>
              </a:solidFill>
            </a:endParaRPr>
          </a:p>
        </p:txBody>
      </p:sp>
      <p:sp>
        <p:nvSpPr>
          <p:cNvPr id="3" name="Título 1">
            <a:extLst>
              <a:ext uri="{FF2B5EF4-FFF2-40B4-BE49-F238E27FC236}">
                <a16:creationId xmlns:a16="http://schemas.microsoft.com/office/drawing/2014/main" id="{BDB98E0D-FD5C-FEBC-D313-67B3AD4D78AF}"/>
              </a:ext>
            </a:extLst>
          </p:cNvPr>
          <p:cNvSpPr>
            <a:spLocks noGrp="1"/>
          </p:cNvSpPr>
          <p:nvPr>
            <p:ph type="title"/>
          </p:nvPr>
        </p:nvSpPr>
        <p:spPr>
          <a:xfrm>
            <a:off x="320040" y="130379"/>
            <a:ext cx="8665335" cy="1011683"/>
          </a:xfrm>
        </p:spPr>
        <p:txBody>
          <a:bodyPr>
            <a:noAutofit/>
          </a:bodyPr>
          <a:lstStyle/>
          <a:p>
            <a:r>
              <a:rPr lang="en-CA" sz="2400" b="1" dirty="0">
                <a:solidFill>
                  <a:srgbClr val="FCA701"/>
                </a:solidFill>
              </a:rPr>
              <a:t>PCA to Predict Flight Delay Severity Categories</a:t>
            </a:r>
          </a:p>
        </p:txBody>
      </p:sp>
      <p:sp>
        <p:nvSpPr>
          <p:cNvPr id="4" name="Marcador de contenido 2">
            <a:extLst>
              <a:ext uri="{FF2B5EF4-FFF2-40B4-BE49-F238E27FC236}">
                <a16:creationId xmlns:a16="http://schemas.microsoft.com/office/drawing/2014/main" id="{8FD6F7FE-0581-B7ED-4F00-FBAEA69CD7C9}"/>
              </a:ext>
            </a:extLst>
          </p:cNvPr>
          <p:cNvSpPr>
            <a:spLocks noGrp="1"/>
          </p:cNvSpPr>
          <p:nvPr>
            <p:ph idx="1"/>
          </p:nvPr>
        </p:nvSpPr>
        <p:spPr>
          <a:xfrm>
            <a:off x="184528" y="1006531"/>
            <a:ext cx="10971152" cy="1325564"/>
          </a:xfrm>
        </p:spPr>
        <p:txBody>
          <a:bodyPr>
            <a:normAutofit/>
          </a:bodyPr>
          <a:lstStyle/>
          <a:p>
            <a:r>
              <a:rPr lang="en-CA" sz="2400" dirty="0">
                <a:solidFill>
                  <a:schemeClr val="bg1"/>
                </a:solidFill>
              </a:rPr>
              <a:t>We applied PCA on combined flight and weather data to reduce it to key principal components.</a:t>
            </a:r>
          </a:p>
          <a:p>
            <a:pPr marL="0" indent="0">
              <a:buNone/>
            </a:pPr>
            <a:endParaRPr lang="en-CA" sz="2400" dirty="0">
              <a:solidFill>
                <a:schemeClr val="bg1"/>
              </a:solidFill>
            </a:endParaRPr>
          </a:p>
        </p:txBody>
      </p:sp>
      <p:pic>
        <p:nvPicPr>
          <p:cNvPr id="70" name="Imagen 69">
            <a:extLst>
              <a:ext uri="{FF2B5EF4-FFF2-40B4-BE49-F238E27FC236}">
                <a16:creationId xmlns:a16="http://schemas.microsoft.com/office/drawing/2014/main" id="{02A632AD-4112-617C-84E7-67C631307EFE}"/>
              </a:ext>
            </a:extLst>
          </p:cNvPr>
          <p:cNvPicPr>
            <a:picLocks noChangeAspect="1"/>
          </p:cNvPicPr>
          <p:nvPr/>
        </p:nvPicPr>
        <p:blipFill>
          <a:blip r:embed="rId5"/>
          <a:srcRect l="33916" t="6975" r="54937" b="81420"/>
          <a:stretch/>
        </p:blipFill>
        <p:spPr>
          <a:xfrm>
            <a:off x="10390439" y="3191"/>
            <a:ext cx="645272" cy="579561"/>
          </a:xfrm>
          <a:prstGeom prst="rect">
            <a:avLst/>
          </a:prstGeom>
        </p:spPr>
      </p:pic>
      <p:pic>
        <p:nvPicPr>
          <p:cNvPr id="71" name="Imagen 70">
            <a:extLst>
              <a:ext uri="{FF2B5EF4-FFF2-40B4-BE49-F238E27FC236}">
                <a16:creationId xmlns:a16="http://schemas.microsoft.com/office/drawing/2014/main" id="{3ABC110F-B573-1BA9-448E-F9691E48EBD6}"/>
              </a:ext>
            </a:extLst>
          </p:cNvPr>
          <p:cNvPicPr>
            <a:picLocks noChangeAspect="1"/>
          </p:cNvPicPr>
          <p:nvPr/>
        </p:nvPicPr>
        <p:blipFill>
          <a:blip r:embed="rId5"/>
          <a:srcRect l="12605" t="6975" r="76248" b="81420"/>
          <a:stretch/>
        </p:blipFill>
        <p:spPr>
          <a:xfrm>
            <a:off x="10989544" y="3191"/>
            <a:ext cx="645272" cy="579561"/>
          </a:xfrm>
          <a:prstGeom prst="rect">
            <a:avLst/>
          </a:prstGeom>
        </p:spPr>
      </p:pic>
      <p:pic>
        <p:nvPicPr>
          <p:cNvPr id="72" name="Imagen 71">
            <a:extLst>
              <a:ext uri="{FF2B5EF4-FFF2-40B4-BE49-F238E27FC236}">
                <a16:creationId xmlns:a16="http://schemas.microsoft.com/office/drawing/2014/main" id="{38C79A06-9FD7-F30B-88DD-353B5767AC69}"/>
              </a:ext>
            </a:extLst>
          </p:cNvPr>
          <p:cNvPicPr>
            <a:picLocks noChangeAspect="1"/>
          </p:cNvPicPr>
          <p:nvPr/>
        </p:nvPicPr>
        <p:blipFill>
          <a:blip r:embed="rId5"/>
          <a:srcRect l="23536" t="34892" r="65317" b="53503"/>
          <a:stretch/>
        </p:blipFill>
        <p:spPr>
          <a:xfrm>
            <a:off x="9834024" y="0"/>
            <a:ext cx="645272" cy="579561"/>
          </a:xfrm>
          <a:prstGeom prst="rect">
            <a:avLst/>
          </a:prstGeom>
        </p:spPr>
      </p:pic>
    </p:spTree>
    <p:extLst>
      <p:ext uri="{BB962C8B-B14F-4D97-AF65-F5344CB8AC3E}">
        <p14:creationId xmlns:p14="http://schemas.microsoft.com/office/powerpoint/2010/main" val="9011954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825B3-7506-E77F-2D15-57DE44C0C978}"/>
            </a:ext>
          </a:extLst>
        </p:cNvPr>
        <p:cNvGrpSpPr/>
        <p:nvPr/>
      </p:nvGrpSpPr>
      <p:grpSpPr>
        <a:xfrm>
          <a:off x="0" y="0"/>
          <a:ext cx="0" cy="0"/>
          <a:chOff x="0" y="0"/>
          <a:chExt cx="0" cy="0"/>
        </a:xfrm>
      </p:grpSpPr>
      <p:sp>
        <p:nvSpPr>
          <p:cNvPr id="11" name="CuadroTexto 10">
            <a:extLst>
              <a:ext uri="{FF2B5EF4-FFF2-40B4-BE49-F238E27FC236}">
                <a16:creationId xmlns:a16="http://schemas.microsoft.com/office/drawing/2014/main" id="{EFB812A0-9562-4E10-8C64-58F529E0E2A6}"/>
              </a:ext>
            </a:extLst>
          </p:cNvPr>
          <p:cNvSpPr txBox="1"/>
          <p:nvPr/>
        </p:nvSpPr>
        <p:spPr>
          <a:xfrm>
            <a:off x="8685453" y="1138517"/>
            <a:ext cx="3017520" cy="4708981"/>
          </a:xfrm>
          <a:prstGeom prst="rect">
            <a:avLst/>
          </a:prstGeom>
          <a:noFill/>
        </p:spPr>
        <p:txBody>
          <a:bodyPr wrap="square">
            <a:spAutoFit/>
          </a:bodyPr>
          <a:lstStyle/>
          <a:p>
            <a:pPr marL="342900" indent="-342900">
              <a:buFont typeface="Arial" panose="020B0604020202020204" pitchFamily="34" charset="0"/>
              <a:buChar char="•"/>
            </a:pPr>
            <a:r>
              <a:rPr lang="es-MX" sz="2000" dirty="0">
                <a:solidFill>
                  <a:schemeClr val="bg1"/>
                </a:solidFill>
                <a:effectLst/>
                <a:latin typeface=".AppleSystemUIFont"/>
              </a:rPr>
              <a:t>The </a:t>
            </a:r>
            <a:r>
              <a:rPr lang="es-MX" sz="2000" dirty="0">
                <a:solidFill>
                  <a:srgbClr val="F83DF9"/>
                </a:solidFill>
                <a:effectLst/>
                <a:latin typeface=".AppleSystemUIFont"/>
              </a:rPr>
              <a:t>arrows</a:t>
            </a:r>
            <a:r>
              <a:rPr lang="es-MX" sz="2000" dirty="0">
                <a:solidFill>
                  <a:schemeClr val="bg1"/>
                </a:solidFill>
                <a:effectLst/>
                <a:latin typeface=".AppleSystemUIFont"/>
              </a:rPr>
              <a:t> represent the contributions of each </a:t>
            </a:r>
            <a:r>
              <a:rPr lang="es-MX" sz="2000" dirty="0">
                <a:solidFill>
                  <a:srgbClr val="FFC000"/>
                </a:solidFill>
                <a:effectLst/>
                <a:latin typeface=".AppleSystemUIFont"/>
              </a:rPr>
              <a:t>variable</a:t>
            </a:r>
            <a:r>
              <a:rPr lang="es-MX" sz="2000" dirty="0">
                <a:solidFill>
                  <a:schemeClr val="bg1"/>
                </a:solidFill>
                <a:effectLst/>
                <a:latin typeface=".AppleSystemUIFont"/>
              </a:rPr>
              <a:t> to the principal components. </a:t>
            </a:r>
          </a:p>
          <a:p>
            <a:pPr algn="just"/>
            <a:endParaRPr lang="es-MX" sz="2000" dirty="0">
              <a:solidFill>
                <a:schemeClr val="bg1"/>
              </a:solidFill>
              <a:effectLst/>
              <a:latin typeface=".AppleSystemUIFont"/>
            </a:endParaRPr>
          </a:p>
          <a:p>
            <a:pPr marL="342900" indent="-342900">
              <a:buFont typeface="Arial" panose="020B0604020202020204" pitchFamily="34" charset="0"/>
              <a:buChar char="•"/>
            </a:pPr>
            <a:r>
              <a:rPr lang="es-MX" sz="2000" dirty="0">
                <a:solidFill>
                  <a:schemeClr val="bg1"/>
                </a:solidFill>
                <a:effectLst/>
                <a:latin typeface=".AppleSystemUIFont"/>
              </a:rPr>
              <a:t>Longer </a:t>
            </a:r>
            <a:r>
              <a:rPr lang="es-MX" sz="2000" dirty="0">
                <a:solidFill>
                  <a:srgbClr val="F83DF9"/>
                </a:solidFill>
                <a:effectLst/>
                <a:latin typeface=".AppleSystemUIFont"/>
              </a:rPr>
              <a:t>arrows</a:t>
            </a:r>
            <a:r>
              <a:rPr lang="es-MX" sz="2000" dirty="0">
                <a:solidFill>
                  <a:schemeClr val="bg1"/>
                </a:solidFill>
                <a:effectLst/>
                <a:latin typeface=".AppleSystemUIFont"/>
              </a:rPr>
              <a:t> indicate stronger contributions.</a:t>
            </a:r>
          </a:p>
          <a:p>
            <a:pPr marL="342900" indent="-342900" algn="just">
              <a:buFont typeface="Arial" panose="020B0604020202020204" pitchFamily="34" charset="0"/>
              <a:buChar char="•"/>
            </a:pPr>
            <a:endParaRPr lang="es-MX" sz="2000" dirty="0">
              <a:solidFill>
                <a:schemeClr val="bg1"/>
              </a:solidFill>
              <a:latin typeface=".AppleSystemUIFont"/>
            </a:endParaRPr>
          </a:p>
          <a:p>
            <a:pPr marL="342900" indent="-342900">
              <a:buFont typeface="Arial" panose="020B0604020202020204" pitchFamily="34" charset="0"/>
              <a:buChar char="•"/>
            </a:pPr>
            <a:r>
              <a:rPr lang="es-MX" sz="2000" dirty="0">
                <a:solidFill>
                  <a:schemeClr val="bg1"/>
                </a:solidFill>
                <a:effectLst/>
                <a:latin typeface=".AppleSystemUIFont"/>
              </a:rPr>
              <a:t>Variables like </a:t>
            </a:r>
            <a:r>
              <a:rPr lang="es-MX" sz="2000" dirty="0">
                <a:solidFill>
                  <a:srgbClr val="FFB738"/>
                </a:solidFill>
                <a:effectLst/>
                <a:latin typeface=".AppleSystemUIFontMonospaced"/>
              </a:rPr>
              <a:t>wind_gusts_10m</a:t>
            </a:r>
            <a:r>
              <a:rPr lang="es-MX" sz="2000" dirty="0">
                <a:solidFill>
                  <a:srgbClr val="FFB738"/>
                </a:solidFill>
                <a:effectLst/>
                <a:latin typeface=".AppleSystemUIFont"/>
              </a:rPr>
              <a:t> </a:t>
            </a:r>
            <a:r>
              <a:rPr lang="es-MX" sz="2000" dirty="0">
                <a:solidFill>
                  <a:schemeClr val="bg1"/>
                </a:solidFill>
                <a:effectLst/>
                <a:latin typeface=".AppleSystemUIFont"/>
              </a:rPr>
              <a:t>and </a:t>
            </a:r>
            <a:r>
              <a:rPr lang="es-MX" sz="2000" dirty="0">
                <a:solidFill>
                  <a:srgbClr val="FFB738"/>
                </a:solidFill>
                <a:effectLst/>
                <a:latin typeface=".AppleSystemUIFontMonospaced"/>
              </a:rPr>
              <a:t>relative_humidity_2m</a:t>
            </a:r>
            <a:r>
              <a:rPr lang="es-MX" sz="2000" dirty="0">
                <a:solidFill>
                  <a:srgbClr val="FFB738"/>
                </a:solidFill>
                <a:effectLst/>
                <a:latin typeface=".AppleSystemUIFont"/>
              </a:rPr>
              <a:t> </a:t>
            </a:r>
            <a:r>
              <a:rPr lang="es-MX" sz="2000" dirty="0">
                <a:solidFill>
                  <a:schemeClr val="bg1"/>
                </a:solidFill>
                <a:effectLst/>
                <a:latin typeface=".AppleSystemUIFont"/>
              </a:rPr>
              <a:t>have higher contributions along this PC1 dimension.</a:t>
            </a:r>
          </a:p>
          <a:p>
            <a:pPr marL="342900" indent="-342900" algn="just">
              <a:buFont typeface="Arial" panose="020B0604020202020204" pitchFamily="34" charset="0"/>
              <a:buChar char="•"/>
            </a:pPr>
            <a:endParaRPr lang="es-MX" sz="2000" dirty="0">
              <a:solidFill>
                <a:schemeClr val="bg1"/>
              </a:solidFill>
              <a:effectLst/>
              <a:latin typeface=".AppleSystemUIFont"/>
            </a:endParaRPr>
          </a:p>
        </p:txBody>
      </p:sp>
      <p:pic>
        <p:nvPicPr>
          <p:cNvPr id="19" name="Imagen 18">
            <a:extLst>
              <a:ext uri="{FF2B5EF4-FFF2-40B4-BE49-F238E27FC236}">
                <a16:creationId xmlns:a16="http://schemas.microsoft.com/office/drawing/2014/main" id="{4FBBD1AF-F4F1-6337-33D1-428B6EB5C4C5}"/>
              </a:ext>
            </a:extLst>
          </p:cNvPr>
          <p:cNvPicPr>
            <a:picLocks noChangeAspect="1"/>
          </p:cNvPicPr>
          <p:nvPr/>
        </p:nvPicPr>
        <p:blipFill>
          <a:blip r:embed="rId3"/>
          <a:stretch>
            <a:fillRect/>
          </a:stretch>
        </p:blipFill>
        <p:spPr>
          <a:xfrm>
            <a:off x="264660" y="1134035"/>
            <a:ext cx="8156133" cy="4940125"/>
          </a:xfrm>
          <a:prstGeom prst="rect">
            <a:avLst/>
          </a:prstGeom>
        </p:spPr>
      </p:pic>
      <p:pic>
        <p:nvPicPr>
          <p:cNvPr id="64" name="Imagen 63">
            <a:extLst>
              <a:ext uri="{FF2B5EF4-FFF2-40B4-BE49-F238E27FC236}">
                <a16:creationId xmlns:a16="http://schemas.microsoft.com/office/drawing/2014/main" id="{EDEC8C08-0480-AE65-65F9-1081C69BD125}"/>
              </a:ext>
            </a:extLst>
          </p:cNvPr>
          <p:cNvPicPr>
            <a:picLocks noChangeAspect="1"/>
          </p:cNvPicPr>
          <p:nvPr/>
        </p:nvPicPr>
        <p:blipFill>
          <a:blip r:embed="rId4"/>
          <a:srcRect l="33916" t="6975" r="54937" b="81420"/>
          <a:stretch/>
        </p:blipFill>
        <p:spPr>
          <a:xfrm>
            <a:off x="10390439" y="3191"/>
            <a:ext cx="645272" cy="579561"/>
          </a:xfrm>
          <a:prstGeom prst="rect">
            <a:avLst/>
          </a:prstGeom>
        </p:spPr>
      </p:pic>
      <p:pic>
        <p:nvPicPr>
          <p:cNvPr id="65" name="Imagen 64">
            <a:extLst>
              <a:ext uri="{FF2B5EF4-FFF2-40B4-BE49-F238E27FC236}">
                <a16:creationId xmlns:a16="http://schemas.microsoft.com/office/drawing/2014/main" id="{85B75B11-C3FC-E48D-13D6-DA951C309514}"/>
              </a:ext>
            </a:extLst>
          </p:cNvPr>
          <p:cNvPicPr>
            <a:picLocks noChangeAspect="1"/>
          </p:cNvPicPr>
          <p:nvPr/>
        </p:nvPicPr>
        <p:blipFill>
          <a:blip r:embed="rId4"/>
          <a:srcRect l="12605" t="6975" r="76248" b="81420"/>
          <a:stretch/>
        </p:blipFill>
        <p:spPr>
          <a:xfrm>
            <a:off x="10989544" y="3191"/>
            <a:ext cx="645272" cy="579561"/>
          </a:xfrm>
          <a:prstGeom prst="rect">
            <a:avLst/>
          </a:prstGeom>
        </p:spPr>
      </p:pic>
      <p:pic>
        <p:nvPicPr>
          <p:cNvPr id="66" name="Imagen 65">
            <a:extLst>
              <a:ext uri="{FF2B5EF4-FFF2-40B4-BE49-F238E27FC236}">
                <a16:creationId xmlns:a16="http://schemas.microsoft.com/office/drawing/2014/main" id="{7A580A6C-21BA-0D91-4876-58418C676E06}"/>
              </a:ext>
            </a:extLst>
          </p:cNvPr>
          <p:cNvPicPr>
            <a:picLocks noChangeAspect="1"/>
          </p:cNvPicPr>
          <p:nvPr/>
        </p:nvPicPr>
        <p:blipFill>
          <a:blip r:embed="rId4"/>
          <a:srcRect l="23536" t="34892" r="65317" b="53503"/>
          <a:stretch/>
        </p:blipFill>
        <p:spPr>
          <a:xfrm>
            <a:off x="9834024" y="0"/>
            <a:ext cx="645272" cy="579561"/>
          </a:xfrm>
          <a:prstGeom prst="rect">
            <a:avLst/>
          </a:prstGeom>
        </p:spPr>
      </p:pic>
      <p:pic>
        <p:nvPicPr>
          <p:cNvPr id="67" name="Imagen 66">
            <a:extLst>
              <a:ext uri="{FF2B5EF4-FFF2-40B4-BE49-F238E27FC236}">
                <a16:creationId xmlns:a16="http://schemas.microsoft.com/office/drawing/2014/main" id="{5009EBE9-C995-C7CE-2D98-86CBE3EE499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8685453" y="27396"/>
            <a:ext cx="654340" cy="579561"/>
          </a:xfrm>
          <a:prstGeom prst="rect">
            <a:avLst/>
          </a:prstGeom>
        </p:spPr>
      </p:pic>
    </p:spTree>
    <p:extLst>
      <p:ext uri="{BB962C8B-B14F-4D97-AF65-F5344CB8AC3E}">
        <p14:creationId xmlns:p14="http://schemas.microsoft.com/office/powerpoint/2010/main" val="4010871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EC448-C978-3F61-B45A-23CEB198EF2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88EC3FD0-4108-4942-2FB3-107E047EFE50}"/>
              </a:ext>
            </a:extLst>
          </p:cNvPr>
          <p:cNvSpPr txBox="1"/>
          <p:nvPr/>
        </p:nvSpPr>
        <p:spPr>
          <a:xfrm>
            <a:off x="410256" y="1779091"/>
            <a:ext cx="4954980" cy="4824398"/>
          </a:xfrm>
          <a:prstGeom prst="rect">
            <a:avLst/>
          </a:prstGeom>
          <a:noFill/>
        </p:spPr>
        <p:txBody>
          <a:bodyPr wrap="square">
            <a:spAutoFit/>
          </a:bodyPr>
          <a:lstStyle/>
          <a:p>
            <a:pPr>
              <a:spcBef>
                <a:spcPts val="900"/>
              </a:spcBef>
            </a:pPr>
            <a:r>
              <a:rPr lang="es-MX" sz="2000" dirty="0">
                <a:solidFill>
                  <a:schemeClr val="bg1"/>
                </a:solidFill>
                <a:effectLst/>
                <a:latin typeface=".AppleSystemUIFont"/>
              </a:rPr>
              <a:t>1. </a:t>
            </a:r>
            <a:r>
              <a:rPr lang="es-MX" sz="2000" b="1" dirty="0">
                <a:solidFill>
                  <a:schemeClr val="bg1"/>
                </a:solidFill>
                <a:effectLst/>
                <a:latin typeface=".AppleSystemUIFont"/>
              </a:rPr>
              <a:t>Defining Delay Categories</a:t>
            </a:r>
            <a:r>
              <a:rPr lang="es-MX" sz="2000" dirty="0">
                <a:solidFill>
                  <a:schemeClr val="bg1"/>
                </a:solidFill>
                <a:effectLst/>
                <a:latin typeface=".AppleSystemUIFont"/>
              </a:rPr>
              <a:t>:</a:t>
            </a:r>
          </a:p>
          <a:p>
            <a:pPr marL="342900" indent="-342900">
              <a:spcBef>
                <a:spcPts val="900"/>
              </a:spcBef>
              <a:buFont typeface="Arial" panose="020B0604020202020204" pitchFamily="34" charset="0"/>
              <a:buChar char="•"/>
            </a:pPr>
            <a:r>
              <a:rPr lang="es-MX" sz="2000" b="1" dirty="0">
                <a:solidFill>
                  <a:schemeClr val="bg1"/>
                </a:solidFill>
                <a:effectLst/>
                <a:latin typeface=".AppleSystemUIFont"/>
              </a:rPr>
              <a:t>No Delay</a:t>
            </a:r>
            <a:r>
              <a:rPr lang="es-MX" sz="2000" dirty="0">
                <a:solidFill>
                  <a:schemeClr val="bg1"/>
                </a:solidFill>
                <a:effectLst/>
                <a:latin typeface=".AppleSystemUIFont"/>
              </a:rPr>
              <a:t>: ≤ 0 minutes.</a:t>
            </a:r>
          </a:p>
          <a:p>
            <a:pPr marL="342900" indent="-342900">
              <a:spcBef>
                <a:spcPts val="900"/>
              </a:spcBef>
              <a:buFont typeface="Arial" panose="020B0604020202020204" pitchFamily="34" charset="0"/>
              <a:buChar char="•"/>
            </a:pPr>
            <a:r>
              <a:rPr lang="es-MX" sz="2000" b="1" dirty="0">
                <a:solidFill>
                  <a:schemeClr val="bg1"/>
                </a:solidFill>
                <a:effectLst/>
                <a:latin typeface=".AppleSystemUIFont"/>
              </a:rPr>
              <a:t>Short Delay</a:t>
            </a:r>
            <a:r>
              <a:rPr lang="es-MX" sz="2000" dirty="0">
                <a:solidFill>
                  <a:schemeClr val="bg1"/>
                </a:solidFill>
                <a:effectLst/>
                <a:latin typeface=".AppleSystemUIFont"/>
              </a:rPr>
              <a:t>: 1–15 minutes.</a:t>
            </a:r>
          </a:p>
          <a:p>
            <a:pPr marL="342900" indent="-342900">
              <a:spcBef>
                <a:spcPts val="900"/>
              </a:spcBef>
              <a:buFont typeface="Arial" panose="020B0604020202020204" pitchFamily="34" charset="0"/>
              <a:buChar char="•"/>
            </a:pPr>
            <a:r>
              <a:rPr lang="es-MX" sz="2000" b="1" dirty="0">
                <a:solidFill>
                  <a:schemeClr val="bg1"/>
                </a:solidFill>
                <a:effectLst/>
                <a:latin typeface=".AppleSystemUIFont"/>
              </a:rPr>
              <a:t>Long Delay</a:t>
            </a:r>
            <a:r>
              <a:rPr lang="es-MX" sz="2000" dirty="0">
                <a:solidFill>
                  <a:schemeClr val="bg1"/>
                </a:solidFill>
                <a:effectLst/>
                <a:latin typeface=".AppleSystemUIFont"/>
              </a:rPr>
              <a:t>: 16–60 minutes.</a:t>
            </a:r>
          </a:p>
          <a:p>
            <a:pPr marL="342900" indent="-342900">
              <a:spcBef>
                <a:spcPts val="900"/>
              </a:spcBef>
              <a:buFont typeface="Arial" panose="020B0604020202020204" pitchFamily="34" charset="0"/>
              <a:buChar char="•"/>
            </a:pPr>
            <a:r>
              <a:rPr lang="es-MX" sz="2000" b="1" dirty="0">
                <a:solidFill>
                  <a:schemeClr val="bg1"/>
                </a:solidFill>
                <a:effectLst/>
                <a:latin typeface=".AppleSystemUIFont"/>
              </a:rPr>
              <a:t>Very Long Delay</a:t>
            </a:r>
            <a:r>
              <a:rPr lang="es-MX" sz="2000" dirty="0">
                <a:solidFill>
                  <a:schemeClr val="bg1"/>
                </a:solidFill>
                <a:effectLst/>
                <a:latin typeface=".AppleSystemUIFont"/>
              </a:rPr>
              <a:t>: &gt; 60 minutes.</a:t>
            </a:r>
          </a:p>
          <a:p>
            <a:pPr>
              <a:spcBef>
                <a:spcPts val="900"/>
              </a:spcBef>
            </a:pPr>
            <a:endParaRPr lang="es-MX" sz="2000" dirty="0">
              <a:solidFill>
                <a:schemeClr val="bg1"/>
              </a:solidFill>
              <a:effectLst/>
              <a:latin typeface=".AppleSystemUIFont"/>
            </a:endParaRPr>
          </a:p>
          <a:p>
            <a:pPr>
              <a:spcBef>
                <a:spcPts val="900"/>
              </a:spcBef>
            </a:pPr>
            <a:r>
              <a:rPr lang="es-MX" sz="2000" dirty="0">
                <a:solidFill>
                  <a:schemeClr val="bg1"/>
                </a:solidFill>
                <a:effectLst/>
                <a:latin typeface=".AppleSystemUIFont"/>
              </a:rPr>
              <a:t>2. </a:t>
            </a:r>
            <a:r>
              <a:rPr lang="es-MX" sz="2000" b="1" dirty="0">
                <a:solidFill>
                  <a:schemeClr val="bg1"/>
                </a:solidFill>
                <a:effectLst/>
                <a:latin typeface=".AppleSystemUIFont"/>
              </a:rPr>
              <a:t>Data Preparation</a:t>
            </a:r>
            <a:r>
              <a:rPr lang="es-MX" sz="2000" dirty="0">
                <a:solidFill>
                  <a:schemeClr val="bg1"/>
                </a:solidFill>
                <a:effectLst/>
                <a:latin typeface=".AppleSystemUIFont"/>
              </a:rPr>
              <a:t>:</a:t>
            </a:r>
          </a:p>
          <a:p>
            <a:pPr marL="342900" indent="-342900">
              <a:spcBef>
                <a:spcPts val="900"/>
              </a:spcBef>
              <a:buFont typeface="Arial" panose="020B0604020202020204" pitchFamily="34" charset="0"/>
              <a:buChar char="•"/>
            </a:pPr>
            <a:r>
              <a:rPr lang="es-MX" sz="2000" dirty="0">
                <a:solidFill>
                  <a:schemeClr val="bg1"/>
                </a:solidFill>
                <a:effectLst/>
                <a:latin typeface=".AppleSystemUIFont"/>
              </a:rPr>
              <a:t>Selected </a:t>
            </a:r>
            <a:r>
              <a:rPr lang="es-MX" sz="2000" dirty="0">
                <a:solidFill>
                  <a:srgbClr val="FFC000"/>
                </a:solidFill>
                <a:effectLst/>
                <a:latin typeface=".AppleSystemUIFont"/>
              </a:rPr>
              <a:t>11</a:t>
            </a:r>
            <a:r>
              <a:rPr lang="es-MX" sz="2000" dirty="0">
                <a:solidFill>
                  <a:schemeClr val="bg1"/>
                </a:solidFill>
                <a:effectLst/>
                <a:latin typeface=".AppleSystemUIFont"/>
              </a:rPr>
              <a:t> key weather-related </a:t>
            </a:r>
            <a:r>
              <a:rPr lang="es-MX" sz="2000" dirty="0">
                <a:solidFill>
                  <a:srgbClr val="FFC000"/>
                </a:solidFill>
                <a:effectLst/>
                <a:latin typeface=".AppleSystemUIFont"/>
              </a:rPr>
              <a:t>predictors</a:t>
            </a:r>
            <a:r>
              <a:rPr lang="es-MX" sz="2000" dirty="0">
                <a:solidFill>
                  <a:schemeClr val="bg1"/>
                </a:solidFill>
                <a:effectLst/>
                <a:latin typeface=".AppleSystemUIFont"/>
              </a:rPr>
              <a:t>.</a:t>
            </a:r>
          </a:p>
          <a:p>
            <a:pPr marL="342900" indent="-342900">
              <a:spcBef>
                <a:spcPts val="900"/>
              </a:spcBef>
              <a:buFont typeface="Arial" panose="020B0604020202020204" pitchFamily="34" charset="0"/>
              <a:buChar char="•"/>
            </a:pPr>
            <a:r>
              <a:rPr lang="es-MX" sz="2000" dirty="0">
                <a:solidFill>
                  <a:schemeClr val="bg1"/>
                </a:solidFill>
                <a:effectLst/>
                <a:latin typeface=".AppleSystemUIFont"/>
              </a:rPr>
              <a:t>Created </a:t>
            </a:r>
            <a:r>
              <a:rPr lang="es-MX" sz="2000" dirty="0">
                <a:solidFill>
                  <a:srgbClr val="FFC000"/>
                </a:solidFill>
                <a:effectLst/>
                <a:latin typeface=".AppleSystemUIFontMonospaced"/>
              </a:rPr>
              <a:t>delay_category</a:t>
            </a:r>
            <a:r>
              <a:rPr lang="es-MX" sz="2000" dirty="0">
                <a:solidFill>
                  <a:srgbClr val="FFC000"/>
                </a:solidFill>
                <a:effectLst/>
                <a:latin typeface=".AppleSystemUIFont"/>
              </a:rPr>
              <a:t> </a:t>
            </a:r>
            <a:r>
              <a:rPr lang="es-MX" sz="2000" dirty="0">
                <a:solidFill>
                  <a:schemeClr val="bg1"/>
                </a:solidFill>
                <a:effectLst/>
                <a:latin typeface=".AppleSystemUIFont"/>
              </a:rPr>
              <a:t>as a factor variable.</a:t>
            </a:r>
          </a:p>
          <a:p>
            <a:pPr marL="342900" indent="-342900">
              <a:spcBef>
                <a:spcPts val="900"/>
              </a:spcBef>
              <a:buFont typeface="Arial" panose="020B0604020202020204" pitchFamily="34" charset="0"/>
              <a:buChar char="•"/>
            </a:pPr>
            <a:r>
              <a:rPr lang="es-MX" sz="2000" dirty="0">
                <a:solidFill>
                  <a:schemeClr val="bg1"/>
                </a:solidFill>
                <a:effectLst/>
                <a:latin typeface=".AppleSystemUIFont"/>
              </a:rPr>
              <a:t>Split dataset: </a:t>
            </a:r>
            <a:r>
              <a:rPr lang="es-MX" sz="2000" b="1" dirty="0">
                <a:solidFill>
                  <a:srgbClr val="FCA701"/>
                </a:solidFill>
                <a:effectLst/>
                <a:latin typeface=".AppleSystemUIFont"/>
              </a:rPr>
              <a:t>80% Training</a:t>
            </a:r>
            <a:r>
              <a:rPr lang="es-MX" sz="2000" dirty="0">
                <a:solidFill>
                  <a:schemeClr val="bg1"/>
                </a:solidFill>
                <a:effectLst/>
                <a:latin typeface=".AppleSystemUIFont"/>
              </a:rPr>
              <a:t>, </a:t>
            </a:r>
            <a:r>
              <a:rPr lang="es-MX" sz="2000" b="1" dirty="0">
                <a:solidFill>
                  <a:srgbClr val="F83DF9"/>
                </a:solidFill>
                <a:effectLst/>
                <a:latin typeface=".AppleSystemUIFont"/>
              </a:rPr>
              <a:t>20% Testing</a:t>
            </a:r>
            <a:r>
              <a:rPr lang="es-MX" sz="2000" dirty="0">
                <a:solidFill>
                  <a:schemeClr val="bg1"/>
                </a:solidFill>
                <a:effectLst/>
                <a:latin typeface=".AppleSystemUIFont"/>
              </a:rPr>
              <a:t>.</a:t>
            </a:r>
          </a:p>
        </p:txBody>
      </p:sp>
      <p:pic>
        <p:nvPicPr>
          <p:cNvPr id="43010" name="Picture 2" descr="Private airlines up fares as PIA in a fix">
            <a:extLst>
              <a:ext uri="{FF2B5EF4-FFF2-40B4-BE49-F238E27FC236}">
                <a16:creationId xmlns:a16="http://schemas.microsoft.com/office/drawing/2014/main" id="{3AE3C2A5-5BDA-6BD4-840F-E3C654C288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7676" y="1779091"/>
            <a:ext cx="6803466" cy="4532809"/>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239C64C1-2063-907B-EF5F-6AB1A1659819}"/>
              </a:ext>
            </a:extLst>
          </p:cNvPr>
          <p:cNvSpPr txBox="1"/>
          <p:nvPr/>
        </p:nvSpPr>
        <p:spPr>
          <a:xfrm>
            <a:off x="387361" y="1043908"/>
            <a:ext cx="10146700" cy="461665"/>
          </a:xfrm>
          <a:prstGeom prst="rect">
            <a:avLst/>
          </a:prstGeom>
          <a:noFill/>
        </p:spPr>
        <p:txBody>
          <a:bodyPr wrap="square">
            <a:spAutoFit/>
          </a:bodyPr>
          <a:lstStyle/>
          <a:p>
            <a:r>
              <a:rPr lang="en-CA" sz="2400" b="1" dirty="0">
                <a:solidFill>
                  <a:srgbClr val="FFC000"/>
                </a:solidFill>
              </a:rPr>
              <a:t>Multinomial Logistic Regression vs. PCA Regression</a:t>
            </a:r>
          </a:p>
        </p:txBody>
      </p:sp>
      <p:pic>
        <p:nvPicPr>
          <p:cNvPr id="2" name="Imagen 1">
            <a:extLst>
              <a:ext uri="{FF2B5EF4-FFF2-40B4-BE49-F238E27FC236}">
                <a16:creationId xmlns:a16="http://schemas.microsoft.com/office/drawing/2014/main" id="{207448CF-BAA5-30F7-15AA-D357A9F2AE3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644701" y="66561"/>
            <a:ext cx="654340" cy="579561"/>
          </a:xfrm>
          <a:prstGeom prst="rect">
            <a:avLst/>
          </a:prstGeom>
        </p:spPr>
      </p:pic>
      <p:pic>
        <p:nvPicPr>
          <p:cNvPr id="3" name="Imagen 2">
            <a:extLst>
              <a:ext uri="{FF2B5EF4-FFF2-40B4-BE49-F238E27FC236}">
                <a16:creationId xmlns:a16="http://schemas.microsoft.com/office/drawing/2014/main" id="{647B24CD-7CE2-6848-E044-D35BFD3419FD}"/>
              </a:ext>
            </a:extLst>
          </p:cNvPr>
          <p:cNvPicPr>
            <a:picLocks noChangeAspect="1"/>
          </p:cNvPicPr>
          <p:nvPr/>
        </p:nvPicPr>
        <p:blipFill>
          <a:blip r:embed="rId6"/>
          <a:srcRect l="33916" t="6975" r="54937" b="81420"/>
          <a:stretch/>
        </p:blipFill>
        <p:spPr>
          <a:xfrm>
            <a:off x="8669409" y="-1"/>
            <a:ext cx="641673" cy="579561"/>
          </a:xfrm>
          <a:prstGeom prst="rect">
            <a:avLst/>
          </a:prstGeom>
        </p:spPr>
      </p:pic>
      <p:pic>
        <p:nvPicPr>
          <p:cNvPr id="4" name="Imagen 3">
            <a:extLst>
              <a:ext uri="{FF2B5EF4-FFF2-40B4-BE49-F238E27FC236}">
                <a16:creationId xmlns:a16="http://schemas.microsoft.com/office/drawing/2014/main" id="{131199F6-DC70-1B4D-4C9E-4E01018FC86D}"/>
              </a:ext>
            </a:extLst>
          </p:cNvPr>
          <p:cNvPicPr>
            <a:picLocks noChangeAspect="1"/>
          </p:cNvPicPr>
          <p:nvPr/>
        </p:nvPicPr>
        <p:blipFill>
          <a:blip r:embed="rId6"/>
          <a:srcRect l="44516" t="6975" r="44337" b="81420"/>
          <a:stretch/>
        </p:blipFill>
        <p:spPr>
          <a:xfrm>
            <a:off x="7527723" y="-1"/>
            <a:ext cx="641673" cy="579561"/>
          </a:xfrm>
          <a:prstGeom prst="rect">
            <a:avLst/>
          </a:prstGeom>
        </p:spPr>
      </p:pic>
      <p:pic>
        <p:nvPicPr>
          <p:cNvPr id="6" name="Imagen 5">
            <a:extLst>
              <a:ext uri="{FF2B5EF4-FFF2-40B4-BE49-F238E27FC236}">
                <a16:creationId xmlns:a16="http://schemas.microsoft.com/office/drawing/2014/main" id="{55108DD4-CEB9-2E81-1C61-B30C250DA343}"/>
              </a:ext>
            </a:extLst>
          </p:cNvPr>
          <p:cNvPicPr>
            <a:picLocks noChangeAspect="1"/>
          </p:cNvPicPr>
          <p:nvPr/>
        </p:nvPicPr>
        <p:blipFill>
          <a:blip r:embed="rId6"/>
          <a:srcRect l="55117" t="6975" r="33736" b="81420"/>
          <a:stretch/>
        </p:blipFill>
        <p:spPr>
          <a:xfrm>
            <a:off x="6940737" y="-1"/>
            <a:ext cx="641673" cy="579561"/>
          </a:xfrm>
          <a:prstGeom prst="rect">
            <a:avLst/>
          </a:prstGeom>
        </p:spPr>
      </p:pic>
      <p:pic>
        <p:nvPicPr>
          <p:cNvPr id="7" name="Imagen 6">
            <a:extLst>
              <a:ext uri="{FF2B5EF4-FFF2-40B4-BE49-F238E27FC236}">
                <a16:creationId xmlns:a16="http://schemas.microsoft.com/office/drawing/2014/main" id="{D94B195F-1109-5F34-CC4F-6B2374CCF8D8}"/>
              </a:ext>
            </a:extLst>
          </p:cNvPr>
          <p:cNvPicPr>
            <a:picLocks noChangeAspect="1"/>
          </p:cNvPicPr>
          <p:nvPr/>
        </p:nvPicPr>
        <p:blipFill>
          <a:blip r:embed="rId6"/>
          <a:srcRect l="76281" t="21082" r="12572" b="67313"/>
          <a:stretch/>
        </p:blipFill>
        <p:spPr>
          <a:xfrm>
            <a:off x="10952778" y="-1"/>
            <a:ext cx="641673" cy="579561"/>
          </a:xfrm>
          <a:prstGeom prst="rect">
            <a:avLst/>
          </a:prstGeom>
        </p:spPr>
      </p:pic>
      <p:pic>
        <p:nvPicPr>
          <p:cNvPr id="8" name="Imagen 7">
            <a:extLst>
              <a:ext uri="{FF2B5EF4-FFF2-40B4-BE49-F238E27FC236}">
                <a16:creationId xmlns:a16="http://schemas.microsoft.com/office/drawing/2014/main" id="{A02241BF-0EFF-7F57-359B-BD90C5AFDAB1}"/>
              </a:ext>
            </a:extLst>
          </p:cNvPr>
          <p:cNvPicPr>
            <a:picLocks noChangeAspect="1"/>
          </p:cNvPicPr>
          <p:nvPr/>
        </p:nvPicPr>
        <p:blipFill>
          <a:blip r:embed="rId6"/>
          <a:srcRect l="12624" t="34906" r="76229" b="53489"/>
          <a:stretch/>
        </p:blipFill>
        <p:spPr>
          <a:xfrm>
            <a:off x="10381938" y="-1"/>
            <a:ext cx="641673" cy="579561"/>
          </a:xfrm>
          <a:prstGeom prst="rect">
            <a:avLst/>
          </a:prstGeom>
        </p:spPr>
      </p:pic>
      <p:pic>
        <p:nvPicPr>
          <p:cNvPr id="9" name="Imagen 8">
            <a:extLst>
              <a:ext uri="{FF2B5EF4-FFF2-40B4-BE49-F238E27FC236}">
                <a16:creationId xmlns:a16="http://schemas.microsoft.com/office/drawing/2014/main" id="{9B35B1D3-B7E6-EEF7-4754-7C4022AFED96}"/>
              </a:ext>
            </a:extLst>
          </p:cNvPr>
          <p:cNvPicPr>
            <a:picLocks noChangeAspect="1"/>
          </p:cNvPicPr>
          <p:nvPr/>
        </p:nvPicPr>
        <p:blipFill>
          <a:blip r:embed="rId6"/>
          <a:srcRect l="23536" t="34892" r="65317" b="53503"/>
          <a:stretch/>
        </p:blipFill>
        <p:spPr>
          <a:xfrm>
            <a:off x="5799054" y="-1"/>
            <a:ext cx="641673" cy="579561"/>
          </a:xfrm>
          <a:prstGeom prst="rect">
            <a:avLst/>
          </a:prstGeom>
        </p:spPr>
      </p:pic>
      <p:pic>
        <p:nvPicPr>
          <p:cNvPr id="10" name="Imagen 9">
            <a:extLst>
              <a:ext uri="{FF2B5EF4-FFF2-40B4-BE49-F238E27FC236}">
                <a16:creationId xmlns:a16="http://schemas.microsoft.com/office/drawing/2014/main" id="{1C1EC031-730D-2025-295D-14516553A41E}"/>
              </a:ext>
            </a:extLst>
          </p:cNvPr>
          <p:cNvPicPr>
            <a:picLocks noChangeAspect="1"/>
          </p:cNvPicPr>
          <p:nvPr/>
        </p:nvPicPr>
        <p:blipFill>
          <a:blip r:embed="rId6"/>
          <a:srcRect l="44479" t="34951" r="44374" b="53444"/>
          <a:stretch/>
        </p:blipFill>
        <p:spPr>
          <a:xfrm>
            <a:off x="6369896" y="-1"/>
            <a:ext cx="641673" cy="579561"/>
          </a:xfrm>
          <a:prstGeom prst="rect">
            <a:avLst/>
          </a:prstGeom>
        </p:spPr>
      </p:pic>
      <p:pic>
        <p:nvPicPr>
          <p:cNvPr id="11" name="Imagen 10">
            <a:extLst>
              <a:ext uri="{FF2B5EF4-FFF2-40B4-BE49-F238E27FC236}">
                <a16:creationId xmlns:a16="http://schemas.microsoft.com/office/drawing/2014/main" id="{F0E09F33-81E2-FBFA-F57B-B6FF64D25EE6}"/>
              </a:ext>
            </a:extLst>
          </p:cNvPr>
          <p:cNvPicPr>
            <a:picLocks noChangeAspect="1"/>
          </p:cNvPicPr>
          <p:nvPr/>
        </p:nvPicPr>
        <p:blipFill>
          <a:blip r:embed="rId6"/>
          <a:srcRect l="65685" t="34869" r="23168" b="53526"/>
          <a:stretch/>
        </p:blipFill>
        <p:spPr>
          <a:xfrm>
            <a:off x="9240252" y="-1"/>
            <a:ext cx="641673" cy="579561"/>
          </a:xfrm>
          <a:prstGeom prst="rect">
            <a:avLst/>
          </a:prstGeom>
        </p:spPr>
      </p:pic>
      <p:pic>
        <p:nvPicPr>
          <p:cNvPr id="13" name="Imagen 12">
            <a:extLst>
              <a:ext uri="{FF2B5EF4-FFF2-40B4-BE49-F238E27FC236}">
                <a16:creationId xmlns:a16="http://schemas.microsoft.com/office/drawing/2014/main" id="{1725ECB5-3E8B-6DED-7128-601BD38C50C4}"/>
              </a:ext>
            </a:extLst>
          </p:cNvPr>
          <p:cNvPicPr>
            <a:picLocks noChangeAspect="1"/>
          </p:cNvPicPr>
          <p:nvPr/>
        </p:nvPicPr>
        <p:blipFill>
          <a:blip r:embed="rId6"/>
          <a:srcRect l="23278" t="21261" r="65575" b="67134"/>
          <a:stretch/>
        </p:blipFill>
        <p:spPr>
          <a:xfrm>
            <a:off x="9811095" y="-1"/>
            <a:ext cx="641673" cy="579561"/>
          </a:xfrm>
          <a:prstGeom prst="rect">
            <a:avLst/>
          </a:prstGeom>
        </p:spPr>
      </p:pic>
      <p:pic>
        <p:nvPicPr>
          <p:cNvPr id="14" name="Imagen 13">
            <a:extLst>
              <a:ext uri="{FF2B5EF4-FFF2-40B4-BE49-F238E27FC236}">
                <a16:creationId xmlns:a16="http://schemas.microsoft.com/office/drawing/2014/main" id="{25A73574-7F47-F5FA-5779-FF820A935F4F}"/>
              </a:ext>
            </a:extLst>
          </p:cNvPr>
          <p:cNvPicPr>
            <a:picLocks noChangeAspect="1"/>
          </p:cNvPicPr>
          <p:nvPr/>
        </p:nvPicPr>
        <p:blipFill>
          <a:blip r:embed="rId6"/>
          <a:srcRect l="23278" t="21261" r="65575" b="67134"/>
          <a:stretch/>
        </p:blipFill>
        <p:spPr>
          <a:xfrm>
            <a:off x="8098566" y="-1"/>
            <a:ext cx="641673" cy="579561"/>
          </a:xfrm>
          <a:prstGeom prst="rect">
            <a:avLst/>
          </a:prstGeom>
        </p:spPr>
      </p:pic>
    </p:spTree>
    <p:extLst>
      <p:ext uri="{BB962C8B-B14F-4D97-AF65-F5344CB8AC3E}">
        <p14:creationId xmlns:p14="http://schemas.microsoft.com/office/powerpoint/2010/main" val="29876823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12A9-D566-3395-C463-B7230B616834}"/>
            </a:ext>
          </a:extLst>
        </p:cNvPr>
        <p:cNvGrpSpPr/>
        <p:nvPr/>
      </p:nvGrpSpPr>
      <p:grpSpPr>
        <a:xfrm>
          <a:off x="0" y="0"/>
          <a:ext cx="0" cy="0"/>
          <a:chOff x="0" y="0"/>
          <a:chExt cx="0" cy="0"/>
        </a:xfrm>
      </p:grpSpPr>
      <p:pic>
        <p:nvPicPr>
          <p:cNvPr id="20" name="Imagen 19">
            <a:extLst>
              <a:ext uri="{FF2B5EF4-FFF2-40B4-BE49-F238E27FC236}">
                <a16:creationId xmlns:a16="http://schemas.microsoft.com/office/drawing/2014/main" id="{562C2023-4D59-963A-095F-B6AE78CE44FA}"/>
              </a:ext>
            </a:extLst>
          </p:cNvPr>
          <p:cNvPicPr>
            <a:picLocks noChangeAspect="1"/>
          </p:cNvPicPr>
          <p:nvPr/>
        </p:nvPicPr>
        <p:blipFill>
          <a:blip r:embed="rId3"/>
          <a:srcRect l="33916" t="6975" r="54937" b="81420"/>
          <a:stretch/>
        </p:blipFill>
        <p:spPr>
          <a:xfrm>
            <a:off x="8199495" y="206504"/>
            <a:ext cx="645272" cy="671745"/>
          </a:xfrm>
          <a:prstGeom prst="rect">
            <a:avLst/>
          </a:prstGeom>
        </p:spPr>
      </p:pic>
      <p:pic>
        <p:nvPicPr>
          <p:cNvPr id="21" name="Imagen 20">
            <a:extLst>
              <a:ext uri="{FF2B5EF4-FFF2-40B4-BE49-F238E27FC236}">
                <a16:creationId xmlns:a16="http://schemas.microsoft.com/office/drawing/2014/main" id="{D6D9072A-F999-B0C0-1A81-6B8A404F677C}"/>
              </a:ext>
            </a:extLst>
          </p:cNvPr>
          <p:cNvPicPr>
            <a:picLocks noChangeAspect="1"/>
          </p:cNvPicPr>
          <p:nvPr/>
        </p:nvPicPr>
        <p:blipFill>
          <a:blip r:embed="rId3"/>
          <a:srcRect l="44516" t="6975" r="44337" b="81420"/>
          <a:stretch/>
        </p:blipFill>
        <p:spPr>
          <a:xfrm>
            <a:off x="6974927" y="206504"/>
            <a:ext cx="645272" cy="671745"/>
          </a:xfrm>
          <a:prstGeom prst="rect">
            <a:avLst/>
          </a:prstGeom>
        </p:spPr>
      </p:pic>
      <p:pic>
        <p:nvPicPr>
          <p:cNvPr id="22" name="Imagen 21">
            <a:extLst>
              <a:ext uri="{FF2B5EF4-FFF2-40B4-BE49-F238E27FC236}">
                <a16:creationId xmlns:a16="http://schemas.microsoft.com/office/drawing/2014/main" id="{158FDB85-A1C5-61CF-49EE-C6C5EC02DD97}"/>
              </a:ext>
            </a:extLst>
          </p:cNvPr>
          <p:cNvPicPr>
            <a:picLocks noChangeAspect="1"/>
          </p:cNvPicPr>
          <p:nvPr/>
        </p:nvPicPr>
        <p:blipFill>
          <a:blip r:embed="rId3"/>
          <a:srcRect l="55117" t="6975" r="33736" b="81420"/>
          <a:stretch/>
        </p:blipFill>
        <p:spPr>
          <a:xfrm>
            <a:off x="6362643" y="206504"/>
            <a:ext cx="645272" cy="671745"/>
          </a:xfrm>
          <a:prstGeom prst="rect">
            <a:avLst/>
          </a:prstGeom>
        </p:spPr>
      </p:pic>
      <p:pic>
        <p:nvPicPr>
          <p:cNvPr id="24" name="Imagen 23">
            <a:extLst>
              <a:ext uri="{FF2B5EF4-FFF2-40B4-BE49-F238E27FC236}">
                <a16:creationId xmlns:a16="http://schemas.microsoft.com/office/drawing/2014/main" id="{E9BC1A5E-4D09-E17D-68AE-FD760D54086D}"/>
              </a:ext>
            </a:extLst>
          </p:cNvPr>
          <p:cNvPicPr>
            <a:picLocks noChangeAspect="1"/>
          </p:cNvPicPr>
          <p:nvPr/>
        </p:nvPicPr>
        <p:blipFill>
          <a:blip r:embed="rId3"/>
          <a:srcRect l="76281" t="21082" r="12572" b="67313"/>
          <a:stretch/>
        </p:blipFill>
        <p:spPr>
          <a:xfrm>
            <a:off x="10648627" y="206504"/>
            <a:ext cx="645272" cy="671745"/>
          </a:xfrm>
          <a:prstGeom prst="rect">
            <a:avLst/>
          </a:prstGeom>
        </p:spPr>
      </p:pic>
      <p:pic>
        <p:nvPicPr>
          <p:cNvPr id="25" name="Imagen 24">
            <a:extLst>
              <a:ext uri="{FF2B5EF4-FFF2-40B4-BE49-F238E27FC236}">
                <a16:creationId xmlns:a16="http://schemas.microsoft.com/office/drawing/2014/main" id="{68613FBA-9D50-15E4-D0BB-B6F98B7D0345}"/>
              </a:ext>
            </a:extLst>
          </p:cNvPr>
          <p:cNvPicPr>
            <a:picLocks noChangeAspect="1"/>
          </p:cNvPicPr>
          <p:nvPr/>
        </p:nvPicPr>
        <p:blipFill>
          <a:blip r:embed="rId3"/>
          <a:srcRect l="12624" t="34906" r="76229" b="53489"/>
          <a:stretch/>
        </p:blipFill>
        <p:spPr>
          <a:xfrm>
            <a:off x="10036347" y="206504"/>
            <a:ext cx="645272" cy="671745"/>
          </a:xfrm>
          <a:prstGeom prst="rect">
            <a:avLst/>
          </a:prstGeom>
        </p:spPr>
      </p:pic>
      <p:pic>
        <p:nvPicPr>
          <p:cNvPr id="26" name="Imagen 25">
            <a:extLst>
              <a:ext uri="{FF2B5EF4-FFF2-40B4-BE49-F238E27FC236}">
                <a16:creationId xmlns:a16="http://schemas.microsoft.com/office/drawing/2014/main" id="{F7558F95-0DE0-49A3-B9A5-09685F10E9E2}"/>
              </a:ext>
            </a:extLst>
          </p:cNvPr>
          <p:cNvPicPr>
            <a:picLocks noChangeAspect="1"/>
          </p:cNvPicPr>
          <p:nvPr/>
        </p:nvPicPr>
        <p:blipFill>
          <a:blip r:embed="rId3"/>
          <a:srcRect l="23536" t="34892" r="65317" b="53503"/>
          <a:stretch/>
        </p:blipFill>
        <p:spPr>
          <a:xfrm>
            <a:off x="5138075" y="206504"/>
            <a:ext cx="645272" cy="671745"/>
          </a:xfrm>
          <a:prstGeom prst="rect">
            <a:avLst/>
          </a:prstGeom>
        </p:spPr>
      </p:pic>
      <p:pic>
        <p:nvPicPr>
          <p:cNvPr id="27" name="Imagen 26">
            <a:extLst>
              <a:ext uri="{FF2B5EF4-FFF2-40B4-BE49-F238E27FC236}">
                <a16:creationId xmlns:a16="http://schemas.microsoft.com/office/drawing/2014/main" id="{57AB6C0E-FECA-D1F2-8647-F0C8767F0527}"/>
              </a:ext>
            </a:extLst>
          </p:cNvPr>
          <p:cNvPicPr>
            <a:picLocks noChangeAspect="1"/>
          </p:cNvPicPr>
          <p:nvPr/>
        </p:nvPicPr>
        <p:blipFill>
          <a:blip r:embed="rId3"/>
          <a:srcRect l="44479" t="34951" r="44374" b="53444"/>
          <a:stretch/>
        </p:blipFill>
        <p:spPr>
          <a:xfrm>
            <a:off x="5750359" y="206504"/>
            <a:ext cx="645272" cy="671745"/>
          </a:xfrm>
          <a:prstGeom prst="rect">
            <a:avLst/>
          </a:prstGeom>
        </p:spPr>
      </p:pic>
      <p:pic>
        <p:nvPicPr>
          <p:cNvPr id="28" name="Imagen 27">
            <a:extLst>
              <a:ext uri="{FF2B5EF4-FFF2-40B4-BE49-F238E27FC236}">
                <a16:creationId xmlns:a16="http://schemas.microsoft.com/office/drawing/2014/main" id="{1DD4AD19-C644-F78A-2FB7-413A3D891932}"/>
              </a:ext>
            </a:extLst>
          </p:cNvPr>
          <p:cNvPicPr>
            <a:picLocks noChangeAspect="1"/>
          </p:cNvPicPr>
          <p:nvPr/>
        </p:nvPicPr>
        <p:blipFill>
          <a:blip r:embed="rId3"/>
          <a:srcRect l="65685" t="34869" r="23168" b="53526"/>
          <a:stretch/>
        </p:blipFill>
        <p:spPr>
          <a:xfrm>
            <a:off x="8811779" y="206504"/>
            <a:ext cx="645272" cy="671745"/>
          </a:xfrm>
          <a:prstGeom prst="rect">
            <a:avLst/>
          </a:prstGeom>
        </p:spPr>
      </p:pic>
      <p:pic>
        <p:nvPicPr>
          <p:cNvPr id="30" name="Imagen 29">
            <a:extLst>
              <a:ext uri="{FF2B5EF4-FFF2-40B4-BE49-F238E27FC236}">
                <a16:creationId xmlns:a16="http://schemas.microsoft.com/office/drawing/2014/main" id="{FC0D7E07-BDC1-1B62-A33F-D2B417849041}"/>
              </a:ext>
            </a:extLst>
          </p:cNvPr>
          <p:cNvPicPr>
            <a:picLocks noChangeAspect="1"/>
          </p:cNvPicPr>
          <p:nvPr/>
        </p:nvPicPr>
        <p:blipFill>
          <a:blip r:embed="rId3"/>
          <a:srcRect l="23278" t="21261" r="65575" b="67134"/>
          <a:stretch/>
        </p:blipFill>
        <p:spPr>
          <a:xfrm>
            <a:off x="9424063" y="206504"/>
            <a:ext cx="645272" cy="671745"/>
          </a:xfrm>
          <a:prstGeom prst="rect">
            <a:avLst/>
          </a:prstGeom>
        </p:spPr>
      </p:pic>
      <p:pic>
        <p:nvPicPr>
          <p:cNvPr id="33" name="Imagen 32">
            <a:extLst>
              <a:ext uri="{FF2B5EF4-FFF2-40B4-BE49-F238E27FC236}">
                <a16:creationId xmlns:a16="http://schemas.microsoft.com/office/drawing/2014/main" id="{5A90014D-892B-9F94-602A-C249F41FF488}"/>
              </a:ext>
            </a:extLst>
          </p:cNvPr>
          <p:cNvPicPr>
            <a:picLocks noChangeAspect="1"/>
          </p:cNvPicPr>
          <p:nvPr/>
        </p:nvPicPr>
        <p:blipFill>
          <a:blip r:embed="rId3"/>
          <a:srcRect l="23278" t="21261" r="65575" b="67134"/>
          <a:stretch/>
        </p:blipFill>
        <p:spPr>
          <a:xfrm>
            <a:off x="7587207" y="206504"/>
            <a:ext cx="645272" cy="671745"/>
          </a:xfrm>
          <a:prstGeom prst="rect">
            <a:avLst/>
          </a:prstGeom>
        </p:spPr>
      </p:pic>
      <p:pic>
        <p:nvPicPr>
          <p:cNvPr id="6" name="Imagen 5">
            <a:extLst>
              <a:ext uri="{FF2B5EF4-FFF2-40B4-BE49-F238E27FC236}">
                <a16:creationId xmlns:a16="http://schemas.microsoft.com/office/drawing/2014/main" id="{C28AB43B-486D-2565-E409-E8E0AF376A68}"/>
              </a:ext>
            </a:extLst>
          </p:cNvPr>
          <p:cNvPicPr>
            <a:picLocks noChangeAspect="1"/>
          </p:cNvPicPr>
          <p:nvPr/>
        </p:nvPicPr>
        <p:blipFill>
          <a:blip r:embed="rId4"/>
          <a:stretch>
            <a:fillRect/>
          </a:stretch>
        </p:blipFill>
        <p:spPr>
          <a:xfrm>
            <a:off x="4023643" y="148547"/>
            <a:ext cx="7772400" cy="3349305"/>
          </a:xfrm>
          <a:prstGeom prst="rect">
            <a:avLst/>
          </a:prstGeom>
        </p:spPr>
      </p:pic>
      <p:pic>
        <p:nvPicPr>
          <p:cNvPr id="8" name="Imagen 7">
            <a:extLst>
              <a:ext uri="{FF2B5EF4-FFF2-40B4-BE49-F238E27FC236}">
                <a16:creationId xmlns:a16="http://schemas.microsoft.com/office/drawing/2014/main" id="{79769268-5C56-D420-A071-0674A2FC546A}"/>
              </a:ext>
            </a:extLst>
          </p:cNvPr>
          <p:cNvPicPr>
            <a:picLocks noChangeAspect="1"/>
          </p:cNvPicPr>
          <p:nvPr/>
        </p:nvPicPr>
        <p:blipFill>
          <a:blip r:embed="rId5"/>
          <a:stretch>
            <a:fillRect/>
          </a:stretch>
        </p:blipFill>
        <p:spPr>
          <a:xfrm>
            <a:off x="4023643" y="3660422"/>
            <a:ext cx="7772400" cy="3095080"/>
          </a:xfrm>
          <a:prstGeom prst="rect">
            <a:avLst/>
          </a:prstGeom>
        </p:spPr>
      </p:pic>
      <p:sp>
        <p:nvSpPr>
          <p:cNvPr id="10" name="CuadroTexto 9">
            <a:extLst>
              <a:ext uri="{FF2B5EF4-FFF2-40B4-BE49-F238E27FC236}">
                <a16:creationId xmlns:a16="http://schemas.microsoft.com/office/drawing/2014/main" id="{02D53021-3866-3167-59AC-4936F56A5D55}"/>
              </a:ext>
            </a:extLst>
          </p:cNvPr>
          <p:cNvSpPr txBox="1"/>
          <p:nvPr/>
        </p:nvSpPr>
        <p:spPr>
          <a:xfrm>
            <a:off x="648497" y="4325338"/>
            <a:ext cx="1699963" cy="707886"/>
          </a:xfrm>
          <a:prstGeom prst="rect">
            <a:avLst/>
          </a:prstGeom>
          <a:noFill/>
        </p:spPr>
        <p:txBody>
          <a:bodyPr wrap="square">
            <a:spAutoFit/>
          </a:bodyPr>
          <a:lstStyle/>
          <a:p>
            <a:r>
              <a:rPr lang="es-MX" sz="2000" dirty="0">
                <a:solidFill>
                  <a:schemeClr val="bg1"/>
                </a:solidFill>
                <a:latin typeface=".AppleSystemUIFont"/>
              </a:rPr>
              <a:t>AIC: </a:t>
            </a:r>
            <a:r>
              <a:rPr lang="es-MX" sz="2000" dirty="0">
                <a:solidFill>
                  <a:srgbClr val="FCA701"/>
                </a:solidFill>
                <a:latin typeface=".AppleSystemUIFont"/>
              </a:rPr>
              <a:t>27397.68</a:t>
            </a:r>
          </a:p>
          <a:p>
            <a:r>
              <a:rPr lang="es-MX" sz="2000" dirty="0">
                <a:solidFill>
                  <a:schemeClr val="bg1"/>
                </a:solidFill>
                <a:latin typeface=".AppleSystemUIFont"/>
              </a:rPr>
              <a:t>PC: </a:t>
            </a:r>
            <a:r>
              <a:rPr lang="es-MX" sz="2000" dirty="0">
                <a:solidFill>
                  <a:srgbClr val="FCA701"/>
                </a:solidFill>
                <a:latin typeface=".AppleSystemUIFont"/>
              </a:rPr>
              <a:t>6</a:t>
            </a:r>
            <a:endParaRPr lang="en-CA" sz="2000" dirty="0">
              <a:solidFill>
                <a:srgbClr val="FCA701"/>
              </a:solidFill>
            </a:endParaRPr>
          </a:p>
        </p:txBody>
      </p:sp>
      <p:sp>
        <p:nvSpPr>
          <p:cNvPr id="11" name="CuadroTexto 10">
            <a:extLst>
              <a:ext uri="{FF2B5EF4-FFF2-40B4-BE49-F238E27FC236}">
                <a16:creationId xmlns:a16="http://schemas.microsoft.com/office/drawing/2014/main" id="{DCD1CF23-DDF5-F6EB-DD4F-E0418C64DB1B}"/>
              </a:ext>
            </a:extLst>
          </p:cNvPr>
          <p:cNvSpPr txBox="1"/>
          <p:nvPr/>
        </p:nvSpPr>
        <p:spPr>
          <a:xfrm>
            <a:off x="673278" y="1824776"/>
            <a:ext cx="2157711" cy="707886"/>
          </a:xfrm>
          <a:prstGeom prst="rect">
            <a:avLst/>
          </a:prstGeom>
          <a:noFill/>
        </p:spPr>
        <p:txBody>
          <a:bodyPr wrap="square">
            <a:spAutoFit/>
          </a:bodyPr>
          <a:lstStyle/>
          <a:p>
            <a:r>
              <a:rPr lang="es-MX" sz="2000" dirty="0">
                <a:solidFill>
                  <a:schemeClr val="bg1"/>
                </a:solidFill>
                <a:latin typeface=".AppleSystemUIFont"/>
              </a:rPr>
              <a:t>AIC: </a:t>
            </a:r>
            <a:r>
              <a:rPr lang="es-MX" sz="2000" dirty="0">
                <a:solidFill>
                  <a:srgbClr val="FCA701"/>
                </a:solidFill>
                <a:latin typeface=".AppleSystemUIFont"/>
              </a:rPr>
              <a:t>111977.4</a:t>
            </a:r>
          </a:p>
          <a:p>
            <a:r>
              <a:rPr lang="es-MX" sz="2000" dirty="0">
                <a:solidFill>
                  <a:schemeClr val="bg1"/>
                </a:solidFill>
                <a:latin typeface=".AppleSystemUIFont"/>
              </a:rPr>
              <a:t>Variables: </a:t>
            </a:r>
            <a:r>
              <a:rPr lang="es-MX" sz="2000" dirty="0">
                <a:solidFill>
                  <a:srgbClr val="FCA701"/>
                </a:solidFill>
                <a:latin typeface=".AppleSystemUIFont"/>
              </a:rPr>
              <a:t>all</a:t>
            </a:r>
            <a:endParaRPr lang="en-CA" sz="2000" dirty="0">
              <a:solidFill>
                <a:srgbClr val="FCA701"/>
              </a:solidFill>
            </a:endParaRPr>
          </a:p>
        </p:txBody>
      </p:sp>
      <p:sp>
        <p:nvSpPr>
          <p:cNvPr id="13" name="Elipse 12">
            <a:extLst>
              <a:ext uri="{FF2B5EF4-FFF2-40B4-BE49-F238E27FC236}">
                <a16:creationId xmlns:a16="http://schemas.microsoft.com/office/drawing/2014/main" id="{BE446AF9-1D57-741C-A8B2-C618EBBDE377}"/>
              </a:ext>
            </a:extLst>
          </p:cNvPr>
          <p:cNvSpPr/>
          <p:nvPr/>
        </p:nvSpPr>
        <p:spPr>
          <a:xfrm>
            <a:off x="3757353" y="3059628"/>
            <a:ext cx="1928552" cy="495473"/>
          </a:xfrm>
          <a:prstGeom prst="ellipse">
            <a:avLst/>
          </a:prstGeom>
          <a:noFill/>
          <a:ln w="38100">
            <a:solidFill>
              <a:srgbClr val="FFB7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rgbClr val="FCA701"/>
              </a:solidFill>
            </a:endParaRPr>
          </a:p>
        </p:txBody>
      </p:sp>
      <p:sp>
        <p:nvSpPr>
          <p:cNvPr id="14" name="Elipse 13">
            <a:extLst>
              <a:ext uri="{FF2B5EF4-FFF2-40B4-BE49-F238E27FC236}">
                <a16:creationId xmlns:a16="http://schemas.microsoft.com/office/drawing/2014/main" id="{8838B592-6A2D-7B62-D35B-8D6967D33948}"/>
              </a:ext>
            </a:extLst>
          </p:cNvPr>
          <p:cNvSpPr/>
          <p:nvPr/>
        </p:nvSpPr>
        <p:spPr>
          <a:xfrm>
            <a:off x="3873731" y="6177297"/>
            <a:ext cx="1662546" cy="415636"/>
          </a:xfrm>
          <a:prstGeom prst="ellipse">
            <a:avLst/>
          </a:prstGeom>
          <a:noFill/>
          <a:ln w="38100">
            <a:solidFill>
              <a:srgbClr val="FFB7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rgbClr val="FCA701"/>
              </a:solidFill>
            </a:endParaRPr>
          </a:p>
        </p:txBody>
      </p:sp>
      <p:sp>
        <p:nvSpPr>
          <p:cNvPr id="16" name="CuadroTexto 15">
            <a:extLst>
              <a:ext uri="{FF2B5EF4-FFF2-40B4-BE49-F238E27FC236}">
                <a16:creationId xmlns:a16="http://schemas.microsoft.com/office/drawing/2014/main" id="{7275C6A7-7D6F-BAE1-8B22-9625747E3AE5}"/>
              </a:ext>
            </a:extLst>
          </p:cNvPr>
          <p:cNvSpPr txBox="1"/>
          <p:nvPr/>
        </p:nvSpPr>
        <p:spPr>
          <a:xfrm>
            <a:off x="673278" y="1189973"/>
            <a:ext cx="3515875" cy="707886"/>
          </a:xfrm>
          <a:prstGeom prst="rect">
            <a:avLst/>
          </a:prstGeom>
          <a:noFill/>
        </p:spPr>
        <p:txBody>
          <a:bodyPr wrap="square">
            <a:spAutoFit/>
          </a:bodyPr>
          <a:lstStyle/>
          <a:p>
            <a:r>
              <a:rPr lang="en-CA" sz="2000" b="1" dirty="0">
                <a:solidFill>
                  <a:srgbClr val="FFC000"/>
                </a:solidFill>
              </a:rPr>
              <a:t>Multinomial Logistic Regression </a:t>
            </a:r>
            <a:endParaRPr lang="en-CA" sz="2000" dirty="0"/>
          </a:p>
        </p:txBody>
      </p:sp>
      <p:sp>
        <p:nvSpPr>
          <p:cNvPr id="17" name="CuadroTexto 16">
            <a:extLst>
              <a:ext uri="{FF2B5EF4-FFF2-40B4-BE49-F238E27FC236}">
                <a16:creationId xmlns:a16="http://schemas.microsoft.com/office/drawing/2014/main" id="{1D00641D-B8D0-896F-F79B-3387175EBA13}"/>
              </a:ext>
            </a:extLst>
          </p:cNvPr>
          <p:cNvSpPr txBox="1"/>
          <p:nvPr/>
        </p:nvSpPr>
        <p:spPr>
          <a:xfrm>
            <a:off x="673278" y="3819957"/>
            <a:ext cx="3515875" cy="400110"/>
          </a:xfrm>
          <a:prstGeom prst="rect">
            <a:avLst/>
          </a:prstGeom>
          <a:noFill/>
        </p:spPr>
        <p:txBody>
          <a:bodyPr wrap="square">
            <a:spAutoFit/>
          </a:bodyPr>
          <a:lstStyle/>
          <a:p>
            <a:r>
              <a:rPr lang="en-CA" sz="2000" b="1" dirty="0">
                <a:solidFill>
                  <a:srgbClr val="FFC000"/>
                </a:solidFill>
              </a:rPr>
              <a:t>PCA Regression</a:t>
            </a:r>
            <a:endParaRPr lang="en-CA" sz="2000" dirty="0"/>
          </a:p>
        </p:txBody>
      </p:sp>
    </p:spTree>
    <p:extLst>
      <p:ext uri="{BB962C8B-B14F-4D97-AF65-F5344CB8AC3E}">
        <p14:creationId xmlns:p14="http://schemas.microsoft.com/office/powerpoint/2010/main" val="38544640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7A219-FDE0-2084-9D5A-6086A199A4F4}"/>
            </a:ext>
          </a:extLst>
        </p:cNvPr>
        <p:cNvGrpSpPr/>
        <p:nvPr/>
      </p:nvGrpSpPr>
      <p:grpSpPr>
        <a:xfrm>
          <a:off x="0" y="0"/>
          <a:ext cx="0" cy="0"/>
          <a:chOff x="0" y="0"/>
          <a:chExt cx="0" cy="0"/>
        </a:xfrm>
      </p:grpSpPr>
      <p:sp>
        <p:nvSpPr>
          <p:cNvPr id="38" name="CuadroTexto 37">
            <a:extLst>
              <a:ext uri="{FF2B5EF4-FFF2-40B4-BE49-F238E27FC236}">
                <a16:creationId xmlns:a16="http://schemas.microsoft.com/office/drawing/2014/main" id="{B0F89685-FCA8-DA71-CAEA-0AA8F28D6725}"/>
              </a:ext>
            </a:extLst>
          </p:cNvPr>
          <p:cNvSpPr txBox="1"/>
          <p:nvPr/>
        </p:nvSpPr>
        <p:spPr>
          <a:xfrm>
            <a:off x="646113" y="662007"/>
            <a:ext cx="6220690" cy="461665"/>
          </a:xfrm>
          <a:prstGeom prst="rect">
            <a:avLst/>
          </a:prstGeom>
          <a:noFill/>
        </p:spPr>
        <p:txBody>
          <a:bodyPr wrap="square">
            <a:spAutoFit/>
          </a:bodyPr>
          <a:lstStyle/>
          <a:p>
            <a:r>
              <a:rPr lang="es-MX" sz="2400" b="1" dirty="0">
                <a:solidFill>
                  <a:srgbClr val="FCA701"/>
                </a:solidFill>
                <a:effectLst/>
                <a:latin typeface=".AppleSystemUIFont"/>
              </a:rPr>
              <a:t>Logistic</a:t>
            </a:r>
            <a:r>
              <a:rPr lang="es-MX" sz="2400" b="1" dirty="0">
                <a:solidFill>
                  <a:schemeClr val="bg1"/>
                </a:solidFill>
                <a:effectLst/>
                <a:latin typeface=".AppleSystemUIFont"/>
              </a:rPr>
              <a:t> </a:t>
            </a:r>
            <a:r>
              <a:rPr lang="es-MX" sz="2400" b="1" dirty="0">
                <a:solidFill>
                  <a:srgbClr val="FCA701"/>
                </a:solidFill>
                <a:effectLst/>
                <a:latin typeface=".AppleSystemUIFont"/>
              </a:rPr>
              <a:t>Regression</a:t>
            </a:r>
            <a:endParaRPr lang="en-CA" sz="2400" dirty="0">
              <a:solidFill>
                <a:srgbClr val="FCA701"/>
              </a:solidFill>
            </a:endParaRPr>
          </a:p>
        </p:txBody>
      </p:sp>
      <p:pic>
        <p:nvPicPr>
          <p:cNvPr id="3" name="Imagen 2">
            <a:extLst>
              <a:ext uri="{FF2B5EF4-FFF2-40B4-BE49-F238E27FC236}">
                <a16:creationId xmlns:a16="http://schemas.microsoft.com/office/drawing/2014/main" id="{D722C236-BE78-7788-A506-501D167F309F}"/>
              </a:ext>
            </a:extLst>
          </p:cNvPr>
          <p:cNvPicPr>
            <a:picLocks noChangeAspect="1"/>
          </p:cNvPicPr>
          <p:nvPr/>
        </p:nvPicPr>
        <p:blipFill>
          <a:blip r:embed="rId3"/>
          <a:stretch>
            <a:fillRect/>
          </a:stretch>
        </p:blipFill>
        <p:spPr>
          <a:xfrm>
            <a:off x="269877" y="1559054"/>
            <a:ext cx="6896100" cy="1447800"/>
          </a:xfrm>
          <a:prstGeom prst="rect">
            <a:avLst/>
          </a:prstGeom>
        </p:spPr>
      </p:pic>
      <p:pic>
        <p:nvPicPr>
          <p:cNvPr id="44034" name="Picture 2" descr="This is exactly how many days ahead you should buy a plane ticket -  MarketWatch">
            <a:extLst>
              <a:ext uri="{FF2B5EF4-FFF2-40B4-BE49-F238E27FC236}">
                <a16:creationId xmlns:a16="http://schemas.microsoft.com/office/drawing/2014/main" id="{9146ED5D-2744-A4EA-46A3-9764BCE401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8177" y="1559054"/>
            <a:ext cx="4604655" cy="2592059"/>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E2144E4-743F-6282-AC44-E50CA6A5722E}"/>
              </a:ext>
            </a:extLst>
          </p:cNvPr>
          <p:cNvSpPr txBox="1"/>
          <p:nvPr/>
        </p:nvSpPr>
        <p:spPr>
          <a:xfrm>
            <a:off x="365991" y="3808246"/>
            <a:ext cx="6780935" cy="2231380"/>
          </a:xfrm>
          <a:prstGeom prst="rect">
            <a:avLst/>
          </a:prstGeom>
          <a:noFill/>
        </p:spPr>
        <p:txBody>
          <a:bodyPr wrap="square">
            <a:spAutoFit/>
          </a:bodyPr>
          <a:lstStyle/>
          <a:p>
            <a:pPr marL="342900" indent="-342900">
              <a:spcBef>
                <a:spcPts val="900"/>
              </a:spcBef>
              <a:buFont typeface="Arial" panose="020B0604020202020204" pitchFamily="34" charset="0"/>
              <a:buChar char="•"/>
            </a:pPr>
            <a:r>
              <a:rPr lang="en-CA" sz="2000" dirty="0">
                <a:solidFill>
                  <a:schemeClr val="bg1"/>
                </a:solidFill>
              </a:rPr>
              <a:t>Accuracy: </a:t>
            </a:r>
            <a:r>
              <a:rPr lang="en-CA" sz="2000" dirty="0">
                <a:solidFill>
                  <a:srgbClr val="FFB738"/>
                </a:solidFill>
              </a:rPr>
              <a:t>0</a:t>
            </a:r>
            <a:r>
              <a:rPr lang="en-CA" sz="2000" dirty="0">
                <a:solidFill>
                  <a:srgbClr val="FCA701"/>
                </a:solidFill>
              </a:rPr>
              <a:t>.984</a:t>
            </a:r>
          </a:p>
          <a:p>
            <a:pPr marL="342900" indent="-342900">
              <a:spcBef>
                <a:spcPts val="900"/>
              </a:spcBef>
              <a:buFont typeface="Arial" panose="020B0604020202020204" pitchFamily="34" charset="0"/>
              <a:buChar char="•"/>
            </a:pPr>
            <a:endParaRPr lang="en-CA" sz="2000" dirty="0">
              <a:solidFill>
                <a:schemeClr val="bg1"/>
              </a:solidFill>
            </a:endParaRPr>
          </a:p>
          <a:p>
            <a:pPr marL="342900" indent="-342900">
              <a:spcBef>
                <a:spcPts val="900"/>
              </a:spcBef>
              <a:buFont typeface="Arial" panose="020B0604020202020204" pitchFamily="34" charset="0"/>
              <a:buChar char="•"/>
            </a:pPr>
            <a:r>
              <a:rPr lang="en-CA" sz="2000" dirty="0">
                <a:solidFill>
                  <a:schemeClr val="bg1"/>
                </a:solidFill>
              </a:rPr>
              <a:t>We can identify imbalances in class-specific predictions. For example, "Short Delay" and "Long Delay" dominate the dataset, which may affect predictions for smaller classes like "No Delay" and "Very Long Delay.</a:t>
            </a:r>
          </a:p>
        </p:txBody>
      </p:sp>
      <p:pic>
        <p:nvPicPr>
          <p:cNvPr id="8" name="Imagen 7">
            <a:extLst>
              <a:ext uri="{FF2B5EF4-FFF2-40B4-BE49-F238E27FC236}">
                <a16:creationId xmlns:a16="http://schemas.microsoft.com/office/drawing/2014/main" id="{5AF74816-D295-622A-97CD-AE44CDD6CBCB}"/>
              </a:ext>
            </a:extLst>
          </p:cNvPr>
          <p:cNvPicPr>
            <a:picLocks noChangeAspect="1"/>
          </p:cNvPicPr>
          <p:nvPr/>
        </p:nvPicPr>
        <p:blipFill>
          <a:blip r:embed="rId5"/>
          <a:stretch>
            <a:fillRect/>
          </a:stretch>
        </p:blipFill>
        <p:spPr>
          <a:xfrm>
            <a:off x="3165476" y="3682123"/>
            <a:ext cx="1803400" cy="711200"/>
          </a:xfrm>
          <a:prstGeom prst="rect">
            <a:avLst/>
          </a:prstGeom>
        </p:spPr>
      </p:pic>
      <p:pic>
        <p:nvPicPr>
          <p:cNvPr id="2" name="Imagen 1">
            <a:extLst>
              <a:ext uri="{FF2B5EF4-FFF2-40B4-BE49-F238E27FC236}">
                <a16:creationId xmlns:a16="http://schemas.microsoft.com/office/drawing/2014/main" id="{DB9ECC71-D5E9-3579-76CA-9FAD22D47DE6}"/>
              </a:ext>
            </a:extLst>
          </p:cNvPr>
          <p:cNvPicPr>
            <a:picLocks noChangeAspect="1"/>
          </p:cNvPicPr>
          <p:nvPr/>
        </p:nvPicPr>
        <p:blipFill>
          <a:blip r:embed="rId6"/>
          <a:srcRect l="33916" t="6975" r="54937" b="81420"/>
          <a:stretch/>
        </p:blipFill>
        <p:spPr>
          <a:xfrm>
            <a:off x="8669409" y="-1"/>
            <a:ext cx="641673" cy="579561"/>
          </a:xfrm>
          <a:prstGeom prst="rect">
            <a:avLst/>
          </a:prstGeom>
        </p:spPr>
      </p:pic>
      <p:pic>
        <p:nvPicPr>
          <p:cNvPr id="4" name="Imagen 3">
            <a:extLst>
              <a:ext uri="{FF2B5EF4-FFF2-40B4-BE49-F238E27FC236}">
                <a16:creationId xmlns:a16="http://schemas.microsoft.com/office/drawing/2014/main" id="{C1104C9D-233D-0CF9-B653-611FCFC9ED68}"/>
              </a:ext>
            </a:extLst>
          </p:cNvPr>
          <p:cNvPicPr>
            <a:picLocks noChangeAspect="1"/>
          </p:cNvPicPr>
          <p:nvPr/>
        </p:nvPicPr>
        <p:blipFill>
          <a:blip r:embed="rId6"/>
          <a:srcRect l="44516" t="6975" r="44337" b="81420"/>
          <a:stretch/>
        </p:blipFill>
        <p:spPr>
          <a:xfrm>
            <a:off x="7527723" y="-1"/>
            <a:ext cx="641673" cy="579561"/>
          </a:xfrm>
          <a:prstGeom prst="rect">
            <a:avLst/>
          </a:prstGeom>
        </p:spPr>
      </p:pic>
      <p:pic>
        <p:nvPicPr>
          <p:cNvPr id="5" name="Imagen 4">
            <a:extLst>
              <a:ext uri="{FF2B5EF4-FFF2-40B4-BE49-F238E27FC236}">
                <a16:creationId xmlns:a16="http://schemas.microsoft.com/office/drawing/2014/main" id="{B92C7620-CE45-7C74-E5E4-68181A191118}"/>
              </a:ext>
            </a:extLst>
          </p:cNvPr>
          <p:cNvPicPr>
            <a:picLocks noChangeAspect="1"/>
          </p:cNvPicPr>
          <p:nvPr/>
        </p:nvPicPr>
        <p:blipFill>
          <a:blip r:embed="rId6"/>
          <a:srcRect l="55117" t="6975" r="33736" b="81420"/>
          <a:stretch/>
        </p:blipFill>
        <p:spPr>
          <a:xfrm>
            <a:off x="6940737" y="-1"/>
            <a:ext cx="641673" cy="579561"/>
          </a:xfrm>
          <a:prstGeom prst="rect">
            <a:avLst/>
          </a:prstGeom>
        </p:spPr>
      </p:pic>
      <p:pic>
        <p:nvPicPr>
          <p:cNvPr id="7" name="Imagen 6">
            <a:extLst>
              <a:ext uri="{FF2B5EF4-FFF2-40B4-BE49-F238E27FC236}">
                <a16:creationId xmlns:a16="http://schemas.microsoft.com/office/drawing/2014/main" id="{AAE455BC-0820-1CAE-A957-BDFA90D9071B}"/>
              </a:ext>
            </a:extLst>
          </p:cNvPr>
          <p:cNvPicPr>
            <a:picLocks noChangeAspect="1"/>
          </p:cNvPicPr>
          <p:nvPr/>
        </p:nvPicPr>
        <p:blipFill>
          <a:blip r:embed="rId6"/>
          <a:srcRect l="76281" t="21082" r="12572" b="67313"/>
          <a:stretch/>
        </p:blipFill>
        <p:spPr>
          <a:xfrm>
            <a:off x="10952778" y="-1"/>
            <a:ext cx="641673" cy="579561"/>
          </a:xfrm>
          <a:prstGeom prst="rect">
            <a:avLst/>
          </a:prstGeom>
        </p:spPr>
      </p:pic>
      <p:pic>
        <p:nvPicPr>
          <p:cNvPr id="9" name="Imagen 8">
            <a:extLst>
              <a:ext uri="{FF2B5EF4-FFF2-40B4-BE49-F238E27FC236}">
                <a16:creationId xmlns:a16="http://schemas.microsoft.com/office/drawing/2014/main" id="{2C8A3AD4-BE11-5727-44C2-43C5416D5D32}"/>
              </a:ext>
            </a:extLst>
          </p:cNvPr>
          <p:cNvPicPr>
            <a:picLocks noChangeAspect="1"/>
          </p:cNvPicPr>
          <p:nvPr/>
        </p:nvPicPr>
        <p:blipFill>
          <a:blip r:embed="rId6"/>
          <a:srcRect l="12624" t="34906" r="76229" b="53489"/>
          <a:stretch/>
        </p:blipFill>
        <p:spPr>
          <a:xfrm>
            <a:off x="10381938" y="-1"/>
            <a:ext cx="641673" cy="579561"/>
          </a:xfrm>
          <a:prstGeom prst="rect">
            <a:avLst/>
          </a:prstGeom>
        </p:spPr>
      </p:pic>
      <p:pic>
        <p:nvPicPr>
          <p:cNvPr id="10" name="Imagen 9">
            <a:extLst>
              <a:ext uri="{FF2B5EF4-FFF2-40B4-BE49-F238E27FC236}">
                <a16:creationId xmlns:a16="http://schemas.microsoft.com/office/drawing/2014/main" id="{01F0F577-9682-A8A3-EA2D-88B33DCBD401}"/>
              </a:ext>
            </a:extLst>
          </p:cNvPr>
          <p:cNvPicPr>
            <a:picLocks noChangeAspect="1"/>
          </p:cNvPicPr>
          <p:nvPr/>
        </p:nvPicPr>
        <p:blipFill>
          <a:blip r:embed="rId6"/>
          <a:srcRect l="23536" t="34892" r="65317" b="53503"/>
          <a:stretch/>
        </p:blipFill>
        <p:spPr>
          <a:xfrm>
            <a:off x="5799054" y="-1"/>
            <a:ext cx="641673" cy="579561"/>
          </a:xfrm>
          <a:prstGeom prst="rect">
            <a:avLst/>
          </a:prstGeom>
        </p:spPr>
      </p:pic>
      <p:pic>
        <p:nvPicPr>
          <p:cNvPr id="11" name="Imagen 10">
            <a:extLst>
              <a:ext uri="{FF2B5EF4-FFF2-40B4-BE49-F238E27FC236}">
                <a16:creationId xmlns:a16="http://schemas.microsoft.com/office/drawing/2014/main" id="{1C39A263-34AB-786F-EC52-55F002CB9AC5}"/>
              </a:ext>
            </a:extLst>
          </p:cNvPr>
          <p:cNvPicPr>
            <a:picLocks noChangeAspect="1"/>
          </p:cNvPicPr>
          <p:nvPr/>
        </p:nvPicPr>
        <p:blipFill>
          <a:blip r:embed="rId6"/>
          <a:srcRect l="44479" t="34951" r="44374" b="53444"/>
          <a:stretch/>
        </p:blipFill>
        <p:spPr>
          <a:xfrm>
            <a:off x="6369896" y="-1"/>
            <a:ext cx="641673" cy="579561"/>
          </a:xfrm>
          <a:prstGeom prst="rect">
            <a:avLst/>
          </a:prstGeom>
        </p:spPr>
      </p:pic>
      <p:pic>
        <p:nvPicPr>
          <p:cNvPr id="13" name="Imagen 12">
            <a:extLst>
              <a:ext uri="{FF2B5EF4-FFF2-40B4-BE49-F238E27FC236}">
                <a16:creationId xmlns:a16="http://schemas.microsoft.com/office/drawing/2014/main" id="{5D095426-2E1E-A82B-7F37-5675B215DE3D}"/>
              </a:ext>
            </a:extLst>
          </p:cNvPr>
          <p:cNvPicPr>
            <a:picLocks noChangeAspect="1"/>
          </p:cNvPicPr>
          <p:nvPr/>
        </p:nvPicPr>
        <p:blipFill>
          <a:blip r:embed="rId6"/>
          <a:srcRect l="65685" t="34869" r="23168" b="53526"/>
          <a:stretch/>
        </p:blipFill>
        <p:spPr>
          <a:xfrm>
            <a:off x="9240252" y="-1"/>
            <a:ext cx="641673" cy="579561"/>
          </a:xfrm>
          <a:prstGeom prst="rect">
            <a:avLst/>
          </a:prstGeom>
        </p:spPr>
      </p:pic>
      <p:pic>
        <p:nvPicPr>
          <p:cNvPr id="14" name="Imagen 13">
            <a:extLst>
              <a:ext uri="{FF2B5EF4-FFF2-40B4-BE49-F238E27FC236}">
                <a16:creationId xmlns:a16="http://schemas.microsoft.com/office/drawing/2014/main" id="{6CEF3D1A-2CC2-C176-AF32-A7ECA63B0DAF}"/>
              </a:ext>
            </a:extLst>
          </p:cNvPr>
          <p:cNvPicPr>
            <a:picLocks noChangeAspect="1"/>
          </p:cNvPicPr>
          <p:nvPr/>
        </p:nvPicPr>
        <p:blipFill>
          <a:blip r:embed="rId6"/>
          <a:srcRect l="23278" t="21261" r="65575" b="67134"/>
          <a:stretch/>
        </p:blipFill>
        <p:spPr>
          <a:xfrm>
            <a:off x="9811095" y="-1"/>
            <a:ext cx="641673" cy="579561"/>
          </a:xfrm>
          <a:prstGeom prst="rect">
            <a:avLst/>
          </a:prstGeom>
        </p:spPr>
      </p:pic>
      <p:pic>
        <p:nvPicPr>
          <p:cNvPr id="15" name="Imagen 14">
            <a:extLst>
              <a:ext uri="{FF2B5EF4-FFF2-40B4-BE49-F238E27FC236}">
                <a16:creationId xmlns:a16="http://schemas.microsoft.com/office/drawing/2014/main" id="{990C3C81-8530-3DB5-38B1-D39563C6E8A1}"/>
              </a:ext>
            </a:extLst>
          </p:cNvPr>
          <p:cNvPicPr>
            <a:picLocks noChangeAspect="1"/>
          </p:cNvPicPr>
          <p:nvPr/>
        </p:nvPicPr>
        <p:blipFill>
          <a:blip r:embed="rId6"/>
          <a:srcRect l="23278" t="21261" r="65575" b="67134"/>
          <a:stretch/>
        </p:blipFill>
        <p:spPr>
          <a:xfrm>
            <a:off x="8098566" y="-1"/>
            <a:ext cx="641673" cy="579561"/>
          </a:xfrm>
          <a:prstGeom prst="rect">
            <a:avLst/>
          </a:prstGeom>
        </p:spPr>
      </p:pic>
      <p:pic>
        <p:nvPicPr>
          <p:cNvPr id="16" name="Imagen 15">
            <a:extLst>
              <a:ext uri="{FF2B5EF4-FFF2-40B4-BE49-F238E27FC236}">
                <a16:creationId xmlns:a16="http://schemas.microsoft.com/office/drawing/2014/main" id="{9A477FB0-AC61-B39A-9AAB-D9321E7C8FA0}"/>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628558" y="82446"/>
            <a:ext cx="654340" cy="579561"/>
          </a:xfrm>
          <a:prstGeom prst="rect">
            <a:avLst/>
          </a:prstGeom>
        </p:spPr>
      </p:pic>
    </p:spTree>
    <p:extLst>
      <p:ext uri="{BB962C8B-B14F-4D97-AF65-F5344CB8AC3E}">
        <p14:creationId xmlns:p14="http://schemas.microsoft.com/office/powerpoint/2010/main" val="15114132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F30EA-F60A-5CA2-E6BC-7FA4678E9050}"/>
            </a:ext>
          </a:extLst>
        </p:cNvPr>
        <p:cNvGrpSpPr/>
        <p:nvPr/>
      </p:nvGrpSpPr>
      <p:grpSpPr>
        <a:xfrm>
          <a:off x="0" y="0"/>
          <a:ext cx="0" cy="0"/>
          <a:chOff x="0" y="0"/>
          <a:chExt cx="0" cy="0"/>
        </a:xfrm>
      </p:grpSpPr>
      <p:sp>
        <p:nvSpPr>
          <p:cNvPr id="38" name="CuadroTexto 37">
            <a:extLst>
              <a:ext uri="{FF2B5EF4-FFF2-40B4-BE49-F238E27FC236}">
                <a16:creationId xmlns:a16="http://schemas.microsoft.com/office/drawing/2014/main" id="{06647335-35F2-9962-7842-2FB8E65634C6}"/>
              </a:ext>
            </a:extLst>
          </p:cNvPr>
          <p:cNvSpPr txBox="1"/>
          <p:nvPr/>
        </p:nvSpPr>
        <p:spPr>
          <a:xfrm>
            <a:off x="698500" y="4248178"/>
            <a:ext cx="7277100" cy="2054409"/>
          </a:xfrm>
          <a:prstGeom prst="rect">
            <a:avLst/>
          </a:prstGeom>
          <a:noFill/>
        </p:spPr>
        <p:txBody>
          <a:bodyPr wrap="square">
            <a:spAutoFit/>
          </a:bodyPr>
          <a:lstStyle/>
          <a:p>
            <a:pPr marL="342900" indent="-342900" algn="just">
              <a:buFont typeface="Arial" panose="020B0604020202020204" pitchFamily="34" charset="0"/>
              <a:buChar char="•"/>
            </a:pPr>
            <a:r>
              <a:rPr lang="es-MX" sz="2000" dirty="0">
                <a:solidFill>
                  <a:schemeClr val="bg1"/>
                </a:solidFill>
                <a:effectLst/>
                <a:latin typeface=".AppleSystemUIFont"/>
              </a:rPr>
              <a:t>Applyed </a:t>
            </a:r>
            <a:r>
              <a:rPr lang="es-MX" sz="2000" b="1" dirty="0">
                <a:solidFill>
                  <a:schemeClr val="bg1"/>
                </a:solidFill>
                <a:effectLst/>
                <a:latin typeface=".AppleSystemUIFont"/>
              </a:rPr>
              <a:t>Bartlett’s</a:t>
            </a:r>
            <a:r>
              <a:rPr lang="es-MX" sz="2000" dirty="0">
                <a:solidFill>
                  <a:schemeClr val="bg1"/>
                </a:solidFill>
                <a:effectLst/>
                <a:latin typeface=".AppleSystemUIFont"/>
              </a:rPr>
              <a:t> test to </a:t>
            </a:r>
            <a:r>
              <a:rPr lang="es-MX" sz="2000" b="1" dirty="0">
                <a:solidFill>
                  <a:schemeClr val="bg1"/>
                </a:solidFill>
                <a:effectLst/>
                <a:latin typeface=".AppleSystemUIFont"/>
              </a:rPr>
              <a:t>evaluate</a:t>
            </a:r>
            <a:r>
              <a:rPr lang="es-MX" sz="2000" dirty="0">
                <a:solidFill>
                  <a:schemeClr val="bg1"/>
                </a:solidFill>
                <a:effectLst/>
                <a:latin typeface=".AppleSystemUIFont"/>
              </a:rPr>
              <a:t> whether the </a:t>
            </a:r>
            <a:r>
              <a:rPr lang="es-MX" sz="2000" b="1" dirty="0">
                <a:solidFill>
                  <a:schemeClr val="bg1"/>
                </a:solidFill>
                <a:effectLst/>
                <a:latin typeface=".AppleSystemUIFont"/>
              </a:rPr>
              <a:t>correlation matrix </a:t>
            </a:r>
            <a:r>
              <a:rPr lang="es-MX" sz="2000" dirty="0">
                <a:solidFill>
                  <a:schemeClr val="bg1"/>
                </a:solidFill>
                <a:effectLst/>
                <a:latin typeface=".AppleSystemUIFont"/>
              </a:rPr>
              <a:t>of the </a:t>
            </a:r>
            <a:r>
              <a:rPr lang="es-MX" sz="2000" b="1" dirty="0">
                <a:solidFill>
                  <a:schemeClr val="bg1"/>
                </a:solidFill>
                <a:effectLst/>
                <a:latin typeface=".AppleSystemUIFont"/>
              </a:rPr>
              <a:t>variables</a:t>
            </a:r>
            <a:r>
              <a:rPr lang="es-MX" sz="2000" dirty="0">
                <a:solidFill>
                  <a:schemeClr val="bg1"/>
                </a:solidFill>
                <a:effectLst/>
                <a:latin typeface=".AppleSystemUIFont"/>
              </a:rPr>
              <a:t> is an </a:t>
            </a:r>
            <a:r>
              <a:rPr lang="es-MX" sz="2000" b="1" dirty="0">
                <a:solidFill>
                  <a:schemeClr val="bg1"/>
                </a:solidFill>
                <a:effectLst/>
                <a:latin typeface=".AppleSystemUIFont"/>
              </a:rPr>
              <a:t>identity matrix</a:t>
            </a:r>
            <a:r>
              <a:rPr lang="es-MX" sz="2000" dirty="0">
                <a:solidFill>
                  <a:schemeClr val="bg1"/>
                </a:solidFill>
                <a:effectLst/>
                <a:latin typeface=".AppleSystemUIFont"/>
              </a:rPr>
              <a:t>.</a:t>
            </a:r>
          </a:p>
          <a:p>
            <a:pPr marL="342900" indent="-342900" algn="just">
              <a:spcBef>
                <a:spcPts val="900"/>
              </a:spcBef>
              <a:buFont typeface="Arial" panose="020B0604020202020204" pitchFamily="34" charset="0"/>
              <a:buChar char="•"/>
            </a:pPr>
            <a:r>
              <a:rPr lang="es-MX" sz="2000" dirty="0">
                <a:solidFill>
                  <a:schemeClr val="bg1"/>
                </a:solidFill>
                <a:effectLst/>
                <a:latin typeface=".AppleSystemUIFont"/>
              </a:rPr>
              <a:t>A significant result indicates that </a:t>
            </a:r>
            <a:r>
              <a:rPr lang="es-MX" sz="2000" b="1" dirty="0">
                <a:solidFill>
                  <a:schemeClr val="bg1"/>
                </a:solidFill>
                <a:effectLst/>
                <a:latin typeface=".AppleSystemUIFont"/>
              </a:rPr>
              <a:t>there</a:t>
            </a:r>
            <a:r>
              <a:rPr lang="es-MX" sz="2000" dirty="0">
                <a:solidFill>
                  <a:schemeClr val="bg1"/>
                </a:solidFill>
                <a:effectLst/>
                <a:latin typeface=".AppleSystemUIFont"/>
              </a:rPr>
              <a:t> are </a:t>
            </a:r>
            <a:r>
              <a:rPr lang="es-MX" sz="2000" b="1" dirty="0">
                <a:solidFill>
                  <a:schemeClr val="bg1"/>
                </a:solidFill>
                <a:effectLst/>
                <a:latin typeface=".AppleSystemUIFont"/>
              </a:rPr>
              <a:t>meaningful</a:t>
            </a:r>
            <a:r>
              <a:rPr lang="es-MX" sz="2000" dirty="0">
                <a:solidFill>
                  <a:schemeClr val="bg1"/>
                </a:solidFill>
                <a:effectLst/>
                <a:latin typeface=".AppleSystemUIFont"/>
              </a:rPr>
              <a:t> </a:t>
            </a:r>
            <a:r>
              <a:rPr lang="es-MX" sz="2000" b="1" dirty="0">
                <a:solidFill>
                  <a:schemeClr val="bg1"/>
                </a:solidFill>
                <a:effectLst/>
                <a:latin typeface=".AppleSystemUIFont"/>
              </a:rPr>
              <a:t>correlations</a:t>
            </a:r>
            <a:r>
              <a:rPr lang="es-MX" sz="2000" dirty="0">
                <a:solidFill>
                  <a:schemeClr val="bg1"/>
                </a:solidFill>
                <a:effectLst/>
                <a:latin typeface=".AppleSystemUIFont"/>
              </a:rPr>
              <a:t>, making the data </a:t>
            </a:r>
            <a:r>
              <a:rPr lang="es-MX" sz="2000" b="1" dirty="0">
                <a:solidFill>
                  <a:schemeClr val="bg1"/>
                </a:solidFill>
                <a:effectLst/>
                <a:latin typeface=".AppleSystemUIFont"/>
              </a:rPr>
              <a:t>suitable</a:t>
            </a:r>
            <a:r>
              <a:rPr lang="es-MX" sz="2000" dirty="0">
                <a:solidFill>
                  <a:schemeClr val="bg1"/>
                </a:solidFill>
                <a:effectLst/>
                <a:latin typeface=".AppleSystemUIFont"/>
              </a:rPr>
              <a:t> for </a:t>
            </a:r>
            <a:r>
              <a:rPr lang="es-MX" sz="2000" b="1" dirty="0">
                <a:solidFill>
                  <a:schemeClr val="bg1"/>
                </a:solidFill>
                <a:effectLst/>
                <a:latin typeface=".AppleSystemUIFont"/>
              </a:rPr>
              <a:t>techniques</a:t>
            </a:r>
            <a:r>
              <a:rPr lang="es-MX" sz="2000" dirty="0">
                <a:solidFill>
                  <a:schemeClr val="bg1"/>
                </a:solidFill>
                <a:effectLst/>
                <a:latin typeface=".AppleSystemUIFont"/>
              </a:rPr>
              <a:t> like </a:t>
            </a:r>
            <a:r>
              <a:rPr lang="es-MX" sz="2000" b="1" dirty="0">
                <a:solidFill>
                  <a:schemeClr val="bg1"/>
                </a:solidFill>
                <a:effectLst/>
                <a:latin typeface=".AppleSystemUIFont"/>
              </a:rPr>
              <a:t>factor analysis</a:t>
            </a:r>
            <a:r>
              <a:rPr lang="es-MX" sz="2000" dirty="0">
                <a:solidFill>
                  <a:schemeClr val="bg1"/>
                </a:solidFill>
                <a:effectLst/>
                <a:latin typeface=".AppleSystemUIFont"/>
              </a:rPr>
              <a:t> or </a:t>
            </a:r>
            <a:r>
              <a:rPr lang="es-MX" sz="2000" b="1" dirty="0">
                <a:solidFill>
                  <a:schemeClr val="bg1"/>
                </a:solidFill>
                <a:effectLst/>
                <a:latin typeface=".AppleSystemUIFont"/>
              </a:rPr>
              <a:t>PCA</a:t>
            </a:r>
            <a:r>
              <a:rPr lang="es-MX" sz="2000" dirty="0">
                <a:solidFill>
                  <a:schemeClr val="bg1"/>
                </a:solidFill>
                <a:effectLst/>
                <a:latin typeface=".AppleSystemUIFont"/>
              </a:rPr>
              <a:t>.</a:t>
            </a:r>
          </a:p>
          <a:p>
            <a:pPr marL="342900" indent="-342900">
              <a:buFont typeface="Arial" panose="020B0604020202020204" pitchFamily="34" charset="0"/>
              <a:buChar char="•"/>
            </a:pPr>
            <a:endParaRPr lang="en-CA" sz="2000" dirty="0">
              <a:solidFill>
                <a:schemeClr val="bg1"/>
              </a:solidFill>
            </a:endParaRPr>
          </a:p>
        </p:txBody>
      </p:sp>
      <p:sp>
        <p:nvSpPr>
          <p:cNvPr id="2" name="CuadroTexto 1">
            <a:extLst>
              <a:ext uri="{FF2B5EF4-FFF2-40B4-BE49-F238E27FC236}">
                <a16:creationId xmlns:a16="http://schemas.microsoft.com/office/drawing/2014/main" id="{401B1609-57D9-0DF2-2FA0-FC803EF55BFC}"/>
              </a:ext>
            </a:extLst>
          </p:cNvPr>
          <p:cNvSpPr txBox="1"/>
          <p:nvPr/>
        </p:nvSpPr>
        <p:spPr>
          <a:xfrm>
            <a:off x="698500" y="3478824"/>
            <a:ext cx="7137400" cy="461665"/>
          </a:xfrm>
          <a:prstGeom prst="rect">
            <a:avLst/>
          </a:prstGeom>
          <a:noFill/>
        </p:spPr>
        <p:txBody>
          <a:bodyPr wrap="square">
            <a:spAutoFit/>
          </a:bodyPr>
          <a:lstStyle/>
          <a:p>
            <a:r>
              <a:rPr lang="es-MX" sz="2400" b="1" dirty="0">
                <a:solidFill>
                  <a:srgbClr val="FCA701"/>
                </a:solidFill>
              </a:rPr>
              <a:t>Weather Impact Analysis on Delays Using FA</a:t>
            </a:r>
            <a:endParaRPr lang="en-CA" sz="2400" b="1" dirty="0">
              <a:solidFill>
                <a:srgbClr val="FCA701"/>
              </a:solidFill>
            </a:endParaRPr>
          </a:p>
        </p:txBody>
      </p:sp>
      <p:pic>
        <p:nvPicPr>
          <p:cNvPr id="34" name="Imagen 33">
            <a:extLst>
              <a:ext uri="{FF2B5EF4-FFF2-40B4-BE49-F238E27FC236}">
                <a16:creationId xmlns:a16="http://schemas.microsoft.com/office/drawing/2014/main" id="{E7689E03-3E3D-6D45-43C5-E9460B1AD51E}"/>
              </a:ext>
            </a:extLst>
          </p:cNvPr>
          <p:cNvPicPr>
            <a:picLocks noChangeAspect="1"/>
          </p:cNvPicPr>
          <p:nvPr/>
        </p:nvPicPr>
        <p:blipFill>
          <a:blip r:embed="rId3"/>
          <a:stretch>
            <a:fillRect/>
          </a:stretch>
        </p:blipFill>
        <p:spPr>
          <a:xfrm>
            <a:off x="8884202" y="3709656"/>
            <a:ext cx="1681760" cy="2468194"/>
          </a:xfrm>
          <a:prstGeom prst="rect">
            <a:avLst/>
          </a:prstGeom>
        </p:spPr>
      </p:pic>
      <p:sp>
        <p:nvSpPr>
          <p:cNvPr id="3" name="CuadroTexto 37">
            <a:extLst>
              <a:ext uri="{FF2B5EF4-FFF2-40B4-BE49-F238E27FC236}">
                <a16:creationId xmlns:a16="http://schemas.microsoft.com/office/drawing/2014/main" id="{E197CFCD-20B7-E218-1D44-AED675FA596B}"/>
              </a:ext>
            </a:extLst>
          </p:cNvPr>
          <p:cNvSpPr txBox="1"/>
          <p:nvPr/>
        </p:nvSpPr>
        <p:spPr>
          <a:xfrm>
            <a:off x="698500" y="924366"/>
            <a:ext cx="11290885" cy="2246769"/>
          </a:xfrm>
          <a:prstGeom prst="rect">
            <a:avLst/>
          </a:prstGeom>
          <a:noFill/>
        </p:spPr>
        <p:txBody>
          <a:bodyPr wrap="square">
            <a:spAutoFit/>
          </a:bodyPr>
          <a:lstStyle/>
          <a:p>
            <a:r>
              <a:rPr lang="en-CA" sz="2000" b="1" dirty="0">
                <a:solidFill>
                  <a:srgbClr val="FCA701"/>
                </a:solidFill>
              </a:rPr>
              <a:t>Purpose</a:t>
            </a:r>
            <a:endParaRPr lang="en-CA" sz="2000" dirty="0">
              <a:solidFill>
                <a:schemeClr val="bg1"/>
              </a:solidFill>
            </a:endParaRPr>
          </a:p>
          <a:p>
            <a:pPr marL="285750" indent="-285750">
              <a:buFont typeface="Arial" panose="020B0604020202020204" pitchFamily="34" charset="0"/>
              <a:buChar char="•"/>
            </a:pPr>
            <a:r>
              <a:rPr lang="en-US" sz="2000" dirty="0">
                <a:solidFill>
                  <a:schemeClr val="bg1"/>
                </a:solidFill>
              </a:rPr>
              <a:t>Understand which weather factors contribute the most to flight delays</a:t>
            </a:r>
          </a:p>
          <a:p>
            <a:endParaRPr lang="en-US" sz="2000" dirty="0">
              <a:solidFill>
                <a:schemeClr val="bg1"/>
              </a:solidFill>
            </a:endParaRPr>
          </a:p>
          <a:p>
            <a:r>
              <a:rPr lang="en-CA" sz="2000" b="1" dirty="0">
                <a:solidFill>
                  <a:srgbClr val="FCA701"/>
                </a:solidFill>
              </a:rPr>
              <a:t>Approach</a:t>
            </a:r>
          </a:p>
          <a:p>
            <a:pPr marL="342900" indent="-342900">
              <a:buFont typeface="Arial" panose="020B0604020202020204" pitchFamily="34" charset="0"/>
              <a:buChar char="•"/>
            </a:pPr>
            <a:r>
              <a:rPr lang="en-US" sz="2000" dirty="0">
                <a:solidFill>
                  <a:schemeClr val="bg1"/>
                </a:solidFill>
              </a:rPr>
              <a:t>Apply Factor Analysis on weather variables</a:t>
            </a:r>
            <a:endParaRPr lang="en-CA" sz="2000" b="1" dirty="0">
              <a:solidFill>
                <a:schemeClr val="bg1"/>
              </a:solidFill>
            </a:endParaRPr>
          </a:p>
          <a:p>
            <a:pPr marL="342900" indent="-342900">
              <a:buFont typeface="Arial" panose="020B0604020202020204" pitchFamily="34" charset="0"/>
              <a:buChar char="•"/>
            </a:pPr>
            <a:r>
              <a:rPr lang="en-US" sz="2000" dirty="0">
                <a:solidFill>
                  <a:schemeClr val="bg1"/>
                </a:solidFill>
              </a:rPr>
              <a:t>Extract factors that group correlated variables,</a:t>
            </a:r>
            <a:endParaRPr lang="en-CA" sz="2000" b="1" dirty="0">
              <a:solidFill>
                <a:schemeClr val="bg1"/>
              </a:solidFill>
            </a:endParaRPr>
          </a:p>
          <a:p>
            <a:pPr marL="342900" indent="-342900">
              <a:buFont typeface="Arial" panose="020B0604020202020204" pitchFamily="34" charset="0"/>
              <a:buChar char="•"/>
            </a:pPr>
            <a:r>
              <a:rPr lang="en-US" sz="2000" dirty="0">
                <a:solidFill>
                  <a:schemeClr val="bg1"/>
                </a:solidFill>
              </a:rPr>
              <a:t>Analyze which factor loadings have the strongest influence on departure delays.</a:t>
            </a:r>
            <a:endParaRPr lang="en-CA" sz="2000" dirty="0">
              <a:solidFill>
                <a:schemeClr val="bg1"/>
              </a:solidFill>
            </a:endParaRPr>
          </a:p>
        </p:txBody>
      </p:sp>
      <p:pic>
        <p:nvPicPr>
          <p:cNvPr id="21" name="Imagen 20">
            <a:extLst>
              <a:ext uri="{FF2B5EF4-FFF2-40B4-BE49-F238E27FC236}">
                <a16:creationId xmlns:a16="http://schemas.microsoft.com/office/drawing/2014/main" id="{38428E49-DD60-0A6A-3385-B86A1BCE60E4}"/>
              </a:ext>
            </a:extLst>
          </p:cNvPr>
          <p:cNvPicPr>
            <a:picLocks noChangeAspect="1"/>
          </p:cNvPicPr>
          <p:nvPr/>
        </p:nvPicPr>
        <p:blipFill>
          <a:blip r:embed="rId4"/>
          <a:srcRect l="12605" t="6975" r="76248" b="81420"/>
          <a:stretch/>
        </p:blipFill>
        <p:spPr>
          <a:xfrm>
            <a:off x="3489319" y="33346"/>
            <a:ext cx="617619" cy="547863"/>
          </a:xfrm>
          <a:prstGeom prst="rect">
            <a:avLst/>
          </a:prstGeom>
        </p:spPr>
      </p:pic>
      <p:pic>
        <p:nvPicPr>
          <p:cNvPr id="22" name="Imagen 21">
            <a:extLst>
              <a:ext uri="{FF2B5EF4-FFF2-40B4-BE49-F238E27FC236}">
                <a16:creationId xmlns:a16="http://schemas.microsoft.com/office/drawing/2014/main" id="{01BC7791-D26F-1814-1886-7237CC88F0E5}"/>
              </a:ext>
            </a:extLst>
          </p:cNvPr>
          <p:cNvPicPr>
            <a:picLocks noChangeAspect="1"/>
          </p:cNvPicPr>
          <p:nvPr/>
        </p:nvPicPr>
        <p:blipFill>
          <a:blip r:embed="rId4"/>
          <a:srcRect l="33916" t="6975" r="54937" b="81420"/>
          <a:stretch/>
        </p:blipFill>
        <p:spPr>
          <a:xfrm>
            <a:off x="4064215" y="33346"/>
            <a:ext cx="617619" cy="547863"/>
          </a:xfrm>
          <a:prstGeom prst="rect">
            <a:avLst/>
          </a:prstGeom>
        </p:spPr>
      </p:pic>
      <p:pic>
        <p:nvPicPr>
          <p:cNvPr id="24" name="Imagen 23">
            <a:extLst>
              <a:ext uri="{FF2B5EF4-FFF2-40B4-BE49-F238E27FC236}">
                <a16:creationId xmlns:a16="http://schemas.microsoft.com/office/drawing/2014/main" id="{E07C46FF-CC5E-739D-A624-3D83B5B59A1D}"/>
              </a:ext>
            </a:extLst>
          </p:cNvPr>
          <p:cNvPicPr>
            <a:picLocks noChangeAspect="1"/>
          </p:cNvPicPr>
          <p:nvPr/>
        </p:nvPicPr>
        <p:blipFill>
          <a:blip r:embed="rId4"/>
          <a:srcRect l="65717" t="6975" r="23136" b="81420"/>
          <a:stretch/>
        </p:blipFill>
        <p:spPr>
          <a:xfrm>
            <a:off x="2914423" y="33346"/>
            <a:ext cx="617619" cy="547863"/>
          </a:xfrm>
          <a:prstGeom prst="rect">
            <a:avLst/>
          </a:prstGeom>
        </p:spPr>
      </p:pic>
      <p:pic>
        <p:nvPicPr>
          <p:cNvPr id="25" name="Imagen 24">
            <a:extLst>
              <a:ext uri="{FF2B5EF4-FFF2-40B4-BE49-F238E27FC236}">
                <a16:creationId xmlns:a16="http://schemas.microsoft.com/office/drawing/2014/main" id="{93C877D9-42C9-0C4C-B68A-95C87A0266EE}"/>
              </a:ext>
            </a:extLst>
          </p:cNvPr>
          <p:cNvPicPr>
            <a:picLocks noChangeAspect="1"/>
          </p:cNvPicPr>
          <p:nvPr/>
        </p:nvPicPr>
        <p:blipFill>
          <a:blip r:embed="rId4"/>
          <a:srcRect l="23278" t="21261" r="65575" b="67134"/>
          <a:stretch/>
        </p:blipFill>
        <p:spPr>
          <a:xfrm>
            <a:off x="10397214" y="33346"/>
            <a:ext cx="617619" cy="547863"/>
          </a:xfrm>
          <a:prstGeom prst="rect">
            <a:avLst/>
          </a:prstGeom>
        </p:spPr>
      </p:pic>
      <p:pic>
        <p:nvPicPr>
          <p:cNvPr id="26" name="Imagen 25">
            <a:extLst>
              <a:ext uri="{FF2B5EF4-FFF2-40B4-BE49-F238E27FC236}">
                <a16:creationId xmlns:a16="http://schemas.microsoft.com/office/drawing/2014/main" id="{FE386A9E-9CF9-0AD2-4599-CA8218E909A6}"/>
              </a:ext>
            </a:extLst>
          </p:cNvPr>
          <p:cNvPicPr>
            <a:picLocks noChangeAspect="1"/>
          </p:cNvPicPr>
          <p:nvPr/>
        </p:nvPicPr>
        <p:blipFill>
          <a:blip r:embed="rId4"/>
          <a:srcRect l="55122" t="21082" r="33731" b="67313"/>
          <a:stretch/>
        </p:blipFill>
        <p:spPr>
          <a:xfrm>
            <a:off x="8672526" y="33346"/>
            <a:ext cx="617619" cy="547863"/>
          </a:xfrm>
          <a:prstGeom prst="rect">
            <a:avLst/>
          </a:prstGeom>
        </p:spPr>
      </p:pic>
      <p:pic>
        <p:nvPicPr>
          <p:cNvPr id="27" name="Imagen 26">
            <a:extLst>
              <a:ext uri="{FF2B5EF4-FFF2-40B4-BE49-F238E27FC236}">
                <a16:creationId xmlns:a16="http://schemas.microsoft.com/office/drawing/2014/main" id="{12FBA223-021A-81C0-C131-A468C802B688}"/>
              </a:ext>
            </a:extLst>
          </p:cNvPr>
          <p:cNvPicPr>
            <a:picLocks noChangeAspect="1"/>
          </p:cNvPicPr>
          <p:nvPr/>
        </p:nvPicPr>
        <p:blipFill>
          <a:blip r:embed="rId4"/>
          <a:srcRect l="76281" t="21082" r="12572" b="67313"/>
          <a:stretch/>
        </p:blipFill>
        <p:spPr>
          <a:xfrm>
            <a:off x="7522734" y="33346"/>
            <a:ext cx="617619" cy="547863"/>
          </a:xfrm>
          <a:prstGeom prst="rect">
            <a:avLst/>
          </a:prstGeom>
        </p:spPr>
      </p:pic>
      <p:pic>
        <p:nvPicPr>
          <p:cNvPr id="28" name="Imagen 27">
            <a:extLst>
              <a:ext uri="{FF2B5EF4-FFF2-40B4-BE49-F238E27FC236}">
                <a16:creationId xmlns:a16="http://schemas.microsoft.com/office/drawing/2014/main" id="{F197BD78-ED79-1D23-78FA-E082EA2EEA9C}"/>
              </a:ext>
            </a:extLst>
          </p:cNvPr>
          <p:cNvPicPr>
            <a:picLocks noChangeAspect="1"/>
          </p:cNvPicPr>
          <p:nvPr/>
        </p:nvPicPr>
        <p:blipFill>
          <a:blip r:embed="rId4"/>
          <a:srcRect l="12624" t="34906" r="76229" b="53489"/>
          <a:stretch/>
        </p:blipFill>
        <p:spPr>
          <a:xfrm>
            <a:off x="5214007" y="33346"/>
            <a:ext cx="617619" cy="547863"/>
          </a:xfrm>
          <a:prstGeom prst="rect">
            <a:avLst/>
          </a:prstGeom>
        </p:spPr>
      </p:pic>
      <p:pic>
        <p:nvPicPr>
          <p:cNvPr id="30" name="Imagen 29">
            <a:extLst>
              <a:ext uri="{FF2B5EF4-FFF2-40B4-BE49-F238E27FC236}">
                <a16:creationId xmlns:a16="http://schemas.microsoft.com/office/drawing/2014/main" id="{927EDF7F-061C-537A-1041-E5F7E73E9F13}"/>
              </a:ext>
            </a:extLst>
          </p:cNvPr>
          <p:cNvPicPr>
            <a:picLocks noChangeAspect="1"/>
          </p:cNvPicPr>
          <p:nvPr/>
        </p:nvPicPr>
        <p:blipFill>
          <a:blip r:embed="rId4"/>
          <a:srcRect l="44479" t="34951" r="44374" b="53444"/>
          <a:stretch/>
        </p:blipFill>
        <p:spPr>
          <a:xfrm>
            <a:off x="5788903" y="33346"/>
            <a:ext cx="617619" cy="547863"/>
          </a:xfrm>
          <a:prstGeom prst="rect">
            <a:avLst/>
          </a:prstGeom>
        </p:spPr>
      </p:pic>
      <p:pic>
        <p:nvPicPr>
          <p:cNvPr id="32" name="Imagen 31">
            <a:extLst>
              <a:ext uri="{FF2B5EF4-FFF2-40B4-BE49-F238E27FC236}">
                <a16:creationId xmlns:a16="http://schemas.microsoft.com/office/drawing/2014/main" id="{FBD559E4-96BB-4BFA-BF9B-4F2DE73E2B0F}"/>
              </a:ext>
            </a:extLst>
          </p:cNvPr>
          <p:cNvPicPr>
            <a:picLocks noChangeAspect="1"/>
          </p:cNvPicPr>
          <p:nvPr/>
        </p:nvPicPr>
        <p:blipFill>
          <a:blip r:embed="rId4"/>
          <a:srcRect l="55103" t="34951" r="33750" b="53444"/>
          <a:stretch/>
        </p:blipFill>
        <p:spPr>
          <a:xfrm>
            <a:off x="9822318" y="33346"/>
            <a:ext cx="617619" cy="547863"/>
          </a:xfrm>
          <a:prstGeom prst="rect">
            <a:avLst/>
          </a:prstGeom>
        </p:spPr>
      </p:pic>
      <p:pic>
        <p:nvPicPr>
          <p:cNvPr id="33" name="Imagen 32">
            <a:extLst>
              <a:ext uri="{FF2B5EF4-FFF2-40B4-BE49-F238E27FC236}">
                <a16:creationId xmlns:a16="http://schemas.microsoft.com/office/drawing/2014/main" id="{962F194F-257C-91BB-B655-077C3E2354CB}"/>
              </a:ext>
            </a:extLst>
          </p:cNvPr>
          <p:cNvPicPr>
            <a:picLocks noChangeAspect="1"/>
          </p:cNvPicPr>
          <p:nvPr/>
        </p:nvPicPr>
        <p:blipFill>
          <a:blip r:embed="rId4"/>
          <a:srcRect l="65685" t="34869" r="23168" b="53526"/>
          <a:stretch/>
        </p:blipFill>
        <p:spPr>
          <a:xfrm>
            <a:off x="4639111" y="33346"/>
            <a:ext cx="617619" cy="547863"/>
          </a:xfrm>
          <a:prstGeom prst="rect">
            <a:avLst/>
          </a:prstGeom>
        </p:spPr>
      </p:pic>
      <p:pic>
        <p:nvPicPr>
          <p:cNvPr id="35" name="Imagen 34">
            <a:extLst>
              <a:ext uri="{FF2B5EF4-FFF2-40B4-BE49-F238E27FC236}">
                <a16:creationId xmlns:a16="http://schemas.microsoft.com/office/drawing/2014/main" id="{9645437B-1AC8-874D-C11E-6530C2AB7AF1}"/>
              </a:ext>
            </a:extLst>
          </p:cNvPr>
          <p:cNvPicPr>
            <a:picLocks noChangeAspect="1"/>
          </p:cNvPicPr>
          <p:nvPr/>
        </p:nvPicPr>
        <p:blipFill>
          <a:blip r:embed="rId4"/>
          <a:srcRect l="44426" t="49100" r="44426" b="39295"/>
          <a:stretch/>
        </p:blipFill>
        <p:spPr>
          <a:xfrm>
            <a:off x="9247422" y="33346"/>
            <a:ext cx="617619" cy="547863"/>
          </a:xfrm>
          <a:prstGeom prst="rect">
            <a:avLst/>
          </a:prstGeom>
        </p:spPr>
      </p:pic>
      <p:pic>
        <p:nvPicPr>
          <p:cNvPr id="36" name="Imagen 35">
            <a:extLst>
              <a:ext uri="{FF2B5EF4-FFF2-40B4-BE49-F238E27FC236}">
                <a16:creationId xmlns:a16="http://schemas.microsoft.com/office/drawing/2014/main" id="{8BEE07B3-0A77-746C-60F8-3E417B663A0C}"/>
              </a:ext>
            </a:extLst>
          </p:cNvPr>
          <p:cNvPicPr>
            <a:picLocks noChangeAspect="1"/>
          </p:cNvPicPr>
          <p:nvPr/>
        </p:nvPicPr>
        <p:blipFill>
          <a:blip r:embed="rId4"/>
          <a:srcRect l="12605" t="6975" r="76248" b="81420"/>
          <a:stretch/>
        </p:blipFill>
        <p:spPr>
          <a:xfrm>
            <a:off x="6947838" y="33346"/>
            <a:ext cx="617619" cy="547863"/>
          </a:xfrm>
          <a:prstGeom prst="rect">
            <a:avLst/>
          </a:prstGeom>
        </p:spPr>
      </p:pic>
      <p:pic>
        <p:nvPicPr>
          <p:cNvPr id="37" name="Imagen 36">
            <a:extLst>
              <a:ext uri="{FF2B5EF4-FFF2-40B4-BE49-F238E27FC236}">
                <a16:creationId xmlns:a16="http://schemas.microsoft.com/office/drawing/2014/main" id="{811630C5-26CB-EDF2-D244-9DC2ACFC3082}"/>
              </a:ext>
            </a:extLst>
          </p:cNvPr>
          <p:cNvPicPr>
            <a:picLocks noChangeAspect="1"/>
          </p:cNvPicPr>
          <p:nvPr/>
        </p:nvPicPr>
        <p:blipFill>
          <a:blip r:embed="rId4"/>
          <a:srcRect l="12605" t="6975" r="76248" b="81420"/>
          <a:stretch/>
        </p:blipFill>
        <p:spPr>
          <a:xfrm>
            <a:off x="8097630" y="33346"/>
            <a:ext cx="617619" cy="547863"/>
          </a:xfrm>
          <a:prstGeom prst="rect">
            <a:avLst/>
          </a:prstGeom>
        </p:spPr>
      </p:pic>
      <p:pic>
        <p:nvPicPr>
          <p:cNvPr id="39" name="Imagen 38">
            <a:extLst>
              <a:ext uri="{FF2B5EF4-FFF2-40B4-BE49-F238E27FC236}">
                <a16:creationId xmlns:a16="http://schemas.microsoft.com/office/drawing/2014/main" id="{24634F82-F0E7-0624-C4DE-54EDA5F3E11B}"/>
              </a:ext>
            </a:extLst>
          </p:cNvPr>
          <p:cNvPicPr>
            <a:picLocks noChangeAspect="1"/>
          </p:cNvPicPr>
          <p:nvPr/>
        </p:nvPicPr>
        <p:blipFill>
          <a:blip r:embed="rId4"/>
          <a:srcRect l="55103" t="34951" r="33750" b="53444"/>
          <a:stretch/>
        </p:blipFill>
        <p:spPr>
          <a:xfrm>
            <a:off x="10972105" y="33346"/>
            <a:ext cx="617619" cy="547863"/>
          </a:xfrm>
          <a:prstGeom prst="rect">
            <a:avLst/>
          </a:prstGeom>
        </p:spPr>
      </p:pic>
      <p:pic>
        <p:nvPicPr>
          <p:cNvPr id="40" name="Imagen 39">
            <a:extLst>
              <a:ext uri="{FF2B5EF4-FFF2-40B4-BE49-F238E27FC236}">
                <a16:creationId xmlns:a16="http://schemas.microsoft.com/office/drawing/2014/main" id="{48DBA8C9-BD88-2CB9-B9EB-52951E43370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752063" y="33346"/>
            <a:ext cx="654340" cy="579561"/>
          </a:xfrm>
          <a:prstGeom prst="rect">
            <a:avLst/>
          </a:prstGeom>
        </p:spPr>
      </p:pic>
    </p:spTree>
    <p:extLst>
      <p:ext uri="{BB962C8B-B14F-4D97-AF65-F5344CB8AC3E}">
        <p14:creationId xmlns:p14="http://schemas.microsoft.com/office/powerpoint/2010/main" val="755122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EBC61-9D95-9762-2457-35B767BE490B}"/>
            </a:ext>
          </a:extLst>
        </p:cNvPr>
        <p:cNvGrpSpPr/>
        <p:nvPr/>
      </p:nvGrpSpPr>
      <p:grpSpPr>
        <a:xfrm>
          <a:off x="0" y="0"/>
          <a:ext cx="0" cy="0"/>
          <a:chOff x="0" y="0"/>
          <a:chExt cx="0" cy="0"/>
        </a:xfrm>
      </p:grpSpPr>
      <p:sp>
        <p:nvSpPr>
          <p:cNvPr id="39" name="CuadroTexto 38">
            <a:extLst>
              <a:ext uri="{FF2B5EF4-FFF2-40B4-BE49-F238E27FC236}">
                <a16:creationId xmlns:a16="http://schemas.microsoft.com/office/drawing/2014/main" id="{9D95B1F6-EA77-320A-0A9A-9B7D552100C0}"/>
              </a:ext>
            </a:extLst>
          </p:cNvPr>
          <p:cNvSpPr txBox="1"/>
          <p:nvPr/>
        </p:nvSpPr>
        <p:spPr>
          <a:xfrm>
            <a:off x="614753" y="1299071"/>
            <a:ext cx="6127339" cy="3046988"/>
          </a:xfrm>
          <a:prstGeom prst="rect">
            <a:avLst/>
          </a:prstGeom>
          <a:noFill/>
        </p:spPr>
        <p:txBody>
          <a:bodyPr wrap="square">
            <a:spAutoFit/>
          </a:bodyPr>
          <a:lstStyle/>
          <a:p>
            <a:pPr marL="342900" indent="-342900" algn="just">
              <a:buFont typeface="Arial" panose="020B0604020202020204" pitchFamily="34" charset="0"/>
              <a:buChar char="•"/>
            </a:pPr>
            <a:r>
              <a:rPr lang="en-CA" sz="2400" dirty="0">
                <a:solidFill>
                  <a:schemeClr val="bg1"/>
                </a:solidFill>
              </a:rPr>
              <a:t>(</a:t>
            </a:r>
            <a:r>
              <a:rPr lang="en-CA" sz="2400" b="1" dirty="0">
                <a:solidFill>
                  <a:schemeClr val="bg1"/>
                </a:solidFill>
              </a:rPr>
              <a:t>KMO</a:t>
            </a:r>
            <a:r>
              <a:rPr lang="en-CA" sz="2400" dirty="0">
                <a:solidFill>
                  <a:schemeClr val="bg1"/>
                </a:solidFill>
              </a:rPr>
              <a:t>) test result suggests low sampling adequacy for the weather variables (&lt;0.5), indicating that these variables are not suitable for factor analysis (FA). </a:t>
            </a:r>
          </a:p>
          <a:p>
            <a:pPr marL="342900" indent="-342900" algn="just">
              <a:buFont typeface="Arial" panose="020B0604020202020204" pitchFamily="34" charset="0"/>
              <a:buChar char="•"/>
            </a:pPr>
            <a:r>
              <a:rPr lang="en-CA" sz="2400" dirty="0">
                <a:solidFill>
                  <a:schemeClr val="bg1"/>
                </a:solidFill>
              </a:rPr>
              <a:t>To address that we removed highly correlated variables and checked for the KMO.</a:t>
            </a:r>
          </a:p>
          <a:p>
            <a:pPr marL="342900" indent="-342900" algn="just">
              <a:buFont typeface="Arial" panose="020B0604020202020204" pitchFamily="34" charset="0"/>
              <a:buChar char="•"/>
            </a:pPr>
            <a:endParaRPr lang="en-CA" sz="2400" dirty="0">
              <a:solidFill>
                <a:schemeClr val="bg1"/>
              </a:solidFill>
            </a:endParaRPr>
          </a:p>
        </p:txBody>
      </p:sp>
      <p:pic>
        <p:nvPicPr>
          <p:cNvPr id="43" name="Imagen 42">
            <a:extLst>
              <a:ext uri="{FF2B5EF4-FFF2-40B4-BE49-F238E27FC236}">
                <a16:creationId xmlns:a16="http://schemas.microsoft.com/office/drawing/2014/main" id="{5054D7E5-1F5D-6D56-0E83-90E0B11BC956}"/>
              </a:ext>
            </a:extLst>
          </p:cNvPr>
          <p:cNvPicPr>
            <a:picLocks noChangeAspect="1"/>
          </p:cNvPicPr>
          <p:nvPr/>
        </p:nvPicPr>
        <p:blipFill>
          <a:blip r:embed="rId3"/>
          <a:stretch>
            <a:fillRect/>
          </a:stretch>
        </p:blipFill>
        <p:spPr>
          <a:xfrm>
            <a:off x="2207532" y="4606429"/>
            <a:ext cx="3937000" cy="952500"/>
          </a:xfrm>
          <a:prstGeom prst="rect">
            <a:avLst/>
          </a:prstGeom>
        </p:spPr>
      </p:pic>
      <p:pic>
        <p:nvPicPr>
          <p:cNvPr id="45" name="Imagen 44">
            <a:extLst>
              <a:ext uri="{FF2B5EF4-FFF2-40B4-BE49-F238E27FC236}">
                <a16:creationId xmlns:a16="http://schemas.microsoft.com/office/drawing/2014/main" id="{D4C80F57-C736-7F09-63C5-D3614D208A81}"/>
              </a:ext>
            </a:extLst>
          </p:cNvPr>
          <p:cNvPicPr>
            <a:picLocks noChangeAspect="1"/>
          </p:cNvPicPr>
          <p:nvPr/>
        </p:nvPicPr>
        <p:blipFill>
          <a:blip r:embed="rId4"/>
          <a:stretch>
            <a:fillRect/>
          </a:stretch>
        </p:blipFill>
        <p:spPr>
          <a:xfrm>
            <a:off x="6397877" y="4606429"/>
            <a:ext cx="4350608" cy="952500"/>
          </a:xfrm>
          <a:prstGeom prst="rect">
            <a:avLst/>
          </a:prstGeom>
        </p:spPr>
      </p:pic>
      <p:sp>
        <p:nvSpPr>
          <p:cNvPr id="47" name="CuadroTexto 46">
            <a:extLst>
              <a:ext uri="{FF2B5EF4-FFF2-40B4-BE49-F238E27FC236}">
                <a16:creationId xmlns:a16="http://schemas.microsoft.com/office/drawing/2014/main" id="{BDF41E48-2C64-D23B-73E5-196352FF4E97}"/>
              </a:ext>
            </a:extLst>
          </p:cNvPr>
          <p:cNvSpPr txBox="1"/>
          <p:nvPr/>
        </p:nvSpPr>
        <p:spPr>
          <a:xfrm>
            <a:off x="2169466" y="5652382"/>
            <a:ext cx="3937000" cy="369332"/>
          </a:xfrm>
          <a:prstGeom prst="rect">
            <a:avLst/>
          </a:prstGeom>
          <a:noFill/>
        </p:spPr>
        <p:txBody>
          <a:bodyPr wrap="square">
            <a:spAutoFit/>
          </a:bodyPr>
          <a:lstStyle/>
          <a:p>
            <a:pPr algn="ctr"/>
            <a:r>
              <a:rPr lang="en-CA" sz="1800" dirty="0">
                <a:solidFill>
                  <a:schemeClr val="bg1"/>
                </a:solidFill>
              </a:rPr>
              <a:t>Befor</a:t>
            </a:r>
            <a:r>
              <a:rPr lang="en-CA" dirty="0">
                <a:solidFill>
                  <a:schemeClr val="bg1"/>
                </a:solidFill>
              </a:rPr>
              <a:t>e removing variables</a:t>
            </a:r>
            <a:endParaRPr lang="en-CA" dirty="0"/>
          </a:p>
        </p:txBody>
      </p:sp>
      <p:sp>
        <p:nvSpPr>
          <p:cNvPr id="48" name="CuadroTexto 47">
            <a:extLst>
              <a:ext uri="{FF2B5EF4-FFF2-40B4-BE49-F238E27FC236}">
                <a16:creationId xmlns:a16="http://schemas.microsoft.com/office/drawing/2014/main" id="{9DCC76AA-72C6-09D1-125E-D07EDE07AFE5}"/>
              </a:ext>
            </a:extLst>
          </p:cNvPr>
          <p:cNvSpPr txBox="1"/>
          <p:nvPr/>
        </p:nvSpPr>
        <p:spPr>
          <a:xfrm>
            <a:off x="6704026" y="5634633"/>
            <a:ext cx="3937000" cy="369332"/>
          </a:xfrm>
          <a:prstGeom prst="rect">
            <a:avLst/>
          </a:prstGeom>
          <a:noFill/>
        </p:spPr>
        <p:txBody>
          <a:bodyPr wrap="square">
            <a:spAutoFit/>
          </a:bodyPr>
          <a:lstStyle/>
          <a:p>
            <a:pPr algn="ctr"/>
            <a:r>
              <a:rPr lang="en-CA" sz="1800" dirty="0">
                <a:solidFill>
                  <a:schemeClr val="bg1"/>
                </a:solidFill>
              </a:rPr>
              <a:t>After</a:t>
            </a:r>
            <a:r>
              <a:rPr lang="en-CA" dirty="0">
                <a:solidFill>
                  <a:schemeClr val="bg1"/>
                </a:solidFill>
              </a:rPr>
              <a:t> removing variables</a:t>
            </a:r>
            <a:endParaRPr lang="en-CA" dirty="0"/>
          </a:p>
        </p:txBody>
      </p:sp>
      <p:pic>
        <p:nvPicPr>
          <p:cNvPr id="36" name="Imagen 35">
            <a:extLst>
              <a:ext uri="{FF2B5EF4-FFF2-40B4-BE49-F238E27FC236}">
                <a16:creationId xmlns:a16="http://schemas.microsoft.com/office/drawing/2014/main" id="{91B604FC-7A1A-0F9B-7416-B8454AF93740}"/>
              </a:ext>
            </a:extLst>
          </p:cNvPr>
          <p:cNvPicPr>
            <a:picLocks noChangeAspect="1"/>
          </p:cNvPicPr>
          <p:nvPr/>
        </p:nvPicPr>
        <p:blipFill>
          <a:blip r:embed="rId5"/>
          <a:srcRect l="12605" t="6975" r="76248" b="81420"/>
          <a:stretch/>
        </p:blipFill>
        <p:spPr>
          <a:xfrm>
            <a:off x="3489319" y="33346"/>
            <a:ext cx="617619" cy="547863"/>
          </a:xfrm>
          <a:prstGeom prst="rect">
            <a:avLst/>
          </a:prstGeom>
        </p:spPr>
      </p:pic>
      <p:pic>
        <p:nvPicPr>
          <p:cNvPr id="37" name="Imagen 36">
            <a:extLst>
              <a:ext uri="{FF2B5EF4-FFF2-40B4-BE49-F238E27FC236}">
                <a16:creationId xmlns:a16="http://schemas.microsoft.com/office/drawing/2014/main" id="{FA893EC2-AD34-B3DA-A1C7-9726677233C7}"/>
              </a:ext>
            </a:extLst>
          </p:cNvPr>
          <p:cNvPicPr>
            <a:picLocks noChangeAspect="1"/>
          </p:cNvPicPr>
          <p:nvPr/>
        </p:nvPicPr>
        <p:blipFill>
          <a:blip r:embed="rId5"/>
          <a:srcRect l="33916" t="6975" r="54937" b="81420"/>
          <a:stretch/>
        </p:blipFill>
        <p:spPr>
          <a:xfrm>
            <a:off x="4064215" y="33346"/>
            <a:ext cx="617619" cy="547863"/>
          </a:xfrm>
          <a:prstGeom prst="rect">
            <a:avLst/>
          </a:prstGeom>
        </p:spPr>
      </p:pic>
      <p:pic>
        <p:nvPicPr>
          <p:cNvPr id="38" name="Imagen 37">
            <a:extLst>
              <a:ext uri="{FF2B5EF4-FFF2-40B4-BE49-F238E27FC236}">
                <a16:creationId xmlns:a16="http://schemas.microsoft.com/office/drawing/2014/main" id="{EF19B10A-8586-C865-7E7B-7F5C470A706B}"/>
              </a:ext>
            </a:extLst>
          </p:cNvPr>
          <p:cNvPicPr>
            <a:picLocks noChangeAspect="1"/>
          </p:cNvPicPr>
          <p:nvPr/>
        </p:nvPicPr>
        <p:blipFill>
          <a:blip r:embed="rId5"/>
          <a:srcRect l="65717" t="6975" r="23136" b="81420"/>
          <a:stretch/>
        </p:blipFill>
        <p:spPr>
          <a:xfrm>
            <a:off x="2914423" y="33346"/>
            <a:ext cx="617619" cy="547863"/>
          </a:xfrm>
          <a:prstGeom prst="rect">
            <a:avLst/>
          </a:prstGeom>
        </p:spPr>
      </p:pic>
      <p:pic>
        <p:nvPicPr>
          <p:cNvPr id="40" name="Imagen 39">
            <a:extLst>
              <a:ext uri="{FF2B5EF4-FFF2-40B4-BE49-F238E27FC236}">
                <a16:creationId xmlns:a16="http://schemas.microsoft.com/office/drawing/2014/main" id="{771DA725-DCA6-21B8-B667-F8B5560DA31D}"/>
              </a:ext>
            </a:extLst>
          </p:cNvPr>
          <p:cNvPicPr>
            <a:picLocks noChangeAspect="1"/>
          </p:cNvPicPr>
          <p:nvPr/>
        </p:nvPicPr>
        <p:blipFill>
          <a:blip r:embed="rId5"/>
          <a:srcRect l="23278" t="21261" r="65575" b="67134"/>
          <a:stretch/>
        </p:blipFill>
        <p:spPr>
          <a:xfrm>
            <a:off x="10397214" y="33346"/>
            <a:ext cx="617619" cy="547863"/>
          </a:xfrm>
          <a:prstGeom prst="rect">
            <a:avLst/>
          </a:prstGeom>
        </p:spPr>
      </p:pic>
      <p:pic>
        <p:nvPicPr>
          <p:cNvPr id="41" name="Imagen 40">
            <a:extLst>
              <a:ext uri="{FF2B5EF4-FFF2-40B4-BE49-F238E27FC236}">
                <a16:creationId xmlns:a16="http://schemas.microsoft.com/office/drawing/2014/main" id="{848F1725-5DC8-AC7A-C498-61D71DEC2CEC}"/>
              </a:ext>
            </a:extLst>
          </p:cNvPr>
          <p:cNvPicPr>
            <a:picLocks noChangeAspect="1"/>
          </p:cNvPicPr>
          <p:nvPr/>
        </p:nvPicPr>
        <p:blipFill>
          <a:blip r:embed="rId5"/>
          <a:srcRect l="55122" t="21082" r="33731" b="67313"/>
          <a:stretch/>
        </p:blipFill>
        <p:spPr>
          <a:xfrm>
            <a:off x="8672526" y="33346"/>
            <a:ext cx="617619" cy="547863"/>
          </a:xfrm>
          <a:prstGeom prst="rect">
            <a:avLst/>
          </a:prstGeom>
        </p:spPr>
      </p:pic>
      <p:pic>
        <p:nvPicPr>
          <p:cNvPr id="42" name="Imagen 41">
            <a:extLst>
              <a:ext uri="{FF2B5EF4-FFF2-40B4-BE49-F238E27FC236}">
                <a16:creationId xmlns:a16="http://schemas.microsoft.com/office/drawing/2014/main" id="{5F085805-3CE8-3606-FA87-F822F45C2201}"/>
              </a:ext>
            </a:extLst>
          </p:cNvPr>
          <p:cNvPicPr>
            <a:picLocks noChangeAspect="1"/>
          </p:cNvPicPr>
          <p:nvPr/>
        </p:nvPicPr>
        <p:blipFill>
          <a:blip r:embed="rId5"/>
          <a:srcRect l="76281" t="21082" r="12572" b="67313"/>
          <a:stretch/>
        </p:blipFill>
        <p:spPr>
          <a:xfrm>
            <a:off x="7522734" y="33346"/>
            <a:ext cx="617619" cy="547863"/>
          </a:xfrm>
          <a:prstGeom prst="rect">
            <a:avLst/>
          </a:prstGeom>
        </p:spPr>
      </p:pic>
      <p:pic>
        <p:nvPicPr>
          <p:cNvPr id="44" name="Imagen 43">
            <a:extLst>
              <a:ext uri="{FF2B5EF4-FFF2-40B4-BE49-F238E27FC236}">
                <a16:creationId xmlns:a16="http://schemas.microsoft.com/office/drawing/2014/main" id="{D56266B6-C683-085B-DD44-16E109610CBA}"/>
              </a:ext>
            </a:extLst>
          </p:cNvPr>
          <p:cNvPicPr>
            <a:picLocks noChangeAspect="1"/>
          </p:cNvPicPr>
          <p:nvPr/>
        </p:nvPicPr>
        <p:blipFill>
          <a:blip r:embed="rId5"/>
          <a:srcRect l="12624" t="34906" r="76229" b="53489"/>
          <a:stretch/>
        </p:blipFill>
        <p:spPr>
          <a:xfrm>
            <a:off x="5214007" y="33346"/>
            <a:ext cx="617619" cy="547863"/>
          </a:xfrm>
          <a:prstGeom prst="rect">
            <a:avLst/>
          </a:prstGeom>
        </p:spPr>
      </p:pic>
      <p:pic>
        <p:nvPicPr>
          <p:cNvPr id="46" name="Imagen 45">
            <a:extLst>
              <a:ext uri="{FF2B5EF4-FFF2-40B4-BE49-F238E27FC236}">
                <a16:creationId xmlns:a16="http://schemas.microsoft.com/office/drawing/2014/main" id="{DEBB09C3-7985-431A-3557-206A89180F21}"/>
              </a:ext>
            </a:extLst>
          </p:cNvPr>
          <p:cNvPicPr>
            <a:picLocks noChangeAspect="1"/>
          </p:cNvPicPr>
          <p:nvPr/>
        </p:nvPicPr>
        <p:blipFill>
          <a:blip r:embed="rId5"/>
          <a:srcRect l="44479" t="34951" r="44374" b="53444"/>
          <a:stretch/>
        </p:blipFill>
        <p:spPr>
          <a:xfrm>
            <a:off x="5788903" y="33346"/>
            <a:ext cx="617619" cy="547863"/>
          </a:xfrm>
          <a:prstGeom prst="rect">
            <a:avLst/>
          </a:prstGeom>
        </p:spPr>
      </p:pic>
      <p:pic>
        <p:nvPicPr>
          <p:cNvPr id="49" name="Imagen 48">
            <a:extLst>
              <a:ext uri="{FF2B5EF4-FFF2-40B4-BE49-F238E27FC236}">
                <a16:creationId xmlns:a16="http://schemas.microsoft.com/office/drawing/2014/main" id="{5D2BC3FD-022E-E8D2-0163-3D5B59502581}"/>
              </a:ext>
            </a:extLst>
          </p:cNvPr>
          <p:cNvPicPr>
            <a:picLocks noChangeAspect="1"/>
          </p:cNvPicPr>
          <p:nvPr/>
        </p:nvPicPr>
        <p:blipFill>
          <a:blip r:embed="rId5"/>
          <a:srcRect l="55103" t="34951" r="33750" b="53444"/>
          <a:stretch/>
        </p:blipFill>
        <p:spPr>
          <a:xfrm>
            <a:off x="9822318" y="33346"/>
            <a:ext cx="617619" cy="547863"/>
          </a:xfrm>
          <a:prstGeom prst="rect">
            <a:avLst/>
          </a:prstGeom>
        </p:spPr>
      </p:pic>
      <p:pic>
        <p:nvPicPr>
          <p:cNvPr id="50" name="Imagen 49">
            <a:extLst>
              <a:ext uri="{FF2B5EF4-FFF2-40B4-BE49-F238E27FC236}">
                <a16:creationId xmlns:a16="http://schemas.microsoft.com/office/drawing/2014/main" id="{684BA235-1410-BEDD-A7E4-7DCA0D4276AB}"/>
              </a:ext>
            </a:extLst>
          </p:cNvPr>
          <p:cNvPicPr>
            <a:picLocks noChangeAspect="1"/>
          </p:cNvPicPr>
          <p:nvPr/>
        </p:nvPicPr>
        <p:blipFill>
          <a:blip r:embed="rId5"/>
          <a:srcRect l="65685" t="34869" r="23168" b="53526"/>
          <a:stretch/>
        </p:blipFill>
        <p:spPr>
          <a:xfrm>
            <a:off x="4639111" y="33346"/>
            <a:ext cx="617619" cy="547863"/>
          </a:xfrm>
          <a:prstGeom prst="rect">
            <a:avLst/>
          </a:prstGeom>
        </p:spPr>
      </p:pic>
      <p:pic>
        <p:nvPicPr>
          <p:cNvPr id="51" name="Imagen 50">
            <a:extLst>
              <a:ext uri="{FF2B5EF4-FFF2-40B4-BE49-F238E27FC236}">
                <a16:creationId xmlns:a16="http://schemas.microsoft.com/office/drawing/2014/main" id="{5080617D-E5A3-2869-3BF9-72152BB674B1}"/>
              </a:ext>
            </a:extLst>
          </p:cNvPr>
          <p:cNvPicPr>
            <a:picLocks noChangeAspect="1"/>
          </p:cNvPicPr>
          <p:nvPr/>
        </p:nvPicPr>
        <p:blipFill>
          <a:blip r:embed="rId5"/>
          <a:srcRect l="44426" t="49100" r="44426" b="39295"/>
          <a:stretch/>
        </p:blipFill>
        <p:spPr>
          <a:xfrm>
            <a:off x="9247422" y="33346"/>
            <a:ext cx="617619" cy="547863"/>
          </a:xfrm>
          <a:prstGeom prst="rect">
            <a:avLst/>
          </a:prstGeom>
        </p:spPr>
      </p:pic>
      <p:pic>
        <p:nvPicPr>
          <p:cNvPr id="52" name="Imagen 51">
            <a:extLst>
              <a:ext uri="{FF2B5EF4-FFF2-40B4-BE49-F238E27FC236}">
                <a16:creationId xmlns:a16="http://schemas.microsoft.com/office/drawing/2014/main" id="{EAC29DEC-9FE6-0C70-2692-4C414616F7B0}"/>
              </a:ext>
            </a:extLst>
          </p:cNvPr>
          <p:cNvPicPr>
            <a:picLocks noChangeAspect="1"/>
          </p:cNvPicPr>
          <p:nvPr/>
        </p:nvPicPr>
        <p:blipFill>
          <a:blip r:embed="rId5"/>
          <a:srcRect l="12605" t="6975" r="76248" b="81420"/>
          <a:stretch/>
        </p:blipFill>
        <p:spPr>
          <a:xfrm>
            <a:off x="6947838" y="33346"/>
            <a:ext cx="617619" cy="547863"/>
          </a:xfrm>
          <a:prstGeom prst="rect">
            <a:avLst/>
          </a:prstGeom>
        </p:spPr>
      </p:pic>
      <p:pic>
        <p:nvPicPr>
          <p:cNvPr id="53" name="Imagen 52">
            <a:extLst>
              <a:ext uri="{FF2B5EF4-FFF2-40B4-BE49-F238E27FC236}">
                <a16:creationId xmlns:a16="http://schemas.microsoft.com/office/drawing/2014/main" id="{1A1949A1-F878-F42F-9513-8ECDE3BB27BF}"/>
              </a:ext>
            </a:extLst>
          </p:cNvPr>
          <p:cNvPicPr>
            <a:picLocks noChangeAspect="1"/>
          </p:cNvPicPr>
          <p:nvPr/>
        </p:nvPicPr>
        <p:blipFill>
          <a:blip r:embed="rId5"/>
          <a:srcRect l="12605" t="6975" r="76248" b="81420"/>
          <a:stretch/>
        </p:blipFill>
        <p:spPr>
          <a:xfrm>
            <a:off x="8097630" y="33346"/>
            <a:ext cx="617619" cy="547863"/>
          </a:xfrm>
          <a:prstGeom prst="rect">
            <a:avLst/>
          </a:prstGeom>
        </p:spPr>
      </p:pic>
      <p:pic>
        <p:nvPicPr>
          <p:cNvPr id="54" name="Imagen 53">
            <a:extLst>
              <a:ext uri="{FF2B5EF4-FFF2-40B4-BE49-F238E27FC236}">
                <a16:creationId xmlns:a16="http://schemas.microsoft.com/office/drawing/2014/main" id="{F8891C26-FB21-FBF8-8587-5FD749789ACF}"/>
              </a:ext>
            </a:extLst>
          </p:cNvPr>
          <p:cNvPicPr>
            <a:picLocks noChangeAspect="1"/>
          </p:cNvPicPr>
          <p:nvPr/>
        </p:nvPicPr>
        <p:blipFill>
          <a:blip r:embed="rId5"/>
          <a:srcRect l="55103" t="34951" r="33750" b="53444"/>
          <a:stretch/>
        </p:blipFill>
        <p:spPr>
          <a:xfrm>
            <a:off x="10972105" y="33346"/>
            <a:ext cx="617619" cy="547863"/>
          </a:xfrm>
          <a:prstGeom prst="rect">
            <a:avLst/>
          </a:prstGeom>
        </p:spPr>
      </p:pic>
      <p:pic>
        <p:nvPicPr>
          <p:cNvPr id="55" name="Imagen 54">
            <a:extLst>
              <a:ext uri="{FF2B5EF4-FFF2-40B4-BE49-F238E27FC236}">
                <a16:creationId xmlns:a16="http://schemas.microsoft.com/office/drawing/2014/main" id="{40E4D81D-110E-8BD5-E9A7-FB7F09973B65}"/>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752063" y="33346"/>
            <a:ext cx="654340" cy="579561"/>
          </a:xfrm>
          <a:prstGeom prst="rect">
            <a:avLst/>
          </a:prstGeom>
        </p:spPr>
      </p:pic>
    </p:spTree>
    <p:extLst>
      <p:ext uri="{BB962C8B-B14F-4D97-AF65-F5344CB8AC3E}">
        <p14:creationId xmlns:p14="http://schemas.microsoft.com/office/powerpoint/2010/main" val="19229657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1D314-5D1B-CC86-1A66-71305672E727}"/>
            </a:ext>
          </a:extLst>
        </p:cNvPr>
        <p:cNvGrpSpPr/>
        <p:nvPr/>
      </p:nvGrpSpPr>
      <p:grpSpPr>
        <a:xfrm>
          <a:off x="0" y="0"/>
          <a:ext cx="0" cy="0"/>
          <a:chOff x="0" y="0"/>
          <a:chExt cx="0" cy="0"/>
        </a:xfrm>
      </p:grpSpPr>
      <p:sp>
        <p:nvSpPr>
          <p:cNvPr id="38" name="CuadroTexto 37">
            <a:extLst>
              <a:ext uri="{FF2B5EF4-FFF2-40B4-BE49-F238E27FC236}">
                <a16:creationId xmlns:a16="http://schemas.microsoft.com/office/drawing/2014/main" id="{4325410C-59FA-5501-CF0D-91AF44847EEF}"/>
              </a:ext>
            </a:extLst>
          </p:cNvPr>
          <p:cNvSpPr txBox="1"/>
          <p:nvPr/>
        </p:nvSpPr>
        <p:spPr>
          <a:xfrm>
            <a:off x="1575524" y="5778672"/>
            <a:ext cx="6572692" cy="830997"/>
          </a:xfrm>
          <a:prstGeom prst="rect">
            <a:avLst/>
          </a:prstGeom>
          <a:noFill/>
        </p:spPr>
        <p:txBody>
          <a:bodyPr wrap="square">
            <a:spAutoFit/>
          </a:bodyPr>
          <a:lstStyle/>
          <a:p>
            <a:pPr marL="342900" indent="-342900" algn="just">
              <a:buFont typeface="Arial" panose="020B0604020202020204" pitchFamily="34" charset="0"/>
              <a:buChar char="•"/>
            </a:pPr>
            <a:r>
              <a:rPr lang="es-MX" sz="2400" dirty="0">
                <a:solidFill>
                  <a:schemeClr val="bg1"/>
                </a:solidFill>
                <a:latin typeface=".AppleSystemUIFont"/>
              </a:rPr>
              <a:t>We selected </a:t>
            </a:r>
            <a:r>
              <a:rPr lang="es-MX" sz="2400" dirty="0">
                <a:solidFill>
                  <a:srgbClr val="FFB738"/>
                </a:solidFill>
                <a:latin typeface=".AppleSystemUIFont"/>
              </a:rPr>
              <a:t>4 factors </a:t>
            </a:r>
            <a:r>
              <a:rPr lang="es-MX" sz="2400" dirty="0">
                <a:solidFill>
                  <a:schemeClr val="bg1"/>
                </a:solidFill>
                <a:latin typeface=".AppleSystemUIFont"/>
              </a:rPr>
              <a:t>based on the results.</a:t>
            </a:r>
            <a:endParaRPr lang="es-MX" sz="2400" dirty="0">
              <a:solidFill>
                <a:schemeClr val="bg1"/>
              </a:solidFill>
              <a:effectLst/>
              <a:latin typeface=".AppleSystemUIFont"/>
            </a:endParaRPr>
          </a:p>
          <a:p>
            <a:pPr marL="342900" indent="-342900">
              <a:buFont typeface="Arial" panose="020B0604020202020204" pitchFamily="34" charset="0"/>
              <a:buChar char="•"/>
            </a:pPr>
            <a:endParaRPr lang="en-CA" sz="2400" dirty="0">
              <a:solidFill>
                <a:schemeClr val="bg1"/>
              </a:solidFill>
            </a:endParaRPr>
          </a:p>
        </p:txBody>
      </p:sp>
      <p:pic>
        <p:nvPicPr>
          <p:cNvPr id="41" name="Imagen 40">
            <a:extLst>
              <a:ext uri="{FF2B5EF4-FFF2-40B4-BE49-F238E27FC236}">
                <a16:creationId xmlns:a16="http://schemas.microsoft.com/office/drawing/2014/main" id="{F1473D7A-303A-615B-92AD-C78A950E46ED}"/>
              </a:ext>
            </a:extLst>
          </p:cNvPr>
          <p:cNvPicPr>
            <a:picLocks noChangeAspect="1"/>
          </p:cNvPicPr>
          <p:nvPr/>
        </p:nvPicPr>
        <p:blipFill>
          <a:blip r:embed="rId3"/>
          <a:stretch>
            <a:fillRect/>
          </a:stretch>
        </p:blipFill>
        <p:spPr>
          <a:xfrm>
            <a:off x="1690867" y="1090502"/>
            <a:ext cx="7663898" cy="4486678"/>
          </a:xfrm>
          <a:prstGeom prst="rect">
            <a:avLst/>
          </a:prstGeom>
        </p:spPr>
      </p:pic>
      <p:pic>
        <p:nvPicPr>
          <p:cNvPr id="36" name="Imagen 35">
            <a:extLst>
              <a:ext uri="{FF2B5EF4-FFF2-40B4-BE49-F238E27FC236}">
                <a16:creationId xmlns:a16="http://schemas.microsoft.com/office/drawing/2014/main" id="{11355FCF-1491-8AD9-7F29-131335CE1476}"/>
              </a:ext>
            </a:extLst>
          </p:cNvPr>
          <p:cNvPicPr>
            <a:picLocks noChangeAspect="1"/>
          </p:cNvPicPr>
          <p:nvPr/>
        </p:nvPicPr>
        <p:blipFill>
          <a:blip r:embed="rId4"/>
          <a:srcRect l="12605" t="6975" r="76248" b="81420"/>
          <a:stretch/>
        </p:blipFill>
        <p:spPr>
          <a:xfrm>
            <a:off x="3489319" y="33346"/>
            <a:ext cx="617619" cy="547863"/>
          </a:xfrm>
          <a:prstGeom prst="rect">
            <a:avLst/>
          </a:prstGeom>
        </p:spPr>
      </p:pic>
      <p:pic>
        <p:nvPicPr>
          <p:cNvPr id="37" name="Imagen 36">
            <a:extLst>
              <a:ext uri="{FF2B5EF4-FFF2-40B4-BE49-F238E27FC236}">
                <a16:creationId xmlns:a16="http://schemas.microsoft.com/office/drawing/2014/main" id="{EBBC554E-186E-365B-735E-7422453C021E}"/>
              </a:ext>
            </a:extLst>
          </p:cNvPr>
          <p:cNvPicPr>
            <a:picLocks noChangeAspect="1"/>
          </p:cNvPicPr>
          <p:nvPr/>
        </p:nvPicPr>
        <p:blipFill>
          <a:blip r:embed="rId4"/>
          <a:srcRect l="33916" t="6975" r="54937" b="81420"/>
          <a:stretch/>
        </p:blipFill>
        <p:spPr>
          <a:xfrm>
            <a:off x="4064215" y="33346"/>
            <a:ext cx="617619" cy="547863"/>
          </a:xfrm>
          <a:prstGeom prst="rect">
            <a:avLst/>
          </a:prstGeom>
        </p:spPr>
      </p:pic>
      <p:pic>
        <p:nvPicPr>
          <p:cNvPr id="39" name="Imagen 38">
            <a:extLst>
              <a:ext uri="{FF2B5EF4-FFF2-40B4-BE49-F238E27FC236}">
                <a16:creationId xmlns:a16="http://schemas.microsoft.com/office/drawing/2014/main" id="{680144CD-A2D7-6403-C2F1-EE21F07F23DD}"/>
              </a:ext>
            </a:extLst>
          </p:cNvPr>
          <p:cNvPicPr>
            <a:picLocks noChangeAspect="1"/>
          </p:cNvPicPr>
          <p:nvPr/>
        </p:nvPicPr>
        <p:blipFill>
          <a:blip r:embed="rId4"/>
          <a:srcRect l="65717" t="6975" r="23136" b="81420"/>
          <a:stretch/>
        </p:blipFill>
        <p:spPr>
          <a:xfrm>
            <a:off x="2914423" y="33346"/>
            <a:ext cx="617619" cy="547863"/>
          </a:xfrm>
          <a:prstGeom prst="rect">
            <a:avLst/>
          </a:prstGeom>
        </p:spPr>
      </p:pic>
      <p:pic>
        <p:nvPicPr>
          <p:cNvPr id="40" name="Imagen 39">
            <a:extLst>
              <a:ext uri="{FF2B5EF4-FFF2-40B4-BE49-F238E27FC236}">
                <a16:creationId xmlns:a16="http://schemas.microsoft.com/office/drawing/2014/main" id="{189720D0-BFE2-539C-3071-947303905823}"/>
              </a:ext>
            </a:extLst>
          </p:cNvPr>
          <p:cNvPicPr>
            <a:picLocks noChangeAspect="1"/>
          </p:cNvPicPr>
          <p:nvPr/>
        </p:nvPicPr>
        <p:blipFill>
          <a:blip r:embed="rId4"/>
          <a:srcRect l="23278" t="21261" r="65575" b="67134"/>
          <a:stretch/>
        </p:blipFill>
        <p:spPr>
          <a:xfrm>
            <a:off x="10397214" y="33346"/>
            <a:ext cx="617619" cy="547863"/>
          </a:xfrm>
          <a:prstGeom prst="rect">
            <a:avLst/>
          </a:prstGeom>
        </p:spPr>
      </p:pic>
      <p:pic>
        <p:nvPicPr>
          <p:cNvPr id="42" name="Imagen 41">
            <a:extLst>
              <a:ext uri="{FF2B5EF4-FFF2-40B4-BE49-F238E27FC236}">
                <a16:creationId xmlns:a16="http://schemas.microsoft.com/office/drawing/2014/main" id="{B76C586B-B49B-5306-7F34-F17AB3766623}"/>
              </a:ext>
            </a:extLst>
          </p:cNvPr>
          <p:cNvPicPr>
            <a:picLocks noChangeAspect="1"/>
          </p:cNvPicPr>
          <p:nvPr/>
        </p:nvPicPr>
        <p:blipFill>
          <a:blip r:embed="rId4"/>
          <a:srcRect l="55122" t="21082" r="33731" b="67313"/>
          <a:stretch/>
        </p:blipFill>
        <p:spPr>
          <a:xfrm>
            <a:off x="8672526" y="33346"/>
            <a:ext cx="617619" cy="547863"/>
          </a:xfrm>
          <a:prstGeom prst="rect">
            <a:avLst/>
          </a:prstGeom>
        </p:spPr>
      </p:pic>
      <p:pic>
        <p:nvPicPr>
          <p:cNvPr id="43" name="Imagen 42">
            <a:extLst>
              <a:ext uri="{FF2B5EF4-FFF2-40B4-BE49-F238E27FC236}">
                <a16:creationId xmlns:a16="http://schemas.microsoft.com/office/drawing/2014/main" id="{FA0F5EBF-0867-3843-56B6-BDC26E5586AE}"/>
              </a:ext>
            </a:extLst>
          </p:cNvPr>
          <p:cNvPicPr>
            <a:picLocks noChangeAspect="1"/>
          </p:cNvPicPr>
          <p:nvPr/>
        </p:nvPicPr>
        <p:blipFill>
          <a:blip r:embed="rId4"/>
          <a:srcRect l="76281" t="21082" r="12572" b="67313"/>
          <a:stretch/>
        </p:blipFill>
        <p:spPr>
          <a:xfrm>
            <a:off x="7522734" y="33346"/>
            <a:ext cx="617619" cy="547863"/>
          </a:xfrm>
          <a:prstGeom prst="rect">
            <a:avLst/>
          </a:prstGeom>
        </p:spPr>
      </p:pic>
      <p:pic>
        <p:nvPicPr>
          <p:cNvPr id="44" name="Imagen 43">
            <a:extLst>
              <a:ext uri="{FF2B5EF4-FFF2-40B4-BE49-F238E27FC236}">
                <a16:creationId xmlns:a16="http://schemas.microsoft.com/office/drawing/2014/main" id="{EDDC02C4-DED5-BE8E-9B20-92D7CDC1D7C1}"/>
              </a:ext>
            </a:extLst>
          </p:cNvPr>
          <p:cNvPicPr>
            <a:picLocks noChangeAspect="1"/>
          </p:cNvPicPr>
          <p:nvPr/>
        </p:nvPicPr>
        <p:blipFill>
          <a:blip r:embed="rId4"/>
          <a:srcRect l="12624" t="34906" r="76229" b="53489"/>
          <a:stretch/>
        </p:blipFill>
        <p:spPr>
          <a:xfrm>
            <a:off x="5214007" y="33346"/>
            <a:ext cx="617619" cy="547863"/>
          </a:xfrm>
          <a:prstGeom prst="rect">
            <a:avLst/>
          </a:prstGeom>
        </p:spPr>
      </p:pic>
      <p:pic>
        <p:nvPicPr>
          <p:cNvPr id="45" name="Imagen 44">
            <a:extLst>
              <a:ext uri="{FF2B5EF4-FFF2-40B4-BE49-F238E27FC236}">
                <a16:creationId xmlns:a16="http://schemas.microsoft.com/office/drawing/2014/main" id="{3D6EA3ED-C2ED-DF76-AAA3-B8673762F1F9}"/>
              </a:ext>
            </a:extLst>
          </p:cNvPr>
          <p:cNvPicPr>
            <a:picLocks noChangeAspect="1"/>
          </p:cNvPicPr>
          <p:nvPr/>
        </p:nvPicPr>
        <p:blipFill>
          <a:blip r:embed="rId4"/>
          <a:srcRect l="44479" t="34951" r="44374" b="53444"/>
          <a:stretch/>
        </p:blipFill>
        <p:spPr>
          <a:xfrm>
            <a:off x="5788903" y="33346"/>
            <a:ext cx="617619" cy="547863"/>
          </a:xfrm>
          <a:prstGeom prst="rect">
            <a:avLst/>
          </a:prstGeom>
        </p:spPr>
      </p:pic>
      <p:pic>
        <p:nvPicPr>
          <p:cNvPr id="46" name="Imagen 45">
            <a:extLst>
              <a:ext uri="{FF2B5EF4-FFF2-40B4-BE49-F238E27FC236}">
                <a16:creationId xmlns:a16="http://schemas.microsoft.com/office/drawing/2014/main" id="{B4E7EC32-B855-1B98-5D6E-B2EA81FE690E}"/>
              </a:ext>
            </a:extLst>
          </p:cNvPr>
          <p:cNvPicPr>
            <a:picLocks noChangeAspect="1"/>
          </p:cNvPicPr>
          <p:nvPr/>
        </p:nvPicPr>
        <p:blipFill>
          <a:blip r:embed="rId4"/>
          <a:srcRect l="55103" t="34951" r="33750" b="53444"/>
          <a:stretch/>
        </p:blipFill>
        <p:spPr>
          <a:xfrm>
            <a:off x="9822318" y="33346"/>
            <a:ext cx="617619" cy="547863"/>
          </a:xfrm>
          <a:prstGeom prst="rect">
            <a:avLst/>
          </a:prstGeom>
        </p:spPr>
      </p:pic>
      <p:pic>
        <p:nvPicPr>
          <p:cNvPr id="47" name="Imagen 46">
            <a:extLst>
              <a:ext uri="{FF2B5EF4-FFF2-40B4-BE49-F238E27FC236}">
                <a16:creationId xmlns:a16="http://schemas.microsoft.com/office/drawing/2014/main" id="{BF62D964-16CF-7D44-44F9-35FD60A790FF}"/>
              </a:ext>
            </a:extLst>
          </p:cNvPr>
          <p:cNvPicPr>
            <a:picLocks noChangeAspect="1"/>
          </p:cNvPicPr>
          <p:nvPr/>
        </p:nvPicPr>
        <p:blipFill>
          <a:blip r:embed="rId4"/>
          <a:srcRect l="65685" t="34869" r="23168" b="53526"/>
          <a:stretch/>
        </p:blipFill>
        <p:spPr>
          <a:xfrm>
            <a:off x="4639111" y="33346"/>
            <a:ext cx="617619" cy="547863"/>
          </a:xfrm>
          <a:prstGeom prst="rect">
            <a:avLst/>
          </a:prstGeom>
        </p:spPr>
      </p:pic>
      <p:pic>
        <p:nvPicPr>
          <p:cNvPr id="48" name="Imagen 47">
            <a:extLst>
              <a:ext uri="{FF2B5EF4-FFF2-40B4-BE49-F238E27FC236}">
                <a16:creationId xmlns:a16="http://schemas.microsoft.com/office/drawing/2014/main" id="{23805045-C7CC-B81F-58BE-224981FF371C}"/>
              </a:ext>
            </a:extLst>
          </p:cNvPr>
          <p:cNvPicPr>
            <a:picLocks noChangeAspect="1"/>
          </p:cNvPicPr>
          <p:nvPr/>
        </p:nvPicPr>
        <p:blipFill>
          <a:blip r:embed="rId4"/>
          <a:srcRect l="44426" t="49100" r="44426" b="39295"/>
          <a:stretch/>
        </p:blipFill>
        <p:spPr>
          <a:xfrm>
            <a:off x="9247422" y="33346"/>
            <a:ext cx="617619" cy="547863"/>
          </a:xfrm>
          <a:prstGeom prst="rect">
            <a:avLst/>
          </a:prstGeom>
        </p:spPr>
      </p:pic>
      <p:pic>
        <p:nvPicPr>
          <p:cNvPr id="49" name="Imagen 48">
            <a:extLst>
              <a:ext uri="{FF2B5EF4-FFF2-40B4-BE49-F238E27FC236}">
                <a16:creationId xmlns:a16="http://schemas.microsoft.com/office/drawing/2014/main" id="{0ABF7D4F-AF53-9FC4-AD77-FE3DD5957CEA}"/>
              </a:ext>
            </a:extLst>
          </p:cNvPr>
          <p:cNvPicPr>
            <a:picLocks noChangeAspect="1"/>
          </p:cNvPicPr>
          <p:nvPr/>
        </p:nvPicPr>
        <p:blipFill>
          <a:blip r:embed="rId4"/>
          <a:srcRect l="12605" t="6975" r="76248" b="81420"/>
          <a:stretch/>
        </p:blipFill>
        <p:spPr>
          <a:xfrm>
            <a:off x="6947838" y="33346"/>
            <a:ext cx="617619" cy="547863"/>
          </a:xfrm>
          <a:prstGeom prst="rect">
            <a:avLst/>
          </a:prstGeom>
        </p:spPr>
      </p:pic>
      <p:pic>
        <p:nvPicPr>
          <p:cNvPr id="50" name="Imagen 49">
            <a:extLst>
              <a:ext uri="{FF2B5EF4-FFF2-40B4-BE49-F238E27FC236}">
                <a16:creationId xmlns:a16="http://schemas.microsoft.com/office/drawing/2014/main" id="{16D45E27-4920-B4B0-DA29-031BC6DCD541}"/>
              </a:ext>
            </a:extLst>
          </p:cNvPr>
          <p:cNvPicPr>
            <a:picLocks noChangeAspect="1"/>
          </p:cNvPicPr>
          <p:nvPr/>
        </p:nvPicPr>
        <p:blipFill>
          <a:blip r:embed="rId4"/>
          <a:srcRect l="12605" t="6975" r="76248" b="81420"/>
          <a:stretch/>
        </p:blipFill>
        <p:spPr>
          <a:xfrm>
            <a:off x="8097630" y="33346"/>
            <a:ext cx="617619" cy="547863"/>
          </a:xfrm>
          <a:prstGeom prst="rect">
            <a:avLst/>
          </a:prstGeom>
        </p:spPr>
      </p:pic>
      <p:pic>
        <p:nvPicPr>
          <p:cNvPr id="51" name="Imagen 50">
            <a:extLst>
              <a:ext uri="{FF2B5EF4-FFF2-40B4-BE49-F238E27FC236}">
                <a16:creationId xmlns:a16="http://schemas.microsoft.com/office/drawing/2014/main" id="{9C1A8836-488E-EAF0-1235-06071D17F6DB}"/>
              </a:ext>
            </a:extLst>
          </p:cNvPr>
          <p:cNvPicPr>
            <a:picLocks noChangeAspect="1"/>
          </p:cNvPicPr>
          <p:nvPr/>
        </p:nvPicPr>
        <p:blipFill>
          <a:blip r:embed="rId4"/>
          <a:srcRect l="55103" t="34951" r="33750" b="53444"/>
          <a:stretch/>
        </p:blipFill>
        <p:spPr>
          <a:xfrm>
            <a:off x="10972105" y="33346"/>
            <a:ext cx="617619" cy="547863"/>
          </a:xfrm>
          <a:prstGeom prst="rect">
            <a:avLst/>
          </a:prstGeom>
        </p:spPr>
      </p:pic>
      <p:pic>
        <p:nvPicPr>
          <p:cNvPr id="52" name="Imagen 51">
            <a:extLst>
              <a:ext uri="{FF2B5EF4-FFF2-40B4-BE49-F238E27FC236}">
                <a16:creationId xmlns:a16="http://schemas.microsoft.com/office/drawing/2014/main" id="{D373B8B4-C5C7-DF3B-604C-F39C6F227CB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752063" y="33346"/>
            <a:ext cx="654340" cy="579561"/>
          </a:xfrm>
          <a:prstGeom prst="rect">
            <a:avLst/>
          </a:prstGeom>
        </p:spPr>
      </p:pic>
    </p:spTree>
    <p:extLst>
      <p:ext uri="{BB962C8B-B14F-4D97-AF65-F5344CB8AC3E}">
        <p14:creationId xmlns:p14="http://schemas.microsoft.com/office/powerpoint/2010/main" val="15137369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1E047361-38D9-4F93-E6CD-0A971980D495}"/>
              </a:ext>
            </a:extLst>
          </p:cNvPr>
          <p:cNvSpPr txBox="1"/>
          <p:nvPr/>
        </p:nvSpPr>
        <p:spPr>
          <a:xfrm>
            <a:off x="5550824" y="1898225"/>
            <a:ext cx="6097384" cy="3477875"/>
          </a:xfrm>
          <a:prstGeom prst="rect">
            <a:avLst/>
          </a:prstGeom>
          <a:noFill/>
        </p:spPr>
        <p:txBody>
          <a:bodyPr wrap="square">
            <a:spAutoFit/>
          </a:bodyPr>
          <a:lstStyle/>
          <a:p>
            <a:pPr marL="285750" indent="-285750" algn="just">
              <a:buFont typeface="Arial" panose="020B0604020202020204" pitchFamily="34" charset="0"/>
              <a:buChar char="•"/>
            </a:pPr>
            <a:r>
              <a:rPr lang="en-CA" sz="2000" dirty="0">
                <a:solidFill>
                  <a:srgbClr val="FFFF00"/>
                </a:solidFill>
              </a:rPr>
              <a:t>MR1</a:t>
            </a:r>
            <a:r>
              <a:rPr lang="en-CA" sz="2000" dirty="0">
                <a:solidFill>
                  <a:schemeClr val="bg1"/>
                </a:solidFill>
              </a:rPr>
              <a:t> explains 15.6% of the variance, </a:t>
            </a:r>
            <a:r>
              <a:rPr lang="en-CA" sz="2000" dirty="0">
                <a:solidFill>
                  <a:srgbClr val="FFFF00"/>
                </a:solidFill>
              </a:rPr>
              <a:t>MR3 </a:t>
            </a:r>
            <a:r>
              <a:rPr lang="en-CA" sz="2000" dirty="0">
                <a:solidFill>
                  <a:schemeClr val="bg1"/>
                </a:solidFill>
              </a:rPr>
              <a:t>explains 10.2%, </a:t>
            </a:r>
            <a:r>
              <a:rPr lang="en-CA" sz="2000" dirty="0">
                <a:solidFill>
                  <a:srgbClr val="FFFF00"/>
                </a:solidFill>
              </a:rPr>
              <a:t>MR2 </a:t>
            </a:r>
            <a:r>
              <a:rPr lang="en-CA" sz="2000" dirty="0">
                <a:solidFill>
                  <a:schemeClr val="bg1"/>
                </a:solidFill>
              </a:rPr>
              <a:t>explains 8.6%, and </a:t>
            </a:r>
            <a:r>
              <a:rPr lang="en-CA" sz="2000" dirty="0">
                <a:solidFill>
                  <a:srgbClr val="FFFF00"/>
                </a:solidFill>
              </a:rPr>
              <a:t>MR4</a:t>
            </a:r>
            <a:r>
              <a:rPr lang="en-CA" sz="2000" dirty="0">
                <a:solidFill>
                  <a:schemeClr val="bg1"/>
                </a:solidFill>
              </a:rPr>
              <a:t> explains 5.0%. Together, these factors account for about 39.4% of the variance in the dataset, meaning they provide a moderate summary of the weather data’s variability.</a:t>
            </a:r>
          </a:p>
          <a:p>
            <a:pPr algn="just"/>
            <a:endParaRPr lang="en-CA" sz="2000" dirty="0">
              <a:solidFill>
                <a:schemeClr val="bg1"/>
              </a:solidFill>
            </a:endParaRPr>
          </a:p>
          <a:p>
            <a:pPr marL="285750" indent="-285750" algn="just">
              <a:buFont typeface="Arial" panose="020B0604020202020204" pitchFamily="34" charset="0"/>
              <a:buChar char="•"/>
            </a:pPr>
            <a:r>
              <a:rPr lang="en-CA" sz="2000" dirty="0">
                <a:solidFill>
                  <a:schemeClr val="bg1"/>
                </a:solidFill>
              </a:rPr>
              <a:t>This factor analysis suggests that </a:t>
            </a:r>
            <a:r>
              <a:rPr lang="en-CA" sz="2000" dirty="0">
                <a:solidFill>
                  <a:srgbClr val="FCA701"/>
                </a:solidFill>
              </a:rPr>
              <a:t>temperature</a:t>
            </a:r>
            <a:r>
              <a:rPr lang="en-CA" sz="2000" dirty="0">
                <a:solidFill>
                  <a:schemeClr val="bg1"/>
                </a:solidFill>
              </a:rPr>
              <a:t> and </a:t>
            </a:r>
            <a:r>
              <a:rPr lang="en-CA" sz="2000" dirty="0">
                <a:solidFill>
                  <a:srgbClr val="FCA701"/>
                </a:solidFill>
              </a:rPr>
              <a:t>humidity</a:t>
            </a:r>
            <a:r>
              <a:rPr lang="en-CA" sz="2000" dirty="0">
                <a:solidFill>
                  <a:schemeClr val="bg1"/>
                </a:solidFill>
              </a:rPr>
              <a:t> (</a:t>
            </a:r>
            <a:r>
              <a:rPr lang="en-CA" sz="2000" dirty="0">
                <a:solidFill>
                  <a:srgbClr val="FFFF00"/>
                </a:solidFill>
              </a:rPr>
              <a:t>MR1</a:t>
            </a:r>
            <a:r>
              <a:rPr lang="en-CA" sz="2000" dirty="0">
                <a:solidFill>
                  <a:schemeClr val="bg1"/>
                </a:solidFill>
              </a:rPr>
              <a:t>), </a:t>
            </a:r>
            <a:r>
              <a:rPr lang="en-CA" sz="2000" dirty="0">
                <a:solidFill>
                  <a:srgbClr val="FCA701"/>
                </a:solidFill>
              </a:rPr>
              <a:t>wind speed </a:t>
            </a:r>
            <a:r>
              <a:rPr lang="en-CA" sz="2000" dirty="0">
                <a:solidFill>
                  <a:schemeClr val="bg1"/>
                </a:solidFill>
              </a:rPr>
              <a:t>(</a:t>
            </a:r>
            <a:r>
              <a:rPr lang="en-CA" sz="2000" dirty="0">
                <a:solidFill>
                  <a:srgbClr val="FFFF00"/>
                </a:solidFill>
              </a:rPr>
              <a:t>MR3</a:t>
            </a:r>
            <a:r>
              <a:rPr lang="en-CA" sz="2000" dirty="0">
                <a:solidFill>
                  <a:schemeClr val="bg1"/>
                </a:solidFill>
              </a:rPr>
              <a:t>), </a:t>
            </a:r>
            <a:r>
              <a:rPr lang="en-CA" sz="2000" dirty="0">
                <a:solidFill>
                  <a:srgbClr val="FCA701"/>
                </a:solidFill>
              </a:rPr>
              <a:t>wind direction </a:t>
            </a:r>
            <a:r>
              <a:rPr lang="en-CA" sz="2000" dirty="0">
                <a:solidFill>
                  <a:schemeClr val="bg1"/>
                </a:solidFill>
              </a:rPr>
              <a:t>(</a:t>
            </a:r>
            <a:r>
              <a:rPr lang="en-CA" sz="2000" dirty="0">
                <a:solidFill>
                  <a:srgbClr val="FFFF00"/>
                </a:solidFill>
              </a:rPr>
              <a:t>MR2</a:t>
            </a:r>
            <a:r>
              <a:rPr lang="en-CA" sz="2000" dirty="0">
                <a:solidFill>
                  <a:schemeClr val="bg1"/>
                </a:solidFill>
              </a:rPr>
              <a:t>), and </a:t>
            </a:r>
            <a:r>
              <a:rPr lang="en-CA" sz="2000" dirty="0">
                <a:solidFill>
                  <a:srgbClr val="FCA701"/>
                </a:solidFill>
              </a:rPr>
              <a:t>snowfall</a:t>
            </a:r>
            <a:r>
              <a:rPr lang="en-CA" sz="2000" dirty="0">
                <a:solidFill>
                  <a:schemeClr val="bg1"/>
                </a:solidFill>
              </a:rPr>
              <a:t> (</a:t>
            </a:r>
            <a:r>
              <a:rPr lang="en-CA" sz="2000" dirty="0">
                <a:solidFill>
                  <a:srgbClr val="FFFF00"/>
                </a:solidFill>
              </a:rPr>
              <a:t>MR4</a:t>
            </a:r>
            <a:r>
              <a:rPr lang="en-CA" sz="2000" dirty="0">
                <a:solidFill>
                  <a:schemeClr val="bg1"/>
                </a:solidFill>
              </a:rPr>
              <a:t>) are the primary weather conditions associated with delay.</a:t>
            </a:r>
          </a:p>
        </p:txBody>
      </p:sp>
      <p:pic>
        <p:nvPicPr>
          <p:cNvPr id="25" name="Imagen 24">
            <a:extLst>
              <a:ext uri="{FF2B5EF4-FFF2-40B4-BE49-F238E27FC236}">
                <a16:creationId xmlns:a16="http://schemas.microsoft.com/office/drawing/2014/main" id="{9AC1ED35-5014-6105-F237-A7BE6C88C838}"/>
              </a:ext>
            </a:extLst>
          </p:cNvPr>
          <p:cNvPicPr>
            <a:picLocks noChangeAspect="1"/>
          </p:cNvPicPr>
          <p:nvPr/>
        </p:nvPicPr>
        <p:blipFill>
          <a:blip r:embed="rId3"/>
          <a:stretch>
            <a:fillRect/>
          </a:stretch>
        </p:blipFill>
        <p:spPr>
          <a:xfrm>
            <a:off x="668357" y="1898225"/>
            <a:ext cx="4338675" cy="3358301"/>
          </a:xfrm>
          <a:prstGeom prst="rect">
            <a:avLst/>
          </a:prstGeom>
        </p:spPr>
      </p:pic>
      <p:sp>
        <p:nvSpPr>
          <p:cNvPr id="26" name="Elipse 25">
            <a:extLst>
              <a:ext uri="{FF2B5EF4-FFF2-40B4-BE49-F238E27FC236}">
                <a16:creationId xmlns:a16="http://schemas.microsoft.com/office/drawing/2014/main" id="{A5B709F2-5E32-12AC-8F27-0A90BC2D2951}"/>
              </a:ext>
            </a:extLst>
          </p:cNvPr>
          <p:cNvSpPr/>
          <p:nvPr/>
        </p:nvSpPr>
        <p:spPr>
          <a:xfrm>
            <a:off x="1767445" y="4750580"/>
            <a:ext cx="2429464" cy="241070"/>
          </a:xfrm>
          <a:prstGeom prst="ellipse">
            <a:avLst/>
          </a:prstGeom>
          <a:noFill/>
          <a:ln w="38100">
            <a:solidFill>
              <a:srgbClr val="FFB7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rgbClr val="FCA701"/>
              </a:solidFill>
            </a:endParaRPr>
          </a:p>
        </p:txBody>
      </p:sp>
      <p:pic>
        <p:nvPicPr>
          <p:cNvPr id="39" name="Imagen 38">
            <a:extLst>
              <a:ext uri="{FF2B5EF4-FFF2-40B4-BE49-F238E27FC236}">
                <a16:creationId xmlns:a16="http://schemas.microsoft.com/office/drawing/2014/main" id="{52BE96CF-DA9A-9B3B-482F-13F211853E73}"/>
              </a:ext>
            </a:extLst>
          </p:cNvPr>
          <p:cNvPicPr>
            <a:picLocks noChangeAspect="1"/>
          </p:cNvPicPr>
          <p:nvPr/>
        </p:nvPicPr>
        <p:blipFill>
          <a:blip r:embed="rId4"/>
          <a:srcRect l="12605" t="6975" r="76248" b="81420"/>
          <a:stretch/>
        </p:blipFill>
        <p:spPr>
          <a:xfrm>
            <a:off x="3489319" y="33346"/>
            <a:ext cx="617619" cy="547863"/>
          </a:xfrm>
          <a:prstGeom prst="rect">
            <a:avLst/>
          </a:prstGeom>
        </p:spPr>
      </p:pic>
      <p:pic>
        <p:nvPicPr>
          <p:cNvPr id="40" name="Imagen 39">
            <a:extLst>
              <a:ext uri="{FF2B5EF4-FFF2-40B4-BE49-F238E27FC236}">
                <a16:creationId xmlns:a16="http://schemas.microsoft.com/office/drawing/2014/main" id="{0F8C96A3-B101-9E16-F495-43A4FCC0F79A}"/>
              </a:ext>
            </a:extLst>
          </p:cNvPr>
          <p:cNvPicPr>
            <a:picLocks noChangeAspect="1"/>
          </p:cNvPicPr>
          <p:nvPr/>
        </p:nvPicPr>
        <p:blipFill>
          <a:blip r:embed="rId4"/>
          <a:srcRect l="33916" t="6975" r="54937" b="81420"/>
          <a:stretch/>
        </p:blipFill>
        <p:spPr>
          <a:xfrm>
            <a:off x="4064215" y="33346"/>
            <a:ext cx="617619" cy="547863"/>
          </a:xfrm>
          <a:prstGeom prst="rect">
            <a:avLst/>
          </a:prstGeom>
        </p:spPr>
      </p:pic>
      <p:pic>
        <p:nvPicPr>
          <p:cNvPr id="41" name="Imagen 40">
            <a:extLst>
              <a:ext uri="{FF2B5EF4-FFF2-40B4-BE49-F238E27FC236}">
                <a16:creationId xmlns:a16="http://schemas.microsoft.com/office/drawing/2014/main" id="{7815CC59-B6E2-8604-6B3D-D6343D950D58}"/>
              </a:ext>
            </a:extLst>
          </p:cNvPr>
          <p:cNvPicPr>
            <a:picLocks noChangeAspect="1"/>
          </p:cNvPicPr>
          <p:nvPr/>
        </p:nvPicPr>
        <p:blipFill>
          <a:blip r:embed="rId4"/>
          <a:srcRect l="65717" t="6975" r="23136" b="81420"/>
          <a:stretch/>
        </p:blipFill>
        <p:spPr>
          <a:xfrm>
            <a:off x="2914423" y="33346"/>
            <a:ext cx="617619" cy="547863"/>
          </a:xfrm>
          <a:prstGeom prst="rect">
            <a:avLst/>
          </a:prstGeom>
        </p:spPr>
      </p:pic>
      <p:pic>
        <p:nvPicPr>
          <p:cNvPr id="42" name="Imagen 41">
            <a:extLst>
              <a:ext uri="{FF2B5EF4-FFF2-40B4-BE49-F238E27FC236}">
                <a16:creationId xmlns:a16="http://schemas.microsoft.com/office/drawing/2014/main" id="{39BD7E24-CF52-3C31-876B-AF61846EF59B}"/>
              </a:ext>
            </a:extLst>
          </p:cNvPr>
          <p:cNvPicPr>
            <a:picLocks noChangeAspect="1"/>
          </p:cNvPicPr>
          <p:nvPr/>
        </p:nvPicPr>
        <p:blipFill>
          <a:blip r:embed="rId4"/>
          <a:srcRect l="23278" t="21261" r="65575" b="67134"/>
          <a:stretch/>
        </p:blipFill>
        <p:spPr>
          <a:xfrm>
            <a:off x="10397214" y="33346"/>
            <a:ext cx="617619" cy="547863"/>
          </a:xfrm>
          <a:prstGeom prst="rect">
            <a:avLst/>
          </a:prstGeom>
        </p:spPr>
      </p:pic>
      <p:pic>
        <p:nvPicPr>
          <p:cNvPr id="43" name="Imagen 42">
            <a:extLst>
              <a:ext uri="{FF2B5EF4-FFF2-40B4-BE49-F238E27FC236}">
                <a16:creationId xmlns:a16="http://schemas.microsoft.com/office/drawing/2014/main" id="{31C69FE1-89C7-C612-D0DC-67F2F84CF1A7}"/>
              </a:ext>
            </a:extLst>
          </p:cNvPr>
          <p:cNvPicPr>
            <a:picLocks noChangeAspect="1"/>
          </p:cNvPicPr>
          <p:nvPr/>
        </p:nvPicPr>
        <p:blipFill>
          <a:blip r:embed="rId4"/>
          <a:srcRect l="55122" t="21082" r="33731" b="67313"/>
          <a:stretch/>
        </p:blipFill>
        <p:spPr>
          <a:xfrm>
            <a:off x="8672526" y="33346"/>
            <a:ext cx="617619" cy="547863"/>
          </a:xfrm>
          <a:prstGeom prst="rect">
            <a:avLst/>
          </a:prstGeom>
        </p:spPr>
      </p:pic>
      <p:pic>
        <p:nvPicPr>
          <p:cNvPr id="44" name="Imagen 43">
            <a:extLst>
              <a:ext uri="{FF2B5EF4-FFF2-40B4-BE49-F238E27FC236}">
                <a16:creationId xmlns:a16="http://schemas.microsoft.com/office/drawing/2014/main" id="{E962DF2C-80F3-2719-1A2E-F7C469AC268D}"/>
              </a:ext>
            </a:extLst>
          </p:cNvPr>
          <p:cNvPicPr>
            <a:picLocks noChangeAspect="1"/>
          </p:cNvPicPr>
          <p:nvPr/>
        </p:nvPicPr>
        <p:blipFill>
          <a:blip r:embed="rId4"/>
          <a:srcRect l="76281" t="21082" r="12572" b="67313"/>
          <a:stretch/>
        </p:blipFill>
        <p:spPr>
          <a:xfrm>
            <a:off x="7522734" y="33346"/>
            <a:ext cx="617619" cy="547863"/>
          </a:xfrm>
          <a:prstGeom prst="rect">
            <a:avLst/>
          </a:prstGeom>
        </p:spPr>
      </p:pic>
      <p:pic>
        <p:nvPicPr>
          <p:cNvPr id="45" name="Imagen 44">
            <a:extLst>
              <a:ext uri="{FF2B5EF4-FFF2-40B4-BE49-F238E27FC236}">
                <a16:creationId xmlns:a16="http://schemas.microsoft.com/office/drawing/2014/main" id="{D56DB07B-924B-B8E4-4ABE-8E158A53DB9B}"/>
              </a:ext>
            </a:extLst>
          </p:cNvPr>
          <p:cNvPicPr>
            <a:picLocks noChangeAspect="1"/>
          </p:cNvPicPr>
          <p:nvPr/>
        </p:nvPicPr>
        <p:blipFill>
          <a:blip r:embed="rId4"/>
          <a:srcRect l="12624" t="34906" r="76229" b="53489"/>
          <a:stretch/>
        </p:blipFill>
        <p:spPr>
          <a:xfrm>
            <a:off x="5214007" y="33346"/>
            <a:ext cx="617619" cy="547863"/>
          </a:xfrm>
          <a:prstGeom prst="rect">
            <a:avLst/>
          </a:prstGeom>
        </p:spPr>
      </p:pic>
      <p:pic>
        <p:nvPicPr>
          <p:cNvPr id="46" name="Imagen 45">
            <a:extLst>
              <a:ext uri="{FF2B5EF4-FFF2-40B4-BE49-F238E27FC236}">
                <a16:creationId xmlns:a16="http://schemas.microsoft.com/office/drawing/2014/main" id="{D4E90529-CE17-51DD-88DD-79F577AD6B4E}"/>
              </a:ext>
            </a:extLst>
          </p:cNvPr>
          <p:cNvPicPr>
            <a:picLocks noChangeAspect="1"/>
          </p:cNvPicPr>
          <p:nvPr/>
        </p:nvPicPr>
        <p:blipFill>
          <a:blip r:embed="rId4"/>
          <a:srcRect l="44479" t="34951" r="44374" b="53444"/>
          <a:stretch/>
        </p:blipFill>
        <p:spPr>
          <a:xfrm>
            <a:off x="5788903" y="33346"/>
            <a:ext cx="617619" cy="547863"/>
          </a:xfrm>
          <a:prstGeom prst="rect">
            <a:avLst/>
          </a:prstGeom>
        </p:spPr>
      </p:pic>
      <p:pic>
        <p:nvPicPr>
          <p:cNvPr id="47" name="Imagen 46">
            <a:extLst>
              <a:ext uri="{FF2B5EF4-FFF2-40B4-BE49-F238E27FC236}">
                <a16:creationId xmlns:a16="http://schemas.microsoft.com/office/drawing/2014/main" id="{C8523F3B-506D-E960-FC8E-6D7EA9319450}"/>
              </a:ext>
            </a:extLst>
          </p:cNvPr>
          <p:cNvPicPr>
            <a:picLocks noChangeAspect="1"/>
          </p:cNvPicPr>
          <p:nvPr/>
        </p:nvPicPr>
        <p:blipFill>
          <a:blip r:embed="rId4"/>
          <a:srcRect l="55103" t="34951" r="33750" b="53444"/>
          <a:stretch/>
        </p:blipFill>
        <p:spPr>
          <a:xfrm>
            <a:off x="9822318" y="33346"/>
            <a:ext cx="617619" cy="547863"/>
          </a:xfrm>
          <a:prstGeom prst="rect">
            <a:avLst/>
          </a:prstGeom>
        </p:spPr>
      </p:pic>
      <p:pic>
        <p:nvPicPr>
          <p:cNvPr id="48" name="Imagen 47">
            <a:extLst>
              <a:ext uri="{FF2B5EF4-FFF2-40B4-BE49-F238E27FC236}">
                <a16:creationId xmlns:a16="http://schemas.microsoft.com/office/drawing/2014/main" id="{C4E07AD2-E593-FBDE-7020-015865F6FE06}"/>
              </a:ext>
            </a:extLst>
          </p:cNvPr>
          <p:cNvPicPr>
            <a:picLocks noChangeAspect="1"/>
          </p:cNvPicPr>
          <p:nvPr/>
        </p:nvPicPr>
        <p:blipFill>
          <a:blip r:embed="rId4"/>
          <a:srcRect l="65685" t="34869" r="23168" b="53526"/>
          <a:stretch/>
        </p:blipFill>
        <p:spPr>
          <a:xfrm>
            <a:off x="4639111" y="33346"/>
            <a:ext cx="617619" cy="547863"/>
          </a:xfrm>
          <a:prstGeom prst="rect">
            <a:avLst/>
          </a:prstGeom>
        </p:spPr>
      </p:pic>
      <p:pic>
        <p:nvPicPr>
          <p:cNvPr id="49" name="Imagen 48">
            <a:extLst>
              <a:ext uri="{FF2B5EF4-FFF2-40B4-BE49-F238E27FC236}">
                <a16:creationId xmlns:a16="http://schemas.microsoft.com/office/drawing/2014/main" id="{3A81F7A2-D1C4-F089-4141-4683C0434F6C}"/>
              </a:ext>
            </a:extLst>
          </p:cNvPr>
          <p:cNvPicPr>
            <a:picLocks noChangeAspect="1"/>
          </p:cNvPicPr>
          <p:nvPr/>
        </p:nvPicPr>
        <p:blipFill>
          <a:blip r:embed="rId4"/>
          <a:srcRect l="44426" t="49100" r="44426" b="39295"/>
          <a:stretch/>
        </p:blipFill>
        <p:spPr>
          <a:xfrm>
            <a:off x="9247422" y="33346"/>
            <a:ext cx="617619" cy="547863"/>
          </a:xfrm>
          <a:prstGeom prst="rect">
            <a:avLst/>
          </a:prstGeom>
        </p:spPr>
      </p:pic>
      <p:pic>
        <p:nvPicPr>
          <p:cNvPr id="50" name="Imagen 49">
            <a:extLst>
              <a:ext uri="{FF2B5EF4-FFF2-40B4-BE49-F238E27FC236}">
                <a16:creationId xmlns:a16="http://schemas.microsoft.com/office/drawing/2014/main" id="{792C9ACF-10F2-1475-9493-74EBACC1124B}"/>
              </a:ext>
            </a:extLst>
          </p:cNvPr>
          <p:cNvPicPr>
            <a:picLocks noChangeAspect="1"/>
          </p:cNvPicPr>
          <p:nvPr/>
        </p:nvPicPr>
        <p:blipFill>
          <a:blip r:embed="rId4"/>
          <a:srcRect l="12605" t="6975" r="76248" b="81420"/>
          <a:stretch/>
        </p:blipFill>
        <p:spPr>
          <a:xfrm>
            <a:off x="6947838" y="33346"/>
            <a:ext cx="617619" cy="547863"/>
          </a:xfrm>
          <a:prstGeom prst="rect">
            <a:avLst/>
          </a:prstGeom>
        </p:spPr>
      </p:pic>
      <p:pic>
        <p:nvPicPr>
          <p:cNvPr id="51" name="Imagen 50">
            <a:extLst>
              <a:ext uri="{FF2B5EF4-FFF2-40B4-BE49-F238E27FC236}">
                <a16:creationId xmlns:a16="http://schemas.microsoft.com/office/drawing/2014/main" id="{4E08C167-6FA6-D3FE-7286-DAC98115EA50}"/>
              </a:ext>
            </a:extLst>
          </p:cNvPr>
          <p:cNvPicPr>
            <a:picLocks noChangeAspect="1"/>
          </p:cNvPicPr>
          <p:nvPr/>
        </p:nvPicPr>
        <p:blipFill>
          <a:blip r:embed="rId4"/>
          <a:srcRect l="12605" t="6975" r="76248" b="81420"/>
          <a:stretch/>
        </p:blipFill>
        <p:spPr>
          <a:xfrm>
            <a:off x="8097630" y="33346"/>
            <a:ext cx="617619" cy="547863"/>
          </a:xfrm>
          <a:prstGeom prst="rect">
            <a:avLst/>
          </a:prstGeom>
        </p:spPr>
      </p:pic>
      <p:pic>
        <p:nvPicPr>
          <p:cNvPr id="52" name="Imagen 51">
            <a:extLst>
              <a:ext uri="{FF2B5EF4-FFF2-40B4-BE49-F238E27FC236}">
                <a16:creationId xmlns:a16="http://schemas.microsoft.com/office/drawing/2014/main" id="{3476CC98-3675-9207-8110-B69F18F5097E}"/>
              </a:ext>
            </a:extLst>
          </p:cNvPr>
          <p:cNvPicPr>
            <a:picLocks noChangeAspect="1"/>
          </p:cNvPicPr>
          <p:nvPr/>
        </p:nvPicPr>
        <p:blipFill>
          <a:blip r:embed="rId4"/>
          <a:srcRect l="55103" t="34951" r="33750" b="53444"/>
          <a:stretch/>
        </p:blipFill>
        <p:spPr>
          <a:xfrm>
            <a:off x="10972105" y="33346"/>
            <a:ext cx="617619" cy="547863"/>
          </a:xfrm>
          <a:prstGeom prst="rect">
            <a:avLst/>
          </a:prstGeom>
        </p:spPr>
      </p:pic>
      <p:pic>
        <p:nvPicPr>
          <p:cNvPr id="53" name="Imagen 52">
            <a:extLst>
              <a:ext uri="{FF2B5EF4-FFF2-40B4-BE49-F238E27FC236}">
                <a16:creationId xmlns:a16="http://schemas.microsoft.com/office/drawing/2014/main" id="{82794084-CB9F-F114-B031-35374B8207E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752063" y="33346"/>
            <a:ext cx="654340" cy="579561"/>
          </a:xfrm>
          <a:prstGeom prst="rect">
            <a:avLst/>
          </a:prstGeom>
        </p:spPr>
      </p:pic>
    </p:spTree>
    <p:extLst>
      <p:ext uri="{BB962C8B-B14F-4D97-AF65-F5344CB8AC3E}">
        <p14:creationId xmlns:p14="http://schemas.microsoft.com/office/powerpoint/2010/main" val="28808405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D68F8-B474-0CCE-AB90-8FF19EE0D871}"/>
            </a:ext>
          </a:extLst>
        </p:cNvPr>
        <p:cNvGrpSpPr/>
        <p:nvPr/>
      </p:nvGrpSpPr>
      <p:grpSpPr>
        <a:xfrm>
          <a:off x="0" y="0"/>
          <a:ext cx="0" cy="0"/>
          <a:chOff x="0" y="0"/>
          <a:chExt cx="0" cy="0"/>
        </a:xfrm>
      </p:grpSpPr>
      <p:pic>
        <p:nvPicPr>
          <p:cNvPr id="24" name="Imagen 23">
            <a:extLst>
              <a:ext uri="{FF2B5EF4-FFF2-40B4-BE49-F238E27FC236}">
                <a16:creationId xmlns:a16="http://schemas.microsoft.com/office/drawing/2014/main" id="{425F4161-58AF-4C9C-1ADA-4E81A5EB1CEB}"/>
              </a:ext>
            </a:extLst>
          </p:cNvPr>
          <p:cNvPicPr>
            <a:picLocks noChangeAspect="1"/>
          </p:cNvPicPr>
          <p:nvPr/>
        </p:nvPicPr>
        <p:blipFill>
          <a:blip r:embed="rId3"/>
          <a:stretch>
            <a:fillRect/>
          </a:stretch>
        </p:blipFill>
        <p:spPr>
          <a:xfrm>
            <a:off x="6658750" y="1190372"/>
            <a:ext cx="5533250" cy="4966854"/>
          </a:xfrm>
          <a:prstGeom prst="rect">
            <a:avLst/>
          </a:prstGeom>
        </p:spPr>
      </p:pic>
      <p:sp>
        <p:nvSpPr>
          <p:cNvPr id="28" name="CuadroTexto 27">
            <a:extLst>
              <a:ext uri="{FF2B5EF4-FFF2-40B4-BE49-F238E27FC236}">
                <a16:creationId xmlns:a16="http://schemas.microsoft.com/office/drawing/2014/main" id="{BC450D52-60E6-2ED0-DF2B-D1752AC7C81F}"/>
              </a:ext>
            </a:extLst>
          </p:cNvPr>
          <p:cNvSpPr txBox="1"/>
          <p:nvPr/>
        </p:nvSpPr>
        <p:spPr>
          <a:xfrm>
            <a:off x="336215" y="974472"/>
            <a:ext cx="5962110" cy="6217087"/>
          </a:xfrm>
          <a:prstGeom prst="rect">
            <a:avLst/>
          </a:prstGeom>
          <a:noFill/>
        </p:spPr>
        <p:txBody>
          <a:bodyPr wrap="square">
            <a:spAutoFit/>
          </a:bodyPr>
          <a:lstStyle/>
          <a:p>
            <a:pPr marL="285750" indent="-285750" algn="just">
              <a:buFont typeface="Arial" panose="020B0604020202020204" pitchFamily="34" charset="0"/>
              <a:buChar char="•"/>
            </a:pPr>
            <a:r>
              <a:rPr lang="en-CA" sz="2000" dirty="0">
                <a:solidFill>
                  <a:schemeClr val="bg1"/>
                </a:solidFill>
              </a:rPr>
              <a:t>Factor </a:t>
            </a:r>
            <a:r>
              <a:rPr lang="en-CA" sz="2000" dirty="0">
                <a:solidFill>
                  <a:srgbClr val="FFFF00"/>
                </a:solidFill>
              </a:rPr>
              <a:t>MR1</a:t>
            </a:r>
            <a:r>
              <a:rPr lang="en-CA" sz="2000" dirty="0">
                <a:solidFill>
                  <a:schemeClr val="bg1"/>
                </a:solidFill>
              </a:rPr>
              <a:t> (Primary Weather Factor): This factor represents </a:t>
            </a:r>
            <a:r>
              <a:rPr lang="en-CA" sz="2000" dirty="0">
                <a:solidFill>
                  <a:srgbClr val="FCA701"/>
                </a:solidFill>
              </a:rPr>
              <a:t>temperature</a:t>
            </a:r>
            <a:r>
              <a:rPr lang="en-CA" sz="2000" dirty="0">
                <a:solidFill>
                  <a:schemeClr val="bg1"/>
                </a:solidFill>
              </a:rPr>
              <a:t> and </a:t>
            </a:r>
            <a:r>
              <a:rPr lang="en-CA" sz="2000" dirty="0">
                <a:solidFill>
                  <a:srgbClr val="FCA701"/>
                </a:solidFill>
              </a:rPr>
              <a:t>humidity</a:t>
            </a:r>
            <a:r>
              <a:rPr lang="en-CA" sz="2000" dirty="0">
                <a:solidFill>
                  <a:schemeClr val="bg1"/>
                </a:solidFill>
              </a:rPr>
              <a:t> conditions. High loadings suggest that MR1 relates to general atmospheric conditions.</a:t>
            </a:r>
          </a:p>
          <a:p>
            <a:pPr marL="285750" indent="-285750" algn="just">
              <a:buFont typeface="Arial" panose="020B0604020202020204" pitchFamily="34" charset="0"/>
              <a:buChar char="•"/>
            </a:pPr>
            <a:endParaRPr lang="en-CA" sz="2000" dirty="0">
              <a:solidFill>
                <a:schemeClr val="bg1"/>
              </a:solidFill>
            </a:endParaRPr>
          </a:p>
          <a:p>
            <a:pPr marL="285750" indent="-285750" algn="just">
              <a:buFont typeface="Arial" panose="020B0604020202020204" pitchFamily="34" charset="0"/>
              <a:buChar char="•"/>
            </a:pPr>
            <a:r>
              <a:rPr lang="en-CA" sz="2000" dirty="0">
                <a:solidFill>
                  <a:schemeClr val="bg1"/>
                </a:solidFill>
              </a:rPr>
              <a:t>Factor </a:t>
            </a:r>
            <a:r>
              <a:rPr lang="en-CA" sz="2000" dirty="0">
                <a:solidFill>
                  <a:srgbClr val="FFFF00"/>
                </a:solidFill>
              </a:rPr>
              <a:t>MR3</a:t>
            </a:r>
            <a:r>
              <a:rPr lang="en-CA" sz="2000" dirty="0">
                <a:solidFill>
                  <a:schemeClr val="bg1"/>
                </a:solidFill>
              </a:rPr>
              <a:t>: could represent wind-related weather conditions. The presence of </a:t>
            </a:r>
            <a:r>
              <a:rPr lang="en-CA" sz="2000" dirty="0">
                <a:solidFill>
                  <a:srgbClr val="FCA701"/>
                </a:solidFill>
              </a:rPr>
              <a:t>wind_speed_10m </a:t>
            </a:r>
            <a:r>
              <a:rPr lang="en-CA" sz="2000" dirty="0">
                <a:solidFill>
                  <a:schemeClr val="bg1"/>
                </a:solidFill>
              </a:rPr>
              <a:t>as a strong contributor indicates this factor may capture the impact of wind on flight delays.</a:t>
            </a:r>
          </a:p>
          <a:p>
            <a:pPr marL="285750" indent="-285750" algn="just">
              <a:buFont typeface="Arial" panose="020B0604020202020204" pitchFamily="34" charset="0"/>
              <a:buChar char="•"/>
            </a:pPr>
            <a:endParaRPr lang="en-CA" sz="2000" dirty="0">
              <a:solidFill>
                <a:schemeClr val="bg1"/>
              </a:solidFill>
            </a:endParaRPr>
          </a:p>
          <a:p>
            <a:pPr marL="285750" indent="-285750" algn="just">
              <a:buFont typeface="Arial" panose="020B0604020202020204" pitchFamily="34" charset="0"/>
              <a:buChar char="•"/>
            </a:pPr>
            <a:r>
              <a:rPr lang="en-CA" sz="2000" b="1" dirty="0">
                <a:solidFill>
                  <a:schemeClr val="bg1"/>
                </a:solidFill>
              </a:rPr>
              <a:t>Factor </a:t>
            </a:r>
            <a:r>
              <a:rPr lang="en-CA" sz="2000" b="1" dirty="0">
                <a:solidFill>
                  <a:srgbClr val="FFFF00"/>
                </a:solidFill>
              </a:rPr>
              <a:t>MR2</a:t>
            </a:r>
            <a:r>
              <a:rPr lang="en-CA" sz="2000" dirty="0">
                <a:solidFill>
                  <a:schemeClr val="bg1"/>
                </a:solidFill>
              </a:rPr>
              <a:t>: represents </a:t>
            </a:r>
            <a:r>
              <a:rPr lang="en-CA" sz="2000" dirty="0">
                <a:solidFill>
                  <a:srgbClr val="FFB738"/>
                </a:solidFill>
              </a:rPr>
              <a:t>wind direction </a:t>
            </a:r>
            <a:r>
              <a:rPr lang="en-CA" sz="2000" dirty="0">
                <a:solidFill>
                  <a:schemeClr val="bg1"/>
                </a:solidFill>
              </a:rPr>
              <a:t>specifically. High variance in </a:t>
            </a:r>
            <a:r>
              <a:rPr lang="en-CA" sz="2000" dirty="0">
                <a:solidFill>
                  <a:srgbClr val="FCA701"/>
                </a:solidFill>
              </a:rPr>
              <a:t>wind_direction</a:t>
            </a:r>
            <a:r>
              <a:rPr lang="en-CA" sz="2000" dirty="0">
                <a:solidFill>
                  <a:schemeClr val="bg1"/>
                </a:solidFill>
              </a:rPr>
              <a:t> could impact flight schedules, especially departures and arrivals.</a:t>
            </a:r>
          </a:p>
          <a:p>
            <a:pPr marL="285750" indent="-285750" algn="just">
              <a:buFont typeface="Arial" panose="020B0604020202020204" pitchFamily="34" charset="0"/>
              <a:buChar char="•"/>
            </a:pPr>
            <a:endParaRPr lang="en-CA" sz="2000" dirty="0">
              <a:solidFill>
                <a:schemeClr val="bg1"/>
              </a:solidFill>
            </a:endParaRPr>
          </a:p>
          <a:p>
            <a:pPr marL="285750" indent="-285750" algn="just">
              <a:buFont typeface="Arial" panose="020B0604020202020204" pitchFamily="34" charset="0"/>
              <a:buChar char="•"/>
            </a:pPr>
            <a:r>
              <a:rPr lang="en-CA" sz="2000" b="1" dirty="0">
                <a:solidFill>
                  <a:schemeClr val="bg1"/>
                </a:solidFill>
              </a:rPr>
              <a:t>Factor </a:t>
            </a:r>
            <a:r>
              <a:rPr lang="en-CA" sz="2000" b="1" dirty="0">
                <a:solidFill>
                  <a:srgbClr val="FFFF00"/>
                </a:solidFill>
              </a:rPr>
              <a:t>MR4</a:t>
            </a:r>
            <a:r>
              <a:rPr lang="en-CA" sz="2000" dirty="0">
                <a:solidFill>
                  <a:schemeClr val="bg1"/>
                </a:solidFill>
              </a:rPr>
              <a:t>: appears to capture precipitation specific weather conditions, particularly </a:t>
            </a:r>
            <a:r>
              <a:rPr lang="en-CA" sz="2000" dirty="0">
                <a:solidFill>
                  <a:srgbClr val="FCA701"/>
                </a:solidFill>
              </a:rPr>
              <a:t>snowfall</a:t>
            </a:r>
            <a:r>
              <a:rPr lang="en-CA" sz="2000" dirty="0">
                <a:solidFill>
                  <a:schemeClr val="bg1"/>
                </a:solidFill>
              </a:rPr>
              <a:t>, which can directly impact flights due to runway conditions and visibility.</a:t>
            </a:r>
          </a:p>
          <a:p>
            <a:pPr algn="just"/>
            <a:endParaRPr lang="en-CA" sz="2000" dirty="0">
              <a:solidFill>
                <a:schemeClr val="bg1"/>
              </a:solidFill>
            </a:endParaRPr>
          </a:p>
        </p:txBody>
      </p:sp>
      <p:pic>
        <p:nvPicPr>
          <p:cNvPr id="38" name="Imagen 37">
            <a:extLst>
              <a:ext uri="{FF2B5EF4-FFF2-40B4-BE49-F238E27FC236}">
                <a16:creationId xmlns:a16="http://schemas.microsoft.com/office/drawing/2014/main" id="{A1E96608-D24F-864F-5547-6690808C7AFC}"/>
              </a:ext>
            </a:extLst>
          </p:cNvPr>
          <p:cNvPicPr>
            <a:picLocks noChangeAspect="1"/>
          </p:cNvPicPr>
          <p:nvPr/>
        </p:nvPicPr>
        <p:blipFill>
          <a:blip r:embed="rId4"/>
          <a:srcRect l="12605" t="6975" r="76248" b="81420"/>
          <a:stretch/>
        </p:blipFill>
        <p:spPr>
          <a:xfrm>
            <a:off x="3489319" y="33346"/>
            <a:ext cx="617619" cy="547863"/>
          </a:xfrm>
          <a:prstGeom prst="rect">
            <a:avLst/>
          </a:prstGeom>
        </p:spPr>
      </p:pic>
      <p:pic>
        <p:nvPicPr>
          <p:cNvPr id="39" name="Imagen 38">
            <a:extLst>
              <a:ext uri="{FF2B5EF4-FFF2-40B4-BE49-F238E27FC236}">
                <a16:creationId xmlns:a16="http://schemas.microsoft.com/office/drawing/2014/main" id="{79DCB520-5367-1165-BE5D-7F3FB241D349}"/>
              </a:ext>
            </a:extLst>
          </p:cNvPr>
          <p:cNvPicPr>
            <a:picLocks noChangeAspect="1"/>
          </p:cNvPicPr>
          <p:nvPr/>
        </p:nvPicPr>
        <p:blipFill>
          <a:blip r:embed="rId4"/>
          <a:srcRect l="33916" t="6975" r="54937" b="81420"/>
          <a:stretch/>
        </p:blipFill>
        <p:spPr>
          <a:xfrm>
            <a:off x="4064215" y="33346"/>
            <a:ext cx="617619" cy="547863"/>
          </a:xfrm>
          <a:prstGeom prst="rect">
            <a:avLst/>
          </a:prstGeom>
        </p:spPr>
      </p:pic>
      <p:pic>
        <p:nvPicPr>
          <p:cNvPr id="40" name="Imagen 39">
            <a:extLst>
              <a:ext uri="{FF2B5EF4-FFF2-40B4-BE49-F238E27FC236}">
                <a16:creationId xmlns:a16="http://schemas.microsoft.com/office/drawing/2014/main" id="{75285409-FAD0-A07E-83E0-44147A10DCCB}"/>
              </a:ext>
            </a:extLst>
          </p:cNvPr>
          <p:cNvPicPr>
            <a:picLocks noChangeAspect="1"/>
          </p:cNvPicPr>
          <p:nvPr/>
        </p:nvPicPr>
        <p:blipFill>
          <a:blip r:embed="rId4"/>
          <a:srcRect l="65717" t="6975" r="23136" b="81420"/>
          <a:stretch/>
        </p:blipFill>
        <p:spPr>
          <a:xfrm>
            <a:off x="2914423" y="33346"/>
            <a:ext cx="617619" cy="547863"/>
          </a:xfrm>
          <a:prstGeom prst="rect">
            <a:avLst/>
          </a:prstGeom>
        </p:spPr>
      </p:pic>
      <p:pic>
        <p:nvPicPr>
          <p:cNvPr id="41" name="Imagen 40">
            <a:extLst>
              <a:ext uri="{FF2B5EF4-FFF2-40B4-BE49-F238E27FC236}">
                <a16:creationId xmlns:a16="http://schemas.microsoft.com/office/drawing/2014/main" id="{1E76E983-5635-6B62-6D30-998691AD2A48}"/>
              </a:ext>
            </a:extLst>
          </p:cNvPr>
          <p:cNvPicPr>
            <a:picLocks noChangeAspect="1"/>
          </p:cNvPicPr>
          <p:nvPr/>
        </p:nvPicPr>
        <p:blipFill>
          <a:blip r:embed="rId4"/>
          <a:srcRect l="23278" t="21261" r="65575" b="67134"/>
          <a:stretch/>
        </p:blipFill>
        <p:spPr>
          <a:xfrm>
            <a:off x="10397214" y="33346"/>
            <a:ext cx="617619" cy="547863"/>
          </a:xfrm>
          <a:prstGeom prst="rect">
            <a:avLst/>
          </a:prstGeom>
        </p:spPr>
      </p:pic>
      <p:pic>
        <p:nvPicPr>
          <p:cNvPr id="42" name="Imagen 41">
            <a:extLst>
              <a:ext uri="{FF2B5EF4-FFF2-40B4-BE49-F238E27FC236}">
                <a16:creationId xmlns:a16="http://schemas.microsoft.com/office/drawing/2014/main" id="{B5E80A3C-1765-0C3C-2C93-412E1D2713EE}"/>
              </a:ext>
            </a:extLst>
          </p:cNvPr>
          <p:cNvPicPr>
            <a:picLocks noChangeAspect="1"/>
          </p:cNvPicPr>
          <p:nvPr/>
        </p:nvPicPr>
        <p:blipFill>
          <a:blip r:embed="rId4"/>
          <a:srcRect l="55122" t="21082" r="33731" b="67313"/>
          <a:stretch/>
        </p:blipFill>
        <p:spPr>
          <a:xfrm>
            <a:off x="8672526" y="33346"/>
            <a:ext cx="617619" cy="547863"/>
          </a:xfrm>
          <a:prstGeom prst="rect">
            <a:avLst/>
          </a:prstGeom>
        </p:spPr>
      </p:pic>
      <p:pic>
        <p:nvPicPr>
          <p:cNvPr id="43" name="Imagen 42">
            <a:extLst>
              <a:ext uri="{FF2B5EF4-FFF2-40B4-BE49-F238E27FC236}">
                <a16:creationId xmlns:a16="http://schemas.microsoft.com/office/drawing/2014/main" id="{1D789AD8-F2F2-B376-CD2F-E46CE0BA9EE8}"/>
              </a:ext>
            </a:extLst>
          </p:cNvPr>
          <p:cNvPicPr>
            <a:picLocks noChangeAspect="1"/>
          </p:cNvPicPr>
          <p:nvPr/>
        </p:nvPicPr>
        <p:blipFill>
          <a:blip r:embed="rId4"/>
          <a:srcRect l="76281" t="21082" r="12572" b="67313"/>
          <a:stretch/>
        </p:blipFill>
        <p:spPr>
          <a:xfrm>
            <a:off x="7522734" y="33346"/>
            <a:ext cx="617619" cy="547863"/>
          </a:xfrm>
          <a:prstGeom prst="rect">
            <a:avLst/>
          </a:prstGeom>
        </p:spPr>
      </p:pic>
      <p:pic>
        <p:nvPicPr>
          <p:cNvPr id="44" name="Imagen 43">
            <a:extLst>
              <a:ext uri="{FF2B5EF4-FFF2-40B4-BE49-F238E27FC236}">
                <a16:creationId xmlns:a16="http://schemas.microsoft.com/office/drawing/2014/main" id="{F9112613-54AD-8A2E-2307-6754B63BAE85}"/>
              </a:ext>
            </a:extLst>
          </p:cNvPr>
          <p:cNvPicPr>
            <a:picLocks noChangeAspect="1"/>
          </p:cNvPicPr>
          <p:nvPr/>
        </p:nvPicPr>
        <p:blipFill>
          <a:blip r:embed="rId4"/>
          <a:srcRect l="12624" t="34906" r="76229" b="53489"/>
          <a:stretch/>
        </p:blipFill>
        <p:spPr>
          <a:xfrm>
            <a:off x="5214007" y="33346"/>
            <a:ext cx="617619" cy="547863"/>
          </a:xfrm>
          <a:prstGeom prst="rect">
            <a:avLst/>
          </a:prstGeom>
        </p:spPr>
      </p:pic>
      <p:pic>
        <p:nvPicPr>
          <p:cNvPr id="45" name="Imagen 44">
            <a:extLst>
              <a:ext uri="{FF2B5EF4-FFF2-40B4-BE49-F238E27FC236}">
                <a16:creationId xmlns:a16="http://schemas.microsoft.com/office/drawing/2014/main" id="{B5B30DBA-A558-20A3-F3BB-58306D76F1CF}"/>
              </a:ext>
            </a:extLst>
          </p:cNvPr>
          <p:cNvPicPr>
            <a:picLocks noChangeAspect="1"/>
          </p:cNvPicPr>
          <p:nvPr/>
        </p:nvPicPr>
        <p:blipFill>
          <a:blip r:embed="rId4"/>
          <a:srcRect l="44479" t="34951" r="44374" b="53444"/>
          <a:stretch/>
        </p:blipFill>
        <p:spPr>
          <a:xfrm>
            <a:off x="5788903" y="33346"/>
            <a:ext cx="617619" cy="547863"/>
          </a:xfrm>
          <a:prstGeom prst="rect">
            <a:avLst/>
          </a:prstGeom>
        </p:spPr>
      </p:pic>
      <p:pic>
        <p:nvPicPr>
          <p:cNvPr id="46" name="Imagen 45">
            <a:extLst>
              <a:ext uri="{FF2B5EF4-FFF2-40B4-BE49-F238E27FC236}">
                <a16:creationId xmlns:a16="http://schemas.microsoft.com/office/drawing/2014/main" id="{7ABC4A8C-7D68-E245-DA8D-17B064E65CB5}"/>
              </a:ext>
            </a:extLst>
          </p:cNvPr>
          <p:cNvPicPr>
            <a:picLocks noChangeAspect="1"/>
          </p:cNvPicPr>
          <p:nvPr/>
        </p:nvPicPr>
        <p:blipFill>
          <a:blip r:embed="rId4"/>
          <a:srcRect l="55103" t="34951" r="33750" b="53444"/>
          <a:stretch/>
        </p:blipFill>
        <p:spPr>
          <a:xfrm>
            <a:off x="9822318" y="33346"/>
            <a:ext cx="617619" cy="547863"/>
          </a:xfrm>
          <a:prstGeom prst="rect">
            <a:avLst/>
          </a:prstGeom>
        </p:spPr>
      </p:pic>
      <p:pic>
        <p:nvPicPr>
          <p:cNvPr id="47" name="Imagen 46">
            <a:extLst>
              <a:ext uri="{FF2B5EF4-FFF2-40B4-BE49-F238E27FC236}">
                <a16:creationId xmlns:a16="http://schemas.microsoft.com/office/drawing/2014/main" id="{60825CE0-F31B-EA2D-6C1B-8715E08B31D2}"/>
              </a:ext>
            </a:extLst>
          </p:cNvPr>
          <p:cNvPicPr>
            <a:picLocks noChangeAspect="1"/>
          </p:cNvPicPr>
          <p:nvPr/>
        </p:nvPicPr>
        <p:blipFill>
          <a:blip r:embed="rId4"/>
          <a:srcRect l="65685" t="34869" r="23168" b="53526"/>
          <a:stretch/>
        </p:blipFill>
        <p:spPr>
          <a:xfrm>
            <a:off x="4639111" y="33346"/>
            <a:ext cx="617619" cy="547863"/>
          </a:xfrm>
          <a:prstGeom prst="rect">
            <a:avLst/>
          </a:prstGeom>
        </p:spPr>
      </p:pic>
      <p:pic>
        <p:nvPicPr>
          <p:cNvPr id="48" name="Imagen 47">
            <a:extLst>
              <a:ext uri="{FF2B5EF4-FFF2-40B4-BE49-F238E27FC236}">
                <a16:creationId xmlns:a16="http://schemas.microsoft.com/office/drawing/2014/main" id="{89357B4B-6B54-29DD-2EBE-61973448A0AB}"/>
              </a:ext>
            </a:extLst>
          </p:cNvPr>
          <p:cNvPicPr>
            <a:picLocks noChangeAspect="1"/>
          </p:cNvPicPr>
          <p:nvPr/>
        </p:nvPicPr>
        <p:blipFill>
          <a:blip r:embed="rId4"/>
          <a:srcRect l="44426" t="49100" r="44426" b="39295"/>
          <a:stretch/>
        </p:blipFill>
        <p:spPr>
          <a:xfrm>
            <a:off x="9247422" y="33346"/>
            <a:ext cx="617619" cy="547863"/>
          </a:xfrm>
          <a:prstGeom prst="rect">
            <a:avLst/>
          </a:prstGeom>
        </p:spPr>
      </p:pic>
      <p:pic>
        <p:nvPicPr>
          <p:cNvPr id="49" name="Imagen 48">
            <a:extLst>
              <a:ext uri="{FF2B5EF4-FFF2-40B4-BE49-F238E27FC236}">
                <a16:creationId xmlns:a16="http://schemas.microsoft.com/office/drawing/2014/main" id="{B944CA06-8FC6-7D93-C30F-34E8E78DFDDD}"/>
              </a:ext>
            </a:extLst>
          </p:cNvPr>
          <p:cNvPicPr>
            <a:picLocks noChangeAspect="1"/>
          </p:cNvPicPr>
          <p:nvPr/>
        </p:nvPicPr>
        <p:blipFill>
          <a:blip r:embed="rId4"/>
          <a:srcRect l="12605" t="6975" r="76248" b="81420"/>
          <a:stretch/>
        </p:blipFill>
        <p:spPr>
          <a:xfrm>
            <a:off x="6947838" y="33346"/>
            <a:ext cx="617619" cy="547863"/>
          </a:xfrm>
          <a:prstGeom prst="rect">
            <a:avLst/>
          </a:prstGeom>
        </p:spPr>
      </p:pic>
      <p:pic>
        <p:nvPicPr>
          <p:cNvPr id="50" name="Imagen 49">
            <a:extLst>
              <a:ext uri="{FF2B5EF4-FFF2-40B4-BE49-F238E27FC236}">
                <a16:creationId xmlns:a16="http://schemas.microsoft.com/office/drawing/2014/main" id="{94B387C5-3EF5-7A7C-1F45-593915376163}"/>
              </a:ext>
            </a:extLst>
          </p:cNvPr>
          <p:cNvPicPr>
            <a:picLocks noChangeAspect="1"/>
          </p:cNvPicPr>
          <p:nvPr/>
        </p:nvPicPr>
        <p:blipFill>
          <a:blip r:embed="rId4"/>
          <a:srcRect l="12605" t="6975" r="76248" b="81420"/>
          <a:stretch/>
        </p:blipFill>
        <p:spPr>
          <a:xfrm>
            <a:off x="8097630" y="33346"/>
            <a:ext cx="617619" cy="547863"/>
          </a:xfrm>
          <a:prstGeom prst="rect">
            <a:avLst/>
          </a:prstGeom>
        </p:spPr>
      </p:pic>
      <p:pic>
        <p:nvPicPr>
          <p:cNvPr id="51" name="Imagen 50">
            <a:extLst>
              <a:ext uri="{FF2B5EF4-FFF2-40B4-BE49-F238E27FC236}">
                <a16:creationId xmlns:a16="http://schemas.microsoft.com/office/drawing/2014/main" id="{9B39CC1C-6554-3A69-9F37-45CA2FC2C320}"/>
              </a:ext>
            </a:extLst>
          </p:cNvPr>
          <p:cNvPicPr>
            <a:picLocks noChangeAspect="1"/>
          </p:cNvPicPr>
          <p:nvPr/>
        </p:nvPicPr>
        <p:blipFill>
          <a:blip r:embed="rId4"/>
          <a:srcRect l="55103" t="34951" r="33750" b="53444"/>
          <a:stretch/>
        </p:blipFill>
        <p:spPr>
          <a:xfrm>
            <a:off x="10972105" y="33346"/>
            <a:ext cx="617619" cy="547863"/>
          </a:xfrm>
          <a:prstGeom prst="rect">
            <a:avLst/>
          </a:prstGeom>
        </p:spPr>
      </p:pic>
      <p:pic>
        <p:nvPicPr>
          <p:cNvPr id="52" name="Imagen 51">
            <a:extLst>
              <a:ext uri="{FF2B5EF4-FFF2-40B4-BE49-F238E27FC236}">
                <a16:creationId xmlns:a16="http://schemas.microsoft.com/office/drawing/2014/main" id="{347EC8CF-1634-EE8B-AF6D-DAB1339AD2A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752063" y="33346"/>
            <a:ext cx="654340" cy="579561"/>
          </a:xfrm>
          <a:prstGeom prst="rect">
            <a:avLst/>
          </a:prstGeom>
        </p:spPr>
      </p:pic>
    </p:spTree>
    <p:extLst>
      <p:ext uri="{BB962C8B-B14F-4D97-AF65-F5344CB8AC3E}">
        <p14:creationId xmlns:p14="http://schemas.microsoft.com/office/powerpoint/2010/main" val="22793383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E7736-76D1-3F26-A10B-EC9ABE24DF27}"/>
            </a:ext>
          </a:extLst>
        </p:cNvPr>
        <p:cNvGrpSpPr/>
        <p:nvPr/>
      </p:nvGrpSpPr>
      <p:grpSpPr>
        <a:xfrm>
          <a:off x="0" y="0"/>
          <a:ext cx="0" cy="0"/>
          <a:chOff x="0" y="0"/>
          <a:chExt cx="0" cy="0"/>
        </a:xfrm>
      </p:grpSpPr>
      <p:sp>
        <p:nvSpPr>
          <p:cNvPr id="21" name="CuadroTexto 20">
            <a:extLst>
              <a:ext uri="{FF2B5EF4-FFF2-40B4-BE49-F238E27FC236}">
                <a16:creationId xmlns:a16="http://schemas.microsoft.com/office/drawing/2014/main" id="{5BC52F34-B71A-B029-B6EB-FB25EB0AD11F}"/>
              </a:ext>
            </a:extLst>
          </p:cNvPr>
          <p:cNvSpPr txBox="1"/>
          <p:nvPr/>
        </p:nvSpPr>
        <p:spPr>
          <a:xfrm>
            <a:off x="318952" y="1652000"/>
            <a:ext cx="3826346" cy="4708981"/>
          </a:xfrm>
          <a:prstGeom prst="rect">
            <a:avLst/>
          </a:prstGeom>
          <a:noFill/>
        </p:spPr>
        <p:txBody>
          <a:bodyPr wrap="square">
            <a:spAutoFit/>
          </a:bodyPr>
          <a:lstStyle/>
          <a:p>
            <a:pPr marL="285750" indent="-285750">
              <a:buFont typeface="Arial" panose="020B0604020202020204" pitchFamily="34" charset="0"/>
              <a:buChar char="•"/>
            </a:pPr>
            <a:endParaRPr lang="en-CA" sz="2000" dirty="0">
              <a:solidFill>
                <a:schemeClr val="bg1"/>
              </a:solidFill>
            </a:endParaRPr>
          </a:p>
          <a:p>
            <a:pPr marL="285750" indent="-285750">
              <a:buFont typeface="Arial" panose="020B0604020202020204" pitchFamily="34" charset="0"/>
              <a:buChar char="•"/>
            </a:pPr>
            <a:r>
              <a:rPr lang="en-CA" sz="2000" dirty="0">
                <a:solidFill>
                  <a:schemeClr val="bg1"/>
                </a:solidFill>
              </a:rPr>
              <a:t>The Multiple R-squared of 0.1342 means that the model explains around 13.4% of the variance in </a:t>
            </a:r>
            <a:r>
              <a:rPr lang="en-CA" sz="2000" dirty="0" err="1">
                <a:solidFill>
                  <a:srgbClr val="FFB738"/>
                </a:solidFill>
              </a:rPr>
              <a:t>departure.delay</a:t>
            </a:r>
            <a:r>
              <a:rPr lang="en-CA" sz="2000" dirty="0">
                <a:solidFill>
                  <a:srgbClr val="FFB738"/>
                </a:solidFill>
              </a:rPr>
              <a:t> </a:t>
            </a:r>
            <a:r>
              <a:rPr lang="en-CA" sz="2000" dirty="0">
                <a:solidFill>
                  <a:schemeClr val="bg1"/>
                </a:solidFill>
              </a:rPr>
              <a:t>using these four factors.</a:t>
            </a:r>
          </a:p>
          <a:p>
            <a:pPr marL="285750" indent="-285750">
              <a:buFont typeface="Arial" panose="020B0604020202020204" pitchFamily="34" charset="0"/>
              <a:buChar char="•"/>
            </a:pPr>
            <a:endParaRPr lang="en-CA" sz="2000" dirty="0">
              <a:solidFill>
                <a:schemeClr val="bg1"/>
              </a:solidFill>
            </a:endParaRPr>
          </a:p>
          <a:p>
            <a:pPr marL="285750" indent="-285750">
              <a:buFont typeface="Arial" panose="020B0604020202020204" pitchFamily="34" charset="0"/>
              <a:buChar char="•"/>
            </a:pPr>
            <a:r>
              <a:rPr lang="en-CA" sz="2000" dirty="0">
                <a:solidFill>
                  <a:schemeClr val="bg1"/>
                </a:solidFill>
              </a:rPr>
              <a:t>Given the Residual Standard Error of 38.54, there remains substantial unexplained variance, which may be due to other factors not captured by the four components or other types of delays (e.g., airline or airport factors).</a:t>
            </a:r>
          </a:p>
        </p:txBody>
      </p:sp>
      <p:pic>
        <p:nvPicPr>
          <p:cNvPr id="33" name="Imagen 32">
            <a:extLst>
              <a:ext uri="{FF2B5EF4-FFF2-40B4-BE49-F238E27FC236}">
                <a16:creationId xmlns:a16="http://schemas.microsoft.com/office/drawing/2014/main" id="{32470402-6818-8A2D-C160-4A6CD94BCD70}"/>
              </a:ext>
            </a:extLst>
          </p:cNvPr>
          <p:cNvPicPr>
            <a:picLocks noChangeAspect="1"/>
          </p:cNvPicPr>
          <p:nvPr/>
        </p:nvPicPr>
        <p:blipFill>
          <a:blip r:embed="rId3"/>
          <a:stretch>
            <a:fillRect/>
          </a:stretch>
        </p:blipFill>
        <p:spPr>
          <a:xfrm>
            <a:off x="4302882" y="1756024"/>
            <a:ext cx="7731534" cy="4500935"/>
          </a:xfrm>
          <a:prstGeom prst="rect">
            <a:avLst/>
          </a:prstGeom>
        </p:spPr>
      </p:pic>
      <p:sp>
        <p:nvSpPr>
          <p:cNvPr id="2" name="CuadroTexto 15">
            <a:extLst>
              <a:ext uri="{FF2B5EF4-FFF2-40B4-BE49-F238E27FC236}">
                <a16:creationId xmlns:a16="http://schemas.microsoft.com/office/drawing/2014/main" id="{6E9C5DE2-BEA9-70D1-5A0F-BF91D5A53744}"/>
              </a:ext>
            </a:extLst>
          </p:cNvPr>
          <p:cNvSpPr txBox="1"/>
          <p:nvPr/>
        </p:nvSpPr>
        <p:spPr>
          <a:xfrm>
            <a:off x="0" y="1043909"/>
            <a:ext cx="8310046" cy="400110"/>
          </a:xfrm>
          <a:prstGeom prst="rect">
            <a:avLst/>
          </a:prstGeom>
          <a:noFill/>
        </p:spPr>
        <p:txBody>
          <a:bodyPr wrap="square">
            <a:spAutoFit/>
          </a:bodyPr>
          <a:lstStyle/>
          <a:p>
            <a:pPr algn="ctr"/>
            <a:r>
              <a:rPr lang="en-US" sz="2000" b="1" dirty="0">
                <a:solidFill>
                  <a:srgbClr val="FFC000"/>
                </a:solidFill>
              </a:rPr>
              <a:t>Regression Analysis with Factors as Predictors for departure delay</a:t>
            </a:r>
            <a:endParaRPr lang="en-CA" sz="2000" dirty="0"/>
          </a:p>
        </p:txBody>
      </p:sp>
      <p:pic>
        <p:nvPicPr>
          <p:cNvPr id="3" name="Imagen 2">
            <a:extLst>
              <a:ext uri="{FF2B5EF4-FFF2-40B4-BE49-F238E27FC236}">
                <a16:creationId xmlns:a16="http://schemas.microsoft.com/office/drawing/2014/main" id="{C383F554-5C86-CF8C-AA25-AA2DCC3EEDE2}"/>
              </a:ext>
            </a:extLst>
          </p:cNvPr>
          <p:cNvPicPr>
            <a:picLocks noChangeAspect="1"/>
          </p:cNvPicPr>
          <p:nvPr/>
        </p:nvPicPr>
        <p:blipFill>
          <a:blip r:embed="rId4"/>
          <a:srcRect l="12605" t="6975" r="76248" b="81420"/>
          <a:stretch/>
        </p:blipFill>
        <p:spPr>
          <a:xfrm>
            <a:off x="3489319" y="33346"/>
            <a:ext cx="617619" cy="547863"/>
          </a:xfrm>
          <a:prstGeom prst="rect">
            <a:avLst/>
          </a:prstGeom>
        </p:spPr>
      </p:pic>
      <p:pic>
        <p:nvPicPr>
          <p:cNvPr id="20" name="Imagen 19">
            <a:extLst>
              <a:ext uri="{FF2B5EF4-FFF2-40B4-BE49-F238E27FC236}">
                <a16:creationId xmlns:a16="http://schemas.microsoft.com/office/drawing/2014/main" id="{4BEC3B1D-A7F8-7DF3-A040-E287E45E1E63}"/>
              </a:ext>
            </a:extLst>
          </p:cNvPr>
          <p:cNvPicPr>
            <a:picLocks noChangeAspect="1"/>
          </p:cNvPicPr>
          <p:nvPr/>
        </p:nvPicPr>
        <p:blipFill>
          <a:blip r:embed="rId4"/>
          <a:srcRect l="33916" t="6975" r="54937" b="81420"/>
          <a:stretch/>
        </p:blipFill>
        <p:spPr>
          <a:xfrm>
            <a:off x="4064215" y="33346"/>
            <a:ext cx="617619" cy="547863"/>
          </a:xfrm>
          <a:prstGeom prst="rect">
            <a:avLst/>
          </a:prstGeom>
        </p:spPr>
      </p:pic>
      <p:pic>
        <p:nvPicPr>
          <p:cNvPr id="22" name="Imagen 21">
            <a:extLst>
              <a:ext uri="{FF2B5EF4-FFF2-40B4-BE49-F238E27FC236}">
                <a16:creationId xmlns:a16="http://schemas.microsoft.com/office/drawing/2014/main" id="{31CE40D8-0201-E5DA-C41A-00CB51376E78}"/>
              </a:ext>
            </a:extLst>
          </p:cNvPr>
          <p:cNvPicPr>
            <a:picLocks noChangeAspect="1"/>
          </p:cNvPicPr>
          <p:nvPr/>
        </p:nvPicPr>
        <p:blipFill>
          <a:blip r:embed="rId4"/>
          <a:srcRect l="65717" t="6975" r="23136" b="81420"/>
          <a:stretch/>
        </p:blipFill>
        <p:spPr>
          <a:xfrm>
            <a:off x="2914423" y="33346"/>
            <a:ext cx="617619" cy="547863"/>
          </a:xfrm>
          <a:prstGeom prst="rect">
            <a:avLst/>
          </a:prstGeom>
        </p:spPr>
      </p:pic>
      <p:pic>
        <p:nvPicPr>
          <p:cNvPr id="24" name="Imagen 23">
            <a:extLst>
              <a:ext uri="{FF2B5EF4-FFF2-40B4-BE49-F238E27FC236}">
                <a16:creationId xmlns:a16="http://schemas.microsoft.com/office/drawing/2014/main" id="{5FDB8BC9-8039-CB07-3C83-196C5D39EC89}"/>
              </a:ext>
            </a:extLst>
          </p:cNvPr>
          <p:cNvPicPr>
            <a:picLocks noChangeAspect="1"/>
          </p:cNvPicPr>
          <p:nvPr/>
        </p:nvPicPr>
        <p:blipFill>
          <a:blip r:embed="rId4"/>
          <a:srcRect l="23278" t="21261" r="65575" b="67134"/>
          <a:stretch/>
        </p:blipFill>
        <p:spPr>
          <a:xfrm>
            <a:off x="10397214" y="33346"/>
            <a:ext cx="617619" cy="547863"/>
          </a:xfrm>
          <a:prstGeom prst="rect">
            <a:avLst/>
          </a:prstGeom>
        </p:spPr>
      </p:pic>
      <p:pic>
        <p:nvPicPr>
          <p:cNvPr id="25" name="Imagen 24">
            <a:extLst>
              <a:ext uri="{FF2B5EF4-FFF2-40B4-BE49-F238E27FC236}">
                <a16:creationId xmlns:a16="http://schemas.microsoft.com/office/drawing/2014/main" id="{FBD13F08-B495-F113-0D4F-BB9892EC76ED}"/>
              </a:ext>
            </a:extLst>
          </p:cNvPr>
          <p:cNvPicPr>
            <a:picLocks noChangeAspect="1"/>
          </p:cNvPicPr>
          <p:nvPr/>
        </p:nvPicPr>
        <p:blipFill>
          <a:blip r:embed="rId4"/>
          <a:srcRect l="55122" t="21082" r="33731" b="67313"/>
          <a:stretch/>
        </p:blipFill>
        <p:spPr>
          <a:xfrm>
            <a:off x="8672526" y="33346"/>
            <a:ext cx="617619" cy="547863"/>
          </a:xfrm>
          <a:prstGeom prst="rect">
            <a:avLst/>
          </a:prstGeom>
        </p:spPr>
      </p:pic>
      <p:pic>
        <p:nvPicPr>
          <p:cNvPr id="26" name="Imagen 25">
            <a:extLst>
              <a:ext uri="{FF2B5EF4-FFF2-40B4-BE49-F238E27FC236}">
                <a16:creationId xmlns:a16="http://schemas.microsoft.com/office/drawing/2014/main" id="{D6C46526-CBC9-3C1B-EA22-0A0482F5F181}"/>
              </a:ext>
            </a:extLst>
          </p:cNvPr>
          <p:cNvPicPr>
            <a:picLocks noChangeAspect="1"/>
          </p:cNvPicPr>
          <p:nvPr/>
        </p:nvPicPr>
        <p:blipFill>
          <a:blip r:embed="rId4"/>
          <a:srcRect l="76281" t="21082" r="12572" b="67313"/>
          <a:stretch/>
        </p:blipFill>
        <p:spPr>
          <a:xfrm>
            <a:off x="7522734" y="33346"/>
            <a:ext cx="617619" cy="547863"/>
          </a:xfrm>
          <a:prstGeom prst="rect">
            <a:avLst/>
          </a:prstGeom>
        </p:spPr>
      </p:pic>
      <p:pic>
        <p:nvPicPr>
          <p:cNvPr id="27" name="Imagen 26">
            <a:extLst>
              <a:ext uri="{FF2B5EF4-FFF2-40B4-BE49-F238E27FC236}">
                <a16:creationId xmlns:a16="http://schemas.microsoft.com/office/drawing/2014/main" id="{DD882B65-3AC8-90B8-E8AD-8BCA942D0E04}"/>
              </a:ext>
            </a:extLst>
          </p:cNvPr>
          <p:cNvPicPr>
            <a:picLocks noChangeAspect="1"/>
          </p:cNvPicPr>
          <p:nvPr/>
        </p:nvPicPr>
        <p:blipFill>
          <a:blip r:embed="rId4"/>
          <a:srcRect l="12624" t="34906" r="76229" b="53489"/>
          <a:stretch/>
        </p:blipFill>
        <p:spPr>
          <a:xfrm>
            <a:off x="5214007" y="33346"/>
            <a:ext cx="617619" cy="547863"/>
          </a:xfrm>
          <a:prstGeom prst="rect">
            <a:avLst/>
          </a:prstGeom>
        </p:spPr>
      </p:pic>
      <p:pic>
        <p:nvPicPr>
          <p:cNvPr id="28" name="Imagen 27">
            <a:extLst>
              <a:ext uri="{FF2B5EF4-FFF2-40B4-BE49-F238E27FC236}">
                <a16:creationId xmlns:a16="http://schemas.microsoft.com/office/drawing/2014/main" id="{2218828E-45C2-4183-FDD8-7A5625B28372}"/>
              </a:ext>
            </a:extLst>
          </p:cNvPr>
          <p:cNvPicPr>
            <a:picLocks noChangeAspect="1"/>
          </p:cNvPicPr>
          <p:nvPr/>
        </p:nvPicPr>
        <p:blipFill>
          <a:blip r:embed="rId4"/>
          <a:srcRect l="44479" t="34951" r="44374" b="53444"/>
          <a:stretch/>
        </p:blipFill>
        <p:spPr>
          <a:xfrm>
            <a:off x="5788903" y="33346"/>
            <a:ext cx="617619" cy="547863"/>
          </a:xfrm>
          <a:prstGeom prst="rect">
            <a:avLst/>
          </a:prstGeom>
        </p:spPr>
      </p:pic>
      <p:pic>
        <p:nvPicPr>
          <p:cNvPr id="30" name="Imagen 29">
            <a:extLst>
              <a:ext uri="{FF2B5EF4-FFF2-40B4-BE49-F238E27FC236}">
                <a16:creationId xmlns:a16="http://schemas.microsoft.com/office/drawing/2014/main" id="{355646B4-4612-3B77-E671-32033DC4598F}"/>
              </a:ext>
            </a:extLst>
          </p:cNvPr>
          <p:cNvPicPr>
            <a:picLocks noChangeAspect="1"/>
          </p:cNvPicPr>
          <p:nvPr/>
        </p:nvPicPr>
        <p:blipFill>
          <a:blip r:embed="rId4"/>
          <a:srcRect l="55103" t="34951" r="33750" b="53444"/>
          <a:stretch/>
        </p:blipFill>
        <p:spPr>
          <a:xfrm>
            <a:off x="9822318" y="33346"/>
            <a:ext cx="617619" cy="547863"/>
          </a:xfrm>
          <a:prstGeom prst="rect">
            <a:avLst/>
          </a:prstGeom>
        </p:spPr>
      </p:pic>
      <p:pic>
        <p:nvPicPr>
          <p:cNvPr id="32" name="Imagen 31">
            <a:extLst>
              <a:ext uri="{FF2B5EF4-FFF2-40B4-BE49-F238E27FC236}">
                <a16:creationId xmlns:a16="http://schemas.microsoft.com/office/drawing/2014/main" id="{14BD52CA-ECB5-22EB-EA66-B047D718C467}"/>
              </a:ext>
            </a:extLst>
          </p:cNvPr>
          <p:cNvPicPr>
            <a:picLocks noChangeAspect="1"/>
          </p:cNvPicPr>
          <p:nvPr/>
        </p:nvPicPr>
        <p:blipFill>
          <a:blip r:embed="rId4"/>
          <a:srcRect l="65685" t="34869" r="23168" b="53526"/>
          <a:stretch/>
        </p:blipFill>
        <p:spPr>
          <a:xfrm>
            <a:off x="4639111" y="33346"/>
            <a:ext cx="617619" cy="547863"/>
          </a:xfrm>
          <a:prstGeom prst="rect">
            <a:avLst/>
          </a:prstGeom>
        </p:spPr>
      </p:pic>
      <p:pic>
        <p:nvPicPr>
          <p:cNvPr id="34" name="Imagen 33">
            <a:extLst>
              <a:ext uri="{FF2B5EF4-FFF2-40B4-BE49-F238E27FC236}">
                <a16:creationId xmlns:a16="http://schemas.microsoft.com/office/drawing/2014/main" id="{D1250A74-4B79-03E3-6036-240F2561E415}"/>
              </a:ext>
            </a:extLst>
          </p:cNvPr>
          <p:cNvPicPr>
            <a:picLocks noChangeAspect="1"/>
          </p:cNvPicPr>
          <p:nvPr/>
        </p:nvPicPr>
        <p:blipFill>
          <a:blip r:embed="rId4"/>
          <a:srcRect l="44426" t="49100" r="44426" b="39295"/>
          <a:stretch/>
        </p:blipFill>
        <p:spPr>
          <a:xfrm>
            <a:off x="9247422" y="33346"/>
            <a:ext cx="617619" cy="547863"/>
          </a:xfrm>
          <a:prstGeom prst="rect">
            <a:avLst/>
          </a:prstGeom>
        </p:spPr>
      </p:pic>
      <p:pic>
        <p:nvPicPr>
          <p:cNvPr id="35" name="Imagen 34">
            <a:extLst>
              <a:ext uri="{FF2B5EF4-FFF2-40B4-BE49-F238E27FC236}">
                <a16:creationId xmlns:a16="http://schemas.microsoft.com/office/drawing/2014/main" id="{437EB557-8B43-07AC-0283-B3AEEAC0C7C7}"/>
              </a:ext>
            </a:extLst>
          </p:cNvPr>
          <p:cNvPicPr>
            <a:picLocks noChangeAspect="1"/>
          </p:cNvPicPr>
          <p:nvPr/>
        </p:nvPicPr>
        <p:blipFill>
          <a:blip r:embed="rId4"/>
          <a:srcRect l="12605" t="6975" r="76248" b="81420"/>
          <a:stretch/>
        </p:blipFill>
        <p:spPr>
          <a:xfrm>
            <a:off x="6947838" y="33346"/>
            <a:ext cx="617619" cy="547863"/>
          </a:xfrm>
          <a:prstGeom prst="rect">
            <a:avLst/>
          </a:prstGeom>
        </p:spPr>
      </p:pic>
      <p:pic>
        <p:nvPicPr>
          <p:cNvPr id="36" name="Imagen 35">
            <a:extLst>
              <a:ext uri="{FF2B5EF4-FFF2-40B4-BE49-F238E27FC236}">
                <a16:creationId xmlns:a16="http://schemas.microsoft.com/office/drawing/2014/main" id="{EF8C276E-615A-077E-C789-A293CDBD7A07}"/>
              </a:ext>
            </a:extLst>
          </p:cNvPr>
          <p:cNvPicPr>
            <a:picLocks noChangeAspect="1"/>
          </p:cNvPicPr>
          <p:nvPr/>
        </p:nvPicPr>
        <p:blipFill>
          <a:blip r:embed="rId4"/>
          <a:srcRect l="12605" t="6975" r="76248" b="81420"/>
          <a:stretch/>
        </p:blipFill>
        <p:spPr>
          <a:xfrm>
            <a:off x="8097630" y="33346"/>
            <a:ext cx="617619" cy="547863"/>
          </a:xfrm>
          <a:prstGeom prst="rect">
            <a:avLst/>
          </a:prstGeom>
        </p:spPr>
      </p:pic>
      <p:pic>
        <p:nvPicPr>
          <p:cNvPr id="37" name="Imagen 36">
            <a:extLst>
              <a:ext uri="{FF2B5EF4-FFF2-40B4-BE49-F238E27FC236}">
                <a16:creationId xmlns:a16="http://schemas.microsoft.com/office/drawing/2014/main" id="{F43842E6-DF65-E02B-0D2F-20F4D61BEBBC}"/>
              </a:ext>
            </a:extLst>
          </p:cNvPr>
          <p:cNvPicPr>
            <a:picLocks noChangeAspect="1"/>
          </p:cNvPicPr>
          <p:nvPr/>
        </p:nvPicPr>
        <p:blipFill>
          <a:blip r:embed="rId4"/>
          <a:srcRect l="55103" t="34951" r="33750" b="53444"/>
          <a:stretch/>
        </p:blipFill>
        <p:spPr>
          <a:xfrm>
            <a:off x="10972105" y="33346"/>
            <a:ext cx="617619" cy="547863"/>
          </a:xfrm>
          <a:prstGeom prst="rect">
            <a:avLst/>
          </a:prstGeom>
        </p:spPr>
      </p:pic>
      <p:pic>
        <p:nvPicPr>
          <p:cNvPr id="38" name="Imagen 37">
            <a:extLst>
              <a:ext uri="{FF2B5EF4-FFF2-40B4-BE49-F238E27FC236}">
                <a16:creationId xmlns:a16="http://schemas.microsoft.com/office/drawing/2014/main" id="{97202836-1ED0-16A8-976B-A8F438CF8F1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1752063" y="33346"/>
            <a:ext cx="654340" cy="579561"/>
          </a:xfrm>
          <a:prstGeom prst="rect">
            <a:avLst/>
          </a:prstGeom>
        </p:spPr>
      </p:pic>
    </p:spTree>
    <p:extLst>
      <p:ext uri="{BB962C8B-B14F-4D97-AF65-F5344CB8AC3E}">
        <p14:creationId xmlns:p14="http://schemas.microsoft.com/office/powerpoint/2010/main" val="30580429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E9CA0-12F7-36F4-6DD1-D92631B51CE5}"/>
            </a:ext>
          </a:extLst>
        </p:cNvPr>
        <p:cNvGrpSpPr/>
        <p:nvPr/>
      </p:nvGrpSpPr>
      <p:grpSpPr>
        <a:xfrm>
          <a:off x="0" y="0"/>
          <a:ext cx="0" cy="0"/>
          <a:chOff x="0" y="0"/>
          <a:chExt cx="0" cy="0"/>
        </a:xfrm>
      </p:grpSpPr>
      <p:sp>
        <p:nvSpPr>
          <p:cNvPr id="36" name="CuadroTexto 35">
            <a:extLst>
              <a:ext uri="{FF2B5EF4-FFF2-40B4-BE49-F238E27FC236}">
                <a16:creationId xmlns:a16="http://schemas.microsoft.com/office/drawing/2014/main" id="{C01DA555-E58F-FE58-A0BB-DCC7932FF5E4}"/>
              </a:ext>
            </a:extLst>
          </p:cNvPr>
          <p:cNvSpPr txBox="1"/>
          <p:nvPr/>
        </p:nvSpPr>
        <p:spPr>
          <a:xfrm>
            <a:off x="335485" y="1413464"/>
            <a:ext cx="4629643" cy="3170099"/>
          </a:xfrm>
          <a:prstGeom prst="rect">
            <a:avLst/>
          </a:prstGeom>
          <a:noFill/>
        </p:spPr>
        <p:txBody>
          <a:bodyPr wrap="square">
            <a:spAutoFit/>
          </a:bodyPr>
          <a:lstStyle/>
          <a:p>
            <a:pPr algn="just"/>
            <a:r>
              <a:rPr lang="en-CA" sz="2000" b="1" dirty="0">
                <a:solidFill>
                  <a:srgbClr val="FCA701"/>
                </a:solidFill>
              </a:rPr>
              <a:t>Purpose of Stepwise</a:t>
            </a:r>
          </a:p>
          <a:p>
            <a:pPr marL="342900" indent="-342900" algn="just">
              <a:buFont typeface="Arial" panose="020B0604020202020204" pitchFamily="34" charset="0"/>
              <a:buChar char="•"/>
            </a:pPr>
            <a:endParaRPr lang="en-CA" sz="2000" dirty="0">
              <a:solidFill>
                <a:schemeClr val="bg1"/>
              </a:solidFill>
            </a:endParaRPr>
          </a:p>
          <a:p>
            <a:pPr marL="342900" indent="-342900" algn="just">
              <a:buFont typeface="Arial" panose="020B0604020202020204" pitchFamily="34" charset="0"/>
              <a:buChar char="•"/>
            </a:pPr>
            <a:r>
              <a:rPr lang="en-CA" sz="2000" dirty="0">
                <a:solidFill>
                  <a:schemeClr val="bg1"/>
                </a:solidFill>
              </a:rPr>
              <a:t>Stepwise regression is a method to iteratively add/remove variables to build the best predictive model. </a:t>
            </a:r>
          </a:p>
          <a:p>
            <a:pPr marL="342900" indent="-342900" algn="just">
              <a:buFont typeface="Arial" panose="020B0604020202020204" pitchFamily="34" charset="0"/>
              <a:buChar char="•"/>
            </a:pPr>
            <a:r>
              <a:rPr lang="en-CA" sz="2000" dirty="0">
                <a:solidFill>
                  <a:schemeClr val="bg1"/>
                </a:solidFill>
              </a:rPr>
              <a:t>In flight delay analysis, it identifies key factors (e.g., weather, traffic, airline) that most influence delays.</a:t>
            </a:r>
          </a:p>
          <a:p>
            <a:pPr marL="342900" indent="-342900" algn="just">
              <a:buFont typeface="Arial" panose="020B0604020202020204" pitchFamily="34" charset="0"/>
              <a:buChar char="•"/>
            </a:pPr>
            <a:endParaRPr lang="en-CA" sz="2000" dirty="0">
              <a:solidFill>
                <a:schemeClr val="bg1"/>
              </a:solidFill>
            </a:endParaRPr>
          </a:p>
          <a:p>
            <a:pPr marL="342900" indent="-342900" algn="just">
              <a:buFont typeface="Arial" panose="020B0604020202020204" pitchFamily="34" charset="0"/>
              <a:buChar char="•"/>
            </a:pPr>
            <a:endParaRPr lang="en-CA" sz="2000" dirty="0">
              <a:solidFill>
                <a:schemeClr val="bg1"/>
              </a:solidFill>
            </a:endParaRPr>
          </a:p>
        </p:txBody>
      </p:sp>
      <p:sp>
        <p:nvSpPr>
          <p:cNvPr id="6" name="CuadroTexto 5">
            <a:extLst>
              <a:ext uri="{FF2B5EF4-FFF2-40B4-BE49-F238E27FC236}">
                <a16:creationId xmlns:a16="http://schemas.microsoft.com/office/drawing/2014/main" id="{F5A2461F-C174-2C2B-538C-4ECDD64A9640}"/>
              </a:ext>
            </a:extLst>
          </p:cNvPr>
          <p:cNvSpPr txBox="1"/>
          <p:nvPr/>
        </p:nvSpPr>
        <p:spPr>
          <a:xfrm>
            <a:off x="5908058" y="1585587"/>
            <a:ext cx="6201782" cy="4708981"/>
          </a:xfrm>
          <a:prstGeom prst="rect">
            <a:avLst/>
          </a:prstGeom>
          <a:noFill/>
        </p:spPr>
        <p:txBody>
          <a:bodyPr wrap="square">
            <a:spAutoFit/>
          </a:bodyPr>
          <a:lstStyle/>
          <a:p>
            <a:r>
              <a:rPr lang="en-CA" sz="2000" b="1" dirty="0">
                <a:solidFill>
                  <a:schemeClr val="bg1"/>
                </a:solidFill>
              </a:rPr>
              <a:t>1.⁠ ⁠Full Model Setup:</a:t>
            </a:r>
          </a:p>
          <a:p>
            <a:pPr marL="342900" indent="-342900">
              <a:buFont typeface="Arial" panose="020B0604020202020204" pitchFamily="34" charset="0"/>
              <a:buChar char="•"/>
            </a:pPr>
            <a:r>
              <a:rPr lang="en-CA" sz="2000" dirty="0">
                <a:solidFill>
                  <a:schemeClr val="bg1"/>
                </a:solidFill>
              </a:rPr>
              <a:t>Created a formula incorporating all potential predictors of departure delays: </a:t>
            </a:r>
            <a:r>
              <a:rPr lang="en-CA" sz="2000" dirty="0">
                <a:solidFill>
                  <a:srgbClr val="FCA701"/>
                </a:solidFill>
              </a:rPr>
              <a:t>temperature</a:t>
            </a:r>
            <a:r>
              <a:rPr lang="en-CA" sz="2000" dirty="0">
                <a:solidFill>
                  <a:schemeClr val="bg1"/>
                </a:solidFill>
              </a:rPr>
              <a:t>, </a:t>
            </a:r>
            <a:r>
              <a:rPr lang="en-CA" sz="2000" dirty="0">
                <a:solidFill>
                  <a:srgbClr val="FCA701"/>
                </a:solidFill>
              </a:rPr>
              <a:t>precipitation</a:t>
            </a:r>
            <a:r>
              <a:rPr lang="en-CA" sz="2000" dirty="0">
                <a:solidFill>
                  <a:schemeClr val="bg1"/>
                </a:solidFill>
              </a:rPr>
              <a:t>, </a:t>
            </a:r>
            <a:r>
              <a:rPr lang="en-CA" sz="2000" dirty="0">
                <a:solidFill>
                  <a:srgbClr val="FCA701"/>
                </a:solidFill>
              </a:rPr>
              <a:t>wind</a:t>
            </a:r>
            <a:r>
              <a:rPr lang="en-CA" sz="2000" dirty="0">
                <a:solidFill>
                  <a:schemeClr val="bg1"/>
                </a:solidFill>
              </a:rPr>
              <a:t>, </a:t>
            </a:r>
            <a:r>
              <a:rPr lang="en-CA" sz="2000" dirty="0">
                <a:solidFill>
                  <a:srgbClr val="FCA701"/>
                </a:solidFill>
              </a:rPr>
              <a:t>pressure</a:t>
            </a:r>
            <a:r>
              <a:rPr lang="en-CA" sz="2000" dirty="0">
                <a:solidFill>
                  <a:schemeClr val="bg1"/>
                </a:solidFill>
              </a:rPr>
              <a:t>, </a:t>
            </a:r>
            <a:r>
              <a:rPr lang="en-CA" sz="2000" dirty="0">
                <a:solidFill>
                  <a:srgbClr val="FCA701"/>
                </a:solidFill>
              </a:rPr>
              <a:t>humidity</a:t>
            </a:r>
            <a:r>
              <a:rPr lang="en-CA" sz="2000" dirty="0">
                <a:solidFill>
                  <a:schemeClr val="bg1"/>
                </a:solidFill>
              </a:rPr>
              <a:t>, etc.</a:t>
            </a:r>
          </a:p>
          <a:p>
            <a:pPr marL="342900" indent="-342900">
              <a:buFont typeface="Arial" panose="020B0604020202020204" pitchFamily="34" charset="0"/>
              <a:buChar char="•"/>
            </a:pPr>
            <a:r>
              <a:rPr lang="en-CA" sz="2000" dirty="0">
                <a:solidFill>
                  <a:schemeClr val="bg1"/>
                </a:solidFill>
              </a:rPr>
              <a:t>Fitted the full model using </a:t>
            </a:r>
            <a:r>
              <a:rPr lang="en-CA" sz="2000" i="1" dirty="0" err="1">
                <a:solidFill>
                  <a:schemeClr val="bg1"/>
                </a:solidFill>
              </a:rPr>
              <a:t>lm</a:t>
            </a:r>
            <a:r>
              <a:rPr lang="en-CA" sz="2000" i="1" dirty="0">
                <a:solidFill>
                  <a:schemeClr val="bg1"/>
                </a:solidFill>
              </a:rPr>
              <a:t>()</a:t>
            </a:r>
            <a:r>
              <a:rPr lang="en-CA" sz="2000" dirty="0">
                <a:solidFill>
                  <a:schemeClr val="bg1"/>
                </a:solidFill>
              </a:rPr>
              <a:t> to include all variables.</a:t>
            </a:r>
          </a:p>
          <a:p>
            <a:endParaRPr lang="en-CA" sz="2000" dirty="0">
              <a:solidFill>
                <a:schemeClr val="bg1"/>
              </a:solidFill>
            </a:endParaRPr>
          </a:p>
          <a:p>
            <a:r>
              <a:rPr lang="en-CA" sz="2000" b="1" dirty="0">
                <a:solidFill>
                  <a:schemeClr val="bg1"/>
                </a:solidFill>
              </a:rPr>
              <a:t>2.⁠ ⁠Stepwise Regression:</a:t>
            </a:r>
          </a:p>
          <a:p>
            <a:pPr marL="342900" indent="-342900">
              <a:buFont typeface="Arial" panose="020B0604020202020204" pitchFamily="34" charset="0"/>
              <a:buChar char="•"/>
            </a:pPr>
            <a:r>
              <a:rPr lang="en-CA" sz="2000" dirty="0">
                <a:solidFill>
                  <a:schemeClr val="bg1"/>
                </a:solidFill>
              </a:rPr>
              <a:t>Applied stepwise selection using the </a:t>
            </a:r>
            <a:r>
              <a:rPr lang="en-CA" sz="2000" i="1" dirty="0" err="1">
                <a:solidFill>
                  <a:schemeClr val="bg1"/>
                </a:solidFill>
              </a:rPr>
              <a:t>stepAIC</a:t>
            </a:r>
            <a:r>
              <a:rPr lang="en-CA" sz="2000" i="1" dirty="0">
                <a:solidFill>
                  <a:schemeClr val="bg1"/>
                </a:solidFill>
              </a:rPr>
              <a:t>() </a:t>
            </a:r>
            <a:r>
              <a:rPr lang="en-CA" sz="2000" dirty="0">
                <a:solidFill>
                  <a:schemeClr val="bg1"/>
                </a:solidFill>
              </a:rPr>
              <a:t>function with the direction set to "both".</a:t>
            </a:r>
          </a:p>
          <a:p>
            <a:r>
              <a:rPr lang="en-CA" sz="2000" dirty="0">
                <a:solidFill>
                  <a:schemeClr val="bg1"/>
                </a:solidFill>
              </a:rPr>
              <a:t>This approach iteratively:</a:t>
            </a:r>
          </a:p>
          <a:p>
            <a:pPr marL="342900" indent="-342900">
              <a:buFont typeface="Arial" panose="020B0604020202020204" pitchFamily="34" charset="0"/>
              <a:buChar char="•"/>
            </a:pPr>
            <a:r>
              <a:rPr lang="en-CA" sz="2000" dirty="0">
                <a:solidFill>
                  <a:schemeClr val="bg1"/>
                </a:solidFill>
              </a:rPr>
              <a:t>Removes less significant variables (backward elimination).</a:t>
            </a:r>
          </a:p>
          <a:p>
            <a:pPr marL="342900" indent="-342900">
              <a:buFont typeface="Arial" panose="020B0604020202020204" pitchFamily="34" charset="0"/>
              <a:buChar char="•"/>
            </a:pPr>
            <a:r>
              <a:rPr lang="en-CA" sz="2000" dirty="0">
                <a:solidFill>
                  <a:schemeClr val="bg1"/>
                </a:solidFill>
              </a:rPr>
              <a:t>Adds significant variables not initially included (forward selection).</a:t>
            </a:r>
          </a:p>
        </p:txBody>
      </p:sp>
      <p:pic>
        <p:nvPicPr>
          <p:cNvPr id="4" name="Imagen 3">
            <a:extLst>
              <a:ext uri="{FF2B5EF4-FFF2-40B4-BE49-F238E27FC236}">
                <a16:creationId xmlns:a16="http://schemas.microsoft.com/office/drawing/2014/main" id="{C1A93E80-E8A8-B8A6-154E-6AD538975938}"/>
              </a:ext>
            </a:extLst>
          </p:cNvPr>
          <p:cNvPicPr>
            <a:picLocks noChangeAspect="1"/>
          </p:cNvPicPr>
          <p:nvPr/>
        </p:nvPicPr>
        <p:blipFill>
          <a:blip r:embed="rId3"/>
          <a:srcRect l="65685" t="34869" r="23168" b="53526"/>
          <a:stretch/>
        </p:blipFill>
        <p:spPr>
          <a:xfrm>
            <a:off x="7523002" y="45291"/>
            <a:ext cx="645272" cy="533472"/>
          </a:xfrm>
          <a:prstGeom prst="rect">
            <a:avLst/>
          </a:prstGeom>
        </p:spPr>
      </p:pic>
      <p:pic>
        <p:nvPicPr>
          <p:cNvPr id="5" name="Imagen 4">
            <a:extLst>
              <a:ext uri="{FF2B5EF4-FFF2-40B4-BE49-F238E27FC236}">
                <a16:creationId xmlns:a16="http://schemas.microsoft.com/office/drawing/2014/main" id="{4DB7A1ED-AFEB-2A1A-C3D7-AF9166C1DA86}"/>
              </a:ext>
            </a:extLst>
          </p:cNvPr>
          <p:cNvPicPr>
            <a:picLocks noChangeAspect="1"/>
          </p:cNvPicPr>
          <p:nvPr/>
        </p:nvPicPr>
        <p:blipFill>
          <a:blip r:embed="rId3"/>
          <a:srcRect l="55103" t="34951" r="33750" b="53444"/>
          <a:stretch/>
        </p:blipFill>
        <p:spPr>
          <a:xfrm>
            <a:off x="6945462" y="37463"/>
            <a:ext cx="645272" cy="533472"/>
          </a:xfrm>
          <a:prstGeom prst="rect">
            <a:avLst/>
          </a:prstGeom>
        </p:spPr>
      </p:pic>
      <p:pic>
        <p:nvPicPr>
          <p:cNvPr id="7" name="Imagen 6">
            <a:extLst>
              <a:ext uri="{FF2B5EF4-FFF2-40B4-BE49-F238E27FC236}">
                <a16:creationId xmlns:a16="http://schemas.microsoft.com/office/drawing/2014/main" id="{48674690-A8CF-2609-475C-08D15C8272D7}"/>
              </a:ext>
            </a:extLst>
          </p:cNvPr>
          <p:cNvPicPr>
            <a:picLocks noChangeAspect="1"/>
          </p:cNvPicPr>
          <p:nvPr/>
        </p:nvPicPr>
        <p:blipFill>
          <a:blip r:embed="rId3"/>
          <a:srcRect l="55117" t="6975" r="33736" b="81420"/>
          <a:stretch/>
        </p:blipFill>
        <p:spPr>
          <a:xfrm>
            <a:off x="10972921" y="45291"/>
            <a:ext cx="645272" cy="533472"/>
          </a:xfrm>
          <a:prstGeom prst="rect">
            <a:avLst/>
          </a:prstGeom>
        </p:spPr>
      </p:pic>
      <p:pic>
        <p:nvPicPr>
          <p:cNvPr id="8" name="Imagen 7">
            <a:extLst>
              <a:ext uri="{FF2B5EF4-FFF2-40B4-BE49-F238E27FC236}">
                <a16:creationId xmlns:a16="http://schemas.microsoft.com/office/drawing/2014/main" id="{F50D0184-3C38-BEA6-728A-84101857A0F5}"/>
              </a:ext>
            </a:extLst>
          </p:cNvPr>
          <p:cNvPicPr>
            <a:picLocks noChangeAspect="1"/>
          </p:cNvPicPr>
          <p:nvPr/>
        </p:nvPicPr>
        <p:blipFill>
          <a:blip r:embed="rId3"/>
          <a:srcRect l="23278" t="21261" r="65575" b="67134"/>
          <a:stretch/>
        </p:blipFill>
        <p:spPr>
          <a:xfrm>
            <a:off x="9824450" y="68336"/>
            <a:ext cx="645272" cy="533472"/>
          </a:xfrm>
          <a:prstGeom prst="rect">
            <a:avLst/>
          </a:prstGeom>
        </p:spPr>
      </p:pic>
      <p:pic>
        <p:nvPicPr>
          <p:cNvPr id="9" name="Imagen 8">
            <a:extLst>
              <a:ext uri="{FF2B5EF4-FFF2-40B4-BE49-F238E27FC236}">
                <a16:creationId xmlns:a16="http://schemas.microsoft.com/office/drawing/2014/main" id="{9DB77FD2-B137-04F9-6A3D-8DEFFB73EF04}"/>
              </a:ext>
            </a:extLst>
          </p:cNvPr>
          <p:cNvPicPr>
            <a:picLocks noChangeAspect="1"/>
          </p:cNvPicPr>
          <p:nvPr/>
        </p:nvPicPr>
        <p:blipFill>
          <a:blip r:embed="rId3"/>
          <a:srcRect l="23536" t="34892" r="65317" b="53503"/>
          <a:stretch/>
        </p:blipFill>
        <p:spPr>
          <a:xfrm>
            <a:off x="8713126" y="45291"/>
            <a:ext cx="645272" cy="533472"/>
          </a:xfrm>
          <a:prstGeom prst="rect">
            <a:avLst/>
          </a:prstGeom>
        </p:spPr>
      </p:pic>
      <p:pic>
        <p:nvPicPr>
          <p:cNvPr id="10" name="Imagen 9">
            <a:extLst>
              <a:ext uri="{FF2B5EF4-FFF2-40B4-BE49-F238E27FC236}">
                <a16:creationId xmlns:a16="http://schemas.microsoft.com/office/drawing/2014/main" id="{5DAE49D8-6B56-EE45-4CF3-BE9BA89E092B}"/>
              </a:ext>
            </a:extLst>
          </p:cNvPr>
          <p:cNvPicPr>
            <a:picLocks noChangeAspect="1"/>
          </p:cNvPicPr>
          <p:nvPr/>
        </p:nvPicPr>
        <p:blipFill>
          <a:blip r:embed="rId3"/>
          <a:srcRect l="55103" t="34951" r="33750" b="53444"/>
          <a:stretch/>
        </p:blipFill>
        <p:spPr>
          <a:xfrm>
            <a:off x="10386039" y="45291"/>
            <a:ext cx="645272" cy="533472"/>
          </a:xfrm>
          <a:prstGeom prst="rect">
            <a:avLst/>
          </a:prstGeom>
        </p:spPr>
      </p:pic>
      <p:pic>
        <p:nvPicPr>
          <p:cNvPr id="11" name="Imagen 10">
            <a:extLst>
              <a:ext uri="{FF2B5EF4-FFF2-40B4-BE49-F238E27FC236}">
                <a16:creationId xmlns:a16="http://schemas.microsoft.com/office/drawing/2014/main" id="{80E8D0F5-C025-0813-4254-D713AE336831}"/>
              </a:ext>
            </a:extLst>
          </p:cNvPr>
          <p:cNvPicPr>
            <a:picLocks noChangeAspect="1"/>
          </p:cNvPicPr>
          <p:nvPr/>
        </p:nvPicPr>
        <p:blipFill>
          <a:blip r:embed="rId3"/>
          <a:srcRect l="23286" t="49108" r="65567" b="39287"/>
          <a:stretch/>
        </p:blipFill>
        <p:spPr>
          <a:xfrm>
            <a:off x="9258918" y="45291"/>
            <a:ext cx="645272" cy="533472"/>
          </a:xfrm>
          <a:prstGeom prst="rect">
            <a:avLst/>
          </a:prstGeom>
        </p:spPr>
      </p:pic>
      <p:pic>
        <p:nvPicPr>
          <p:cNvPr id="13" name="Imagen 12">
            <a:extLst>
              <a:ext uri="{FF2B5EF4-FFF2-40B4-BE49-F238E27FC236}">
                <a16:creationId xmlns:a16="http://schemas.microsoft.com/office/drawing/2014/main" id="{913B2B03-E91D-100C-F881-16096DB229FB}"/>
              </a:ext>
            </a:extLst>
          </p:cNvPr>
          <p:cNvPicPr>
            <a:picLocks noChangeAspect="1"/>
          </p:cNvPicPr>
          <p:nvPr/>
        </p:nvPicPr>
        <p:blipFill>
          <a:blip r:embed="rId3"/>
          <a:srcRect l="55117" t="6975" r="33736" b="81420"/>
          <a:stretch/>
        </p:blipFill>
        <p:spPr>
          <a:xfrm>
            <a:off x="8109884" y="45291"/>
            <a:ext cx="645272" cy="533472"/>
          </a:xfrm>
          <a:prstGeom prst="rect">
            <a:avLst/>
          </a:prstGeom>
        </p:spPr>
      </p:pic>
      <p:pic>
        <p:nvPicPr>
          <p:cNvPr id="15" name="Imagen 14">
            <a:extLst>
              <a:ext uri="{FF2B5EF4-FFF2-40B4-BE49-F238E27FC236}">
                <a16:creationId xmlns:a16="http://schemas.microsoft.com/office/drawing/2014/main" id="{C70D0BB6-7381-F368-E282-852D82D87127}"/>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768830" y="22247"/>
            <a:ext cx="654340" cy="579561"/>
          </a:xfrm>
          <a:prstGeom prst="rect">
            <a:avLst/>
          </a:prstGeom>
        </p:spPr>
      </p:pic>
    </p:spTree>
    <p:extLst>
      <p:ext uri="{BB962C8B-B14F-4D97-AF65-F5344CB8AC3E}">
        <p14:creationId xmlns:p14="http://schemas.microsoft.com/office/powerpoint/2010/main" val="13806177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252C0-38EE-77BB-44C8-066C8523BF14}"/>
            </a:ext>
          </a:extLst>
        </p:cNvPr>
        <p:cNvGrpSpPr/>
        <p:nvPr/>
      </p:nvGrpSpPr>
      <p:grpSpPr>
        <a:xfrm>
          <a:off x="0" y="0"/>
          <a:ext cx="0" cy="0"/>
          <a:chOff x="0" y="0"/>
          <a:chExt cx="0" cy="0"/>
        </a:xfrm>
      </p:grpSpPr>
      <p:pic>
        <p:nvPicPr>
          <p:cNvPr id="34" name="Imagen 33">
            <a:extLst>
              <a:ext uri="{FF2B5EF4-FFF2-40B4-BE49-F238E27FC236}">
                <a16:creationId xmlns:a16="http://schemas.microsoft.com/office/drawing/2014/main" id="{CA75B417-61C7-6BA6-61F6-A990B9597051}"/>
              </a:ext>
            </a:extLst>
          </p:cNvPr>
          <p:cNvPicPr>
            <a:picLocks noChangeAspect="1"/>
          </p:cNvPicPr>
          <p:nvPr/>
        </p:nvPicPr>
        <p:blipFill>
          <a:blip r:embed="rId3"/>
          <a:stretch>
            <a:fillRect/>
          </a:stretch>
        </p:blipFill>
        <p:spPr>
          <a:xfrm>
            <a:off x="5866962" y="1350873"/>
            <a:ext cx="5869519" cy="4156254"/>
          </a:xfrm>
          <a:prstGeom prst="rect">
            <a:avLst/>
          </a:prstGeom>
        </p:spPr>
      </p:pic>
      <p:sp>
        <p:nvSpPr>
          <p:cNvPr id="36" name="CuadroTexto 35">
            <a:extLst>
              <a:ext uri="{FF2B5EF4-FFF2-40B4-BE49-F238E27FC236}">
                <a16:creationId xmlns:a16="http://schemas.microsoft.com/office/drawing/2014/main" id="{E40D3EE1-D036-26C2-EFA4-5AEC63C2D818}"/>
              </a:ext>
            </a:extLst>
          </p:cNvPr>
          <p:cNvSpPr txBox="1"/>
          <p:nvPr/>
        </p:nvSpPr>
        <p:spPr>
          <a:xfrm>
            <a:off x="574124" y="1284372"/>
            <a:ext cx="4962151" cy="5324535"/>
          </a:xfrm>
          <a:prstGeom prst="rect">
            <a:avLst/>
          </a:prstGeom>
          <a:noFill/>
        </p:spPr>
        <p:txBody>
          <a:bodyPr wrap="square">
            <a:spAutoFit/>
          </a:bodyPr>
          <a:lstStyle/>
          <a:p>
            <a:pPr marL="342900" indent="-342900">
              <a:buFont typeface="Arial" panose="020B0604020202020204" pitchFamily="34" charset="0"/>
              <a:buChar char="•"/>
            </a:pPr>
            <a:r>
              <a:rPr lang="en-CA" sz="2000" dirty="0">
                <a:solidFill>
                  <a:schemeClr val="bg1"/>
                </a:solidFill>
              </a:rPr>
              <a:t>The final model after stepwise regression includes 10 predictors.</a:t>
            </a:r>
          </a:p>
          <a:p>
            <a:pPr marL="342900" indent="-342900" algn="just">
              <a:buFont typeface="Arial" panose="020B0604020202020204" pitchFamily="34" charset="0"/>
              <a:buChar char="•"/>
            </a:pPr>
            <a:endParaRPr lang="en-CA" sz="2000" dirty="0">
              <a:solidFill>
                <a:schemeClr val="bg1"/>
              </a:solidFill>
            </a:endParaRPr>
          </a:p>
          <a:p>
            <a:pPr marL="342900" indent="-342900">
              <a:buFont typeface="Arial" panose="020B0604020202020204" pitchFamily="34" charset="0"/>
              <a:buChar char="•"/>
            </a:pPr>
            <a:r>
              <a:rPr lang="en-CA" sz="2000" dirty="0">
                <a:solidFill>
                  <a:schemeClr val="bg1"/>
                </a:solidFill>
              </a:rPr>
              <a:t>Only 1.67% of the variation in </a:t>
            </a:r>
            <a:r>
              <a:rPr lang="en-CA" sz="2000" dirty="0" err="1">
                <a:solidFill>
                  <a:srgbClr val="FFB738"/>
                </a:solidFill>
              </a:rPr>
              <a:t>departure.delay</a:t>
            </a:r>
            <a:r>
              <a:rPr lang="en-CA" sz="2000" dirty="0">
                <a:solidFill>
                  <a:srgbClr val="FFB738"/>
                </a:solidFill>
              </a:rPr>
              <a:t> </a:t>
            </a:r>
            <a:r>
              <a:rPr lang="en-CA" sz="2000" dirty="0">
                <a:solidFill>
                  <a:schemeClr val="bg1"/>
                </a:solidFill>
              </a:rPr>
              <a:t>is explained by the predictors. This is very low, indicating a weak model fit.</a:t>
            </a:r>
          </a:p>
          <a:p>
            <a:pPr marL="342900" indent="-342900" algn="just">
              <a:buFont typeface="Arial" panose="020B0604020202020204" pitchFamily="34" charset="0"/>
              <a:buChar char="•"/>
            </a:pPr>
            <a:endParaRPr lang="en-CA" sz="2000" dirty="0">
              <a:solidFill>
                <a:schemeClr val="bg1"/>
              </a:solidFill>
            </a:endParaRPr>
          </a:p>
          <a:p>
            <a:pPr marL="342900" indent="-342900" algn="just">
              <a:buFont typeface="Arial" panose="020B0604020202020204" pitchFamily="34" charset="0"/>
              <a:buChar char="•"/>
            </a:pPr>
            <a:r>
              <a:rPr lang="en-CA" sz="2000" dirty="0">
                <a:solidFill>
                  <a:schemeClr val="bg1"/>
                </a:solidFill>
              </a:rPr>
              <a:t>The low R-squared indicates other factors (e.g., operational delays, human error) likely influence </a:t>
            </a:r>
            <a:r>
              <a:rPr lang="en-CA" sz="2000" dirty="0" err="1">
                <a:solidFill>
                  <a:srgbClr val="FFB738"/>
                </a:solidFill>
              </a:rPr>
              <a:t>departure.delay</a:t>
            </a:r>
            <a:r>
              <a:rPr lang="en-CA" sz="2000" dirty="0">
                <a:solidFill>
                  <a:schemeClr val="bg1"/>
                </a:solidFill>
              </a:rPr>
              <a:t>.</a:t>
            </a:r>
          </a:p>
          <a:p>
            <a:pPr marL="342900" indent="-342900" algn="just">
              <a:buFont typeface="Arial" panose="020B0604020202020204" pitchFamily="34" charset="0"/>
              <a:buChar char="•"/>
            </a:pPr>
            <a:endParaRPr lang="en-CA" sz="2000" dirty="0">
              <a:solidFill>
                <a:schemeClr val="bg1"/>
              </a:solidFill>
            </a:endParaRPr>
          </a:p>
          <a:p>
            <a:pPr marL="342900" indent="-342900" algn="just">
              <a:buFont typeface="Arial" panose="020B0604020202020204" pitchFamily="34" charset="0"/>
              <a:buChar char="•"/>
            </a:pPr>
            <a:r>
              <a:rPr lang="en-CA" sz="2000" dirty="0">
                <a:solidFill>
                  <a:schemeClr val="bg1"/>
                </a:solidFill>
              </a:rPr>
              <a:t>The recommendation in this case is to use non-linear modeling techniques (e.g., random forests, GAMs) for better predictions if relationships are non-linear.</a:t>
            </a:r>
          </a:p>
        </p:txBody>
      </p:sp>
      <p:sp>
        <p:nvSpPr>
          <p:cNvPr id="37" name="Elipse 36">
            <a:extLst>
              <a:ext uri="{FF2B5EF4-FFF2-40B4-BE49-F238E27FC236}">
                <a16:creationId xmlns:a16="http://schemas.microsoft.com/office/drawing/2014/main" id="{D78271F7-B01F-DC53-2E59-7CD2A0A2AAEA}"/>
              </a:ext>
            </a:extLst>
          </p:cNvPr>
          <p:cNvSpPr/>
          <p:nvPr/>
        </p:nvSpPr>
        <p:spPr>
          <a:xfrm>
            <a:off x="7639396" y="4829695"/>
            <a:ext cx="856211" cy="282632"/>
          </a:xfrm>
          <a:prstGeom prst="ellipse">
            <a:avLst/>
          </a:prstGeom>
          <a:noFill/>
          <a:ln w="38100">
            <a:solidFill>
              <a:srgbClr val="FFB7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rgbClr val="FCA701"/>
              </a:solidFill>
            </a:endParaRPr>
          </a:p>
        </p:txBody>
      </p:sp>
      <p:pic>
        <p:nvPicPr>
          <p:cNvPr id="3" name="Imagen 2">
            <a:extLst>
              <a:ext uri="{FF2B5EF4-FFF2-40B4-BE49-F238E27FC236}">
                <a16:creationId xmlns:a16="http://schemas.microsoft.com/office/drawing/2014/main" id="{B24A1F22-A6B7-C18D-E394-1637AF3F1A1A}"/>
              </a:ext>
            </a:extLst>
          </p:cNvPr>
          <p:cNvPicPr>
            <a:picLocks noChangeAspect="1"/>
          </p:cNvPicPr>
          <p:nvPr/>
        </p:nvPicPr>
        <p:blipFill>
          <a:blip r:embed="rId4"/>
          <a:srcRect l="65685" t="34869" r="23168" b="53526"/>
          <a:stretch/>
        </p:blipFill>
        <p:spPr>
          <a:xfrm>
            <a:off x="7523002" y="45291"/>
            <a:ext cx="645272" cy="533472"/>
          </a:xfrm>
          <a:prstGeom prst="rect">
            <a:avLst/>
          </a:prstGeom>
        </p:spPr>
      </p:pic>
      <p:pic>
        <p:nvPicPr>
          <p:cNvPr id="4" name="Imagen 3">
            <a:extLst>
              <a:ext uri="{FF2B5EF4-FFF2-40B4-BE49-F238E27FC236}">
                <a16:creationId xmlns:a16="http://schemas.microsoft.com/office/drawing/2014/main" id="{3C695836-014D-D3F6-D7FF-6D52E617DBF8}"/>
              </a:ext>
            </a:extLst>
          </p:cNvPr>
          <p:cNvPicPr>
            <a:picLocks noChangeAspect="1"/>
          </p:cNvPicPr>
          <p:nvPr/>
        </p:nvPicPr>
        <p:blipFill>
          <a:blip r:embed="rId4"/>
          <a:srcRect l="55103" t="34951" r="33750" b="53444"/>
          <a:stretch/>
        </p:blipFill>
        <p:spPr>
          <a:xfrm>
            <a:off x="6945462" y="37463"/>
            <a:ext cx="645272" cy="533472"/>
          </a:xfrm>
          <a:prstGeom prst="rect">
            <a:avLst/>
          </a:prstGeom>
        </p:spPr>
      </p:pic>
      <p:pic>
        <p:nvPicPr>
          <p:cNvPr id="5" name="Imagen 4">
            <a:extLst>
              <a:ext uri="{FF2B5EF4-FFF2-40B4-BE49-F238E27FC236}">
                <a16:creationId xmlns:a16="http://schemas.microsoft.com/office/drawing/2014/main" id="{C70E4BDD-E7B7-91EE-D017-FE43ABC0982D}"/>
              </a:ext>
            </a:extLst>
          </p:cNvPr>
          <p:cNvPicPr>
            <a:picLocks noChangeAspect="1"/>
          </p:cNvPicPr>
          <p:nvPr/>
        </p:nvPicPr>
        <p:blipFill>
          <a:blip r:embed="rId4"/>
          <a:srcRect l="55117" t="6975" r="33736" b="81420"/>
          <a:stretch/>
        </p:blipFill>
        <p:spPr>
          <a:xfrm>
            <a:off x="10972921" y="45291"/>
            <a:ext cx="645272" cy="533472"/>
          </a:xfrm>
          <a:prstGeom prst="rect">
            <a:avLst/>
          </a:prstGeom>
        </p:spPr>
      </p:pic>
      <p:pic>
        <p:nvPicPr>
          <p:cNvPr id="6" name="Imagen 5">
            <a:extLst>
              <a:ext uri="{FF2B5EF4-FFF2-40B4-BE49-F238E27FC236}">
                <a16:creationId xmlns:a16="http://schemas.microsoft.com/office/drawing/2014/main" id="{8FF0360F-A4D9-2336-F158-2F04AEE7C1B9}"/>
              </a:ext>
            </a:extLst>
          </p:cNvPr>
          <p:cNvPicPr>
            <a:picLocks noChangeAspect="1"/>
          </p:cNvPicPr>
          <p:nvPr/>
        </p:nvPicPr>
        <p:blipFill>
          <a:blip r:embed="rId4"/>
          <a:srcRect l="23278" t="21261" r="65575" b="67134"/>
          <a:stretch/>
        </p:blipFill>
        <p:spPr>
          <a:xfrm>
            <a:off x="9824450" y="68336"/>
            <a:ext cx="645272" cy="533472"/>
          </a:xfrm>
          <a:prstGeom prst="rect">
            <a:avLst/>
          </a:prstGeom>
        </p:spPr>
      </p:pic>
      <p:pic>
        <p:nvPicPr>
          <p:cNvPr id="7" name="Imagen 6">
            <a:extLst>
              <a:ext uri="{FF2B5EF4-FFF2-40B4-BE49-F238E27FC236}">
                <a16:creationId xmlns:a16="http://schemas.microsoft.com/office/drawing/2014/main" id="{1E469829-70B6-54A2-1840-CF6ADCE3842F}"/>
              </a:ext>
            </a:extLst>
          </p:cNvPr>
          <p:cNvPicPr>
            <a:picLocks noChangeAspect="1"/>
          </p:cNvPicPr>
          <p:nvPr/>
        </p:nvPicPr>
        <p:blipFill>
          <a:blip r:embed="rId4"/>
          <a:srcRect l="23536" t="34892" r="65317" b="53503"/>
          <a:stretch/>
        </p:blipFill>
        <p:spPr>
          <a:xfrm>
            <a:off x="8713126" y="45291"/>
            <a:ext cx="645272" cy="533472"/>
          </a:xfrm>
          <a:prstGeom prst="rect">
            <a:avLst/>
          </a:prstGeom>
        </p:spPr>
      </p:pic>
      <p:pic>
        <p:nvPicPr>
          <p:cNvPr id="8" name="Imagen 7">
            <a:extLst>
              <a:ext uri="{FF2B5EF4-FFF2-40B4-BE49-F238E27FC236}">
                <a16:creationId xmlns:a16="http://schemas.microsoft.com/office/drawing/2014/main" id="{A15DFB70-4B97-F0DB-464B-D0C02A7629AA}"/>
              </a:ext>
            </a:extLst>
          </p:cNvPr>
          <p:cNvPicPr>
            <a:picLocks noChangeAspect="1"/>
          </p:cNvPicPr>
          <p:nvPr/>
        </p:nvPicPr>
        <p:blipFill>
          <a:blip r:embed="rId4"/>
          <a:srcRect l="55103" t="34951" r="33750" b="53444"/>
          <a:stretch/>
        </p:blipFill>
        <p:spPr>
          <a:xfrm>
            <a:off x="10386039" y="45291"/>
            <a:ext cx="645272" cy="533472"/>
          </a:xfrm>
          <a:prstGeom prst="rect">
            <a:avLst/>
          </a:prstGeom>
        </p:spPr>
      </p:pic>
      <p:pic>
        <p:nvPicPr>
          <p:cNvPr id="9" name="Imagen 8">
            <a:extLst>
              <a:ext uri="{FF2B5EF4-FFF2-40B4-BE49-F238E27FC236}">
                <a16:creationId xmlns:a16="http://schemas.microsoft.com/office/drawing/2014/main" id="{4BB0DA03-58B9-A70E-846D-41C8383975B5}"/>
              </a:ext>
            </a:extLst>
          </p:cNvPr>
          <p:cNvPicPr>
            <a:picLocks noChangeAspect="1"/>
          </p:cNvPicPr>
          <p:nvPr/>
        </p:nvPicPr>
        <p:blipFill>
          <a:blip r:embed="rId4"/>
          <a:srcRect l="23286" t="49108" r="65567" b="39287"/>
          <a:stretch/>
        </p:blipFill>
        <p:spPr>
          <a:xfrm>
            <a:off x="9258918" y="45291"/>
            <a:ext cx="645272" cy="533472"/>
          </a:xfrm>
          <a:prstGeom prst="rect">
            <a:avLst/>
          </a:prstGeom>
        </p:spPr>
      </p:pic>
      <p:pic>
        <p:nvPicPr>
          <p:cNvPr id="10" name="Imagen 9">
            <a:extLst>
              <a:ext uri="{FF2B5EF4-FFF2-40B4-BE49-F238E27FC236}">
                <a16:creationId xmlns:a16="http://schemas.microsoft.com/office/drawing/2014/main" id="{FAA54BCC-8ADA-4AE0-8C0D-270E2D3A2DDB}"/>
              </a:ext>
            </a:extLst>
          </p:cNvPr>
          <p:cNvPicPr>
            <a:picLocks noChangeAspect="1"/>
          </p:cNvPicPr>
          <p:nvPr/>
        </p:nvPicPr>
        <p:blipFill>
          <a:blip r:embed="rId4"/>
          <a:srcRect l="55117" t="6975" r="33736" b="81420"/>
          <a:stretch/>
        </p:blipFill>
        <p:spPr>
          <a:xfrm>
            <a:off x="8109884" y="45291"/>
            <a:ext cx="645272" cy="533472"/>
          </a:xfrm>
          <a:prstGeom prst="rect">
            <a:avLst/>
          </a:prstGeom>
        </p:spPr>
      </p:pic>
      <p:pic>
        <p:nvPicPr>
          <p:cNvPr id="11" name="Imagen 10">
            <a:extLst>
              <a:ext uri="{FF2B5EF4-FFF2-40B4-BE49-F238E27FC236}">
                <a16:creationId xmlns:a16="http://schemas.microsoft.com/office/drawing/2014/main" id="{896B801B-A2C1-603E-6E78-DA4BC53C2D8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5768830" y="22247"/>
            <a:ext cx="654340" cy="579561"/>
          </a:xfrm>
          <a:prstGeom prst="rect">
            <a:avLst/>
          </a:prstGeom>
        </p:spPr>
      </p:pic>
    </p:spTree>
    <p:extLst>
      <p:ext uri="{BB962C8B-B14F-4D97-AF65-F5344CB8AC3E}">
        <p14:creationId xmlns:p14="http://schemas.microsoft.com/office/powerpoint/2010/main" val="18124632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35C53-CEC7-C121-7B39-10E65813C3B9}"/>
            </a:ext>
          </a:extLst>
        </p:cNvPr>
        <p:cNvGrpSpPr/>
        <p:nvPr/>
      </p:nvGrpSpPr>
      <p:grpSpPr>
        <a:xfrm>
          <a:off x="0" y="0"/>
          <a:ext cx="0" cy="0"/>
          <a:chOff x="0" y="0"/>
          <a:chExt cx="0" cy="0"/>
        </a:xfrm>
      </p:grpSpPr>
      <p:pic>
        <p:nvPicPr>
          <p:cNvPr id="31" name="Imagen 30">
            <a:extLst>
              <a:ext uri="{FF2B5EF4-FFF2-40B4-BE49-F238E27FC236}">
                <a16:creationId xmlns:a16="http://schemas.microsoft.com/office/drawing/2014/main" id="{7C7ED4AE-3DA6-E705-A6B8-C40AAD47A3C2}"/>
              </a:ext>
            </a:extLst>
          </p:cNvPr>
          <p:cNvPicPr>
            <a:picLocks noChangeAspect="1"/>
          </p:cNvPicPr>
          <p:nvPr/>
        </p:nvPicPr>
        <p:blipFill>
          <a:blip r:embed="rId3"/>
          <a:srcRect l="55103" t="34951" r="33750" b="53444"/>
          <a:stretch/>
        </p:blipFill>
        <p:spPr>
          <a:xfrm>
            <a:off x="6401440" y="-2214"/>
            <a:ext cx="550212" cy="572785"/>
          </a:xfrm>
          <a:prstGeom prst="rect">
            <a:avLst/>
          </a:prstGeom>
        </p:spPr>
      </p:pic>
      <p:pic>
        <p:nvPicPr>
          <p:cNvPr id="24" name="Imagen 23">
            <a:extLst>
              <a:ext uri="{FF2B5EF4-FFF2-40B4-BE49-F238E27FC236}">
                <a16:creationId xmlns:a16="http://schemas.microsoft.com/office/drawing/2014/main" id="{0432C2E5-3C01-332D-0326-994F792425A5}"/>
              </a:ext>
            </a:extLst>
          </p:cNvPr>
          <p:cNvPicPr>
            <a:picLocks noChangeAspect="1"/>
          </p:cNvPicPr>
          <p:nvPr/>
        </p:nvPicPr>
        <p:blipFill>
          <a:blip r:embed="rId3"/>
          <a:srcRect l="23536" t="34892" r="65317" b="53503"/>
          <a:stretch/>
        </p:blipFill>
        <p:spPr>
          <a:xfrm>
            <a:off x="6982007" y="-2214"/>
            <a:ext cx="550212" cy="572785"/>
          </a:xfrm>
          <a:prstGeom prst="rect">
            <a:avLst/>
          </a:prstGeom>
        </p:spPr>
      </p:pic>
      <p:pic>
        <p:nvPicPr>
          <p:cNvPr id="25" name="Imagen 24">
            <a:extLst>
              <a:ext uri="{FF2B5EF4-FFF2-40B4-BE49-F238E27FC236}">
                <a16:creationId xmlns:a16="http://schemas.microsoft.com/office/drawing/2014/main" id="{55C01A7C-3919-9C95-3988-8516D4D7F310}"/>
              </a:ext>
            </a:extLst>
          </p:cNvPr>
          <p:cNvPicPr>
            <a:picLocks noChangeAspect="1"/>
          </p:cNvPicPr>
          <p:nvPr/>
        </p:nvPicPr>
        <p:blipFill>
          <a:blip r:embed="rId3"/>
          <a:srcRect l="44479" t="34951" r="44374" b="53444"/>
          <a:stretch/>
        </p:blipFill>
        <p:spPr>
          <a:xfrm>
            <a:off x="4659739" y="-2214"/>
            <a:ext cx="550212" cy="572785"/>
          </a:xfrm>
          <a:prstGeom prst="rect">
            <a:avLst/>
          </a:prstGeom>
        </p:spPr>
      </p:pic>
      <p:pic>
        <p:nvPicPr>
          <p:cNvPr id="28" name="Imagen 27">
            <a:extLst>
              <a:ext uri="{FF2B5EF4-FFF2-40B4-BE49-F238E27FC236}">
                <a16:creationId xmlns:a16="http://schemas.microsoft.com/office/drawing/2014/main" id="{B17416F3-7F51-0EFE-9DDD-C57485717FEA}"/>
              </a:ext>
            </a:extLst>
          </p:cNvPr>
          <p:cNvPicPr>
            <a:picLocks noChangeAspect="1"/>
          </p:cNvPicPr>
          <p:nvPr/>
        </p:nvPicPr>
        <p:blipFill>
          <a:blip r:embed="rId3"/>
          <a:srcRect l="55117" t="6975" r="33736" b="81420"/>
          <a:stretch/>
        </p:blipFill>
        <p:spPr>
          <a:xfrm>
            <a:off x="5820873" y="-2214"/>
            <a:ext cx="550212" cy="572785"/>
          </a:xfrm>
          <a:prstGeom prst="rect">
            <a:avLst/>
          </a:prstGeom>
        </p:spPr>
      </p:pic>
      <p:pic>
        <p:nvPicPr>
          <p:cNvPr id="5" name="Imagen 4">
            <a:extLst>
              <a:ext uri="{FF2B5EF4-FFF2-40B4-BE49-F238E27FC236}">
                <a16:creationId xmlns:a16="http://schemas.microsoft.com/office/drawing/2014/main" id="{6048B5A4-C148-9323-5FD8-9A5BAE2C0B34}"/>
              </a:ext>
            </a:extLst>
          </p:cNvPr>
          <p:cNvPicPr>
            <a:picLocks noChangeAspect="1"/>
          </p:cNvPicPr>
          <p:nvPr/>
        </p:nvPicPr>
        <p:blipFill>
          <a:blip r:embed="rId3"/>
          <a:srcRect l="33916" t="6975" r="54937" b="81420"/>
          <a:stretch/>
        </p:blipFill>
        <p:spPr>
          <a:xfrm>
            <a:off x="3498605" y="-2214"/>
            <a:ext cx="550212" cy="572785"/>
          </a:xfrm>
          <a:prstGeom prst="rect">
            <a:avLst/>
          </a:prstGeom>
        </p:spPr>
      </p:pic>
      <p:pic>
        <p:nvPicPr>
          <p:cNvPr id="6" name="Imagen 5">
            <a:extLst>
              <a:ext uri="{FF2B5EF4-FFF2-40B4-BE49-F238E27FC236}">
                <a16:creationId xmlns:a16="http://schemas.microsoft.com/office/drawing/2014/main" id="{7B42E94B-396A-4AFE-7805-ED3796F86C10}"/>
              </a:ext>
            </a:extLst>
          </p:cNvPr>
          <p:cNvPicPr>
            <a:picLocks noChangeAspect="1"/>
          </p:cNvPicPr>
          <p:nvPr/>
        </p:nvPicPr>
        <p:blipFill>
          <a:blip r:embed="rId3"/>
          <a:srcRect l="44516" t="6975" r="44337" b="81420"/>
          <a:stretch/>
        </p:blipFill>
        <p:spPr>
          <a:xfrm>
            <a:off x="8723708" y="-2214"/>
            <a:ext cx="550212" cy="572785"/>
          </a:xfrm>
          <a:prstGeom prst="rect">
            <a:avLst/>
          </a:prstGeom>
        </p:spPr>
      </p:pic>
      <p:pic>
        <p:nvPicPr>
          <p:cNvPr id="7" name="Imagen 6">
            <a:extLst>
              <a:ext uri="{FF2B5EF4-FFF2-40B4-BE49-F238E27FC236}">
                <a16:creationId xmlns:a16="http://schemas.microsoft.com/office/drawing/2014/main" id="{FB69FDE6-45DB-8693-40C4-8BECBBF432B8}"/>
              </a:ext>
            </a:extLst>
          </p:cNvPr>
          <p:cNvPicPr>
            <a:picLocks noChangeAspect="1"/>
          </p:cNvPicPr>
          <p:nvPr/>
        </p:nvPicPr>
        <p:blipFill>
          <a:blip r:embed="rId3"/>
          <a:srcRect l="55117" t="6975" r="33736" b="81420"/>
          <a:stretch/>
        </p:blipFill>
        <p:spPr>
          <a:xfrm>
            <a:off x="11045976" y="-2214"/>
            <a:ext cx="550212" cy="572785"/>
          </a:xfrm>
          <a:prstGeom prst="rect">
            <a:avLst/>
          </a:prstGeom>
        </p:spPr>
      </p:pic>
      <p:pic>
        <p:nvPicPr>
          <p:cNvPr id="8" name="Imagen 7">
            <a:extLst>
              <a:ext uri="{FF2B5EF4-FFF2-40B4-BE49-F238E27FC236}">
                <a16:creationId xmlns:a16="http://schemas.microsoft.com/office/drawing/2014/main" id="{514F8DCF-B932-9E93-CE7D-2C211212E2FE}"/>
              </a:ext>
            </a:extLst>
          </p:cNvPr>
          <p:cNvPicPr>
            <a:picLocks noChangeAspect="1"/>
          </p:cNvPicPr>
          <p:nvPr/>
        </p:nvPicPr>
        <p:blipFill>
          <a:blip r:embed="rId3"/>
          <a:srcRect l="76281" t="21082" r="12572" b="67313"/>
          <a:stretch/>
        </p:blipFill>
        <p:spPr>
          <a:xfrm>
            <a:off x="8143141" y="-2214"/>
            <a:ext cx="550212" cy="572785"/>
          </a:xfrm>
          <a:prstGeom prst="rect">
            <a:avLst/>
          </a:prstGeom>
        </p:spPr>
      </p:pic>
      <p:pic>
        <p:nvPicPr>
          <p:cNvPr id="9" name="Imagen 8">
            <a:extLst>
              <a:ext uri="{FF2B5EF4-FFF2-40B4-BE49-F238E27FC236}">
                <a16:creationId xmlns:a16="http://schemas.microsoft.com/office/drawing/2014/main" id="{381DE703-8A78-5AA7-82BD-793AC4F59298}"/>
              </a:ext>
            </a:extLst>
          </p:cNvPr>
          <p:cNvPicPr>
            <a:picLocks noChangeAspect="1"/>
          </p:cNvPicPr>
          <p:nvPr/>
        </p:nvPicPr>
        <p:blipFill>
          <a:blip r:embed="rId3"/>
          <a:srcRect l="12624" t="34906" r="76229" b="53489"/>
          <a:stretch/>
        </p:blipFill>
        <p:spPr>
          <a:xfrm>
            <a:off x="4079172" y="-2214"/>
            <a:ext cx="550212" cy="572785"/>
          </a:xfrm>
          <a:prstGeom prst="rect">
            <a:avLst/>
          </a:prstGeom>
        </p:spPr>
      </p:pic>
      <p:pic>
        <p:nvPicPr>
          <p:cNvPr id="11" name="Imagen 10">
            <a:extLst>
              <a:ext uri="{FF2B5EF4-FFF2-40B4-BE49-F238E27FC236}">
                <a16:creationId xmlns:a16="http://schemas.microsoft.com/office/drawing/2014/main" id="{4BE0A287-D617-2450-83C5-0A6F64BBBB10}"/>
              </a:ext>
            </a:extLst>
          </p:cNvPr>
          <p:cNvPicPr>
            <a:picLocks noChangeAspect="1"/>
          </p:cNvPicPr>
          <p:nvPr/>
        </p:nvPicPr>
        <p:blipFill>
          <a:blip r:embed="rId3"/>
          <a:srcRect l="44479" t="34951" r="44374" b="53444"/>
          <a:stretch/>
        </p:blipFill>
        <p:spPr>
          <a:xfrm>
            <a:off x="5240306" y="-2214"/>
            <a:ext cx="550212" cy="572785"/>
          </a:xfrm>
          <a:prstGeom prst="rect">
            <a:avLst/>
          </a:prstGeom>
        </p:spPr>
      </p:pic>
      <p:pic>
        <p:nvPicPr>
          <p:cNvPr id="15" name="Imagen 14">
            <a:extLst>
              <a:ext uri="{FF2B5EF4-FFF2-40B4-BE49-F238E27FC236}">
                <a16:creationId xmlns:a16="http://schemas.microsoft.com/office/drawing/2014/main" id="{FB1D00A5-7A03-2B7F-4746-1E84E5839B04}"/>
              </a:ext>
            </a:extLst>
          </p:cNvPr>
          <p:cNvPicPr>
            <a:picLocks noChangeAspect="1"/>
          </p:cNvPicPr>
          <p:nvPr/>
        </p:nvPicPr>
        <p:blipFill>
          <a:blip r:embed="rId3"/>
          <a:srcRect l="12624" t="34906" r="76229" b="53489"/>
          <a:stretch/>
        </p:blipFill>
        <p:spPr>
          <a:xfrm>
            <a:off x="7562574" y="-2214"/>
            <a:ext cx="550212" cy="572785"/>
          </a:xfrm>
          <a:prstGeom prst="rect">
            <a:avLst/>
          </a:prstGeom>
        </p:spPr>
      </p:pic>
      <p:pic>
        <p:nvPicPr>
          <p:cNvPr id="19" name="Imagen 18">
            <a:extLst>
              <a:ext uri="{FF2B5EF4-FFF2-40B4-BE49-F238E27FC236}">
                <a16:creationId xmlns:a16="http://schemas.microsoft.com/office/drawing/2014/main" id="{C05C0577-0F18-35F7-F5DE-EB29232E0CA1}"/>
              </a:ext>
            </a:extLst>
          </p:cNvPr>
          <p:cNvPicPr>
            <a:picLocks noChangeAspect="1"/>
          </p:cNvPicPr>
          <p:nvPr/>
        </p:nvPicPr>
        <p:blipFill>
          <a:blip r:embed="rId3"/>
          <a:srcRect l="76281" t="21082" r="12572" b="67313"/>
          <a:stretch/>
        </p:blipFill>
        <p:spPr>
          <a:xfrm>
            <a:off x="9884842" y="-2214"/>
            <a:ext cx="550212" cy="572785"/>
          </a:xfrm>
          <a:prstGeom prst="rect">
            <a:avLst/>
          </a:prstGeom>
        </p:spPr>
      </p:pic>
      <p:pic>
        <p:nvPicPr>
          <p:cNvPr id="21" name="Imagen 20">
            <a:extLst>
              <a:ext uri="{FF2B5EF4-FFF2-40B4-BE49-F238E27FC236}">
                <a16:creationId xmlns:a16="http://schemas.microsoft.com/office/drawing/2014/main" id="{3943C28C-AB02-E0D1-3E05-E66EEB95B5D8}"/>
              </a:ext>
            </a:extLst>
          </p:cNvPr>
          <p:cNvPicPr>
            <a:picLocks noChangeAspect="1"/>
          </p:cNvPicPr>
          <p:nvPr/>
        </p:nvPicPr>
        <p:blipFill>
          <a:blip r:embed="rId3"/>
          <a:srcRect l="33916" t="6975" r="54937" b="81420"/>
          <a:stretch/>
        </p:blipFill>
        <p:spPr>
          <a:xfrm>
            <a:off x="10465409" y="-2214"/>
            <a:ext cx="550212" cy="572785"/>
          </a:xfrm>
          <a:prstGeom prst="rect">
            <a:avLst/>
          </a:prstGeom>
        </p:spPr>
      </p:pic>
      <p:sp>
        <p:nvSpPr>
          <p:cNvPr id="3" name="CuadroTexto 2">
            <a:extLst>
              <a:ext uri="{FF2B5EF4-FFF2-40B4-BE49-F238E27FC236}">
                <a16:creationId xmlns:a16="http://schemas.microsoft.com/office/drawing/2014/main" id="{18170383-E6B7-F76E-ECF9-7C890A5382F1}"/>
              </a:ext>
            </a:extLst>
          </p:cNvPr>
          <p:cNvSpPr txBox="1"/>
          <p:nvPr/>
        </p:nvSpPr>
        <p:spPr>
          <a:xfrm>
            <a:off x="660401" y="521236"/>
            <a:ext cx="5588000" cy="5940088"/>
          </a:xfrm>
          <a:prstGeom prst="rect">
            <a:avLst/>
          </a:prstGeom>
          <a:noFill/>
        </p:spPr>
        <p:txBody>
          <a:bodyPr wrap="square">
            <a:spAutoFit/>
          </a:bodyPr>
          <a:lstStyle/>
          <a:p>
            <a:pPr algn="just"/>
            <a:r>
              <a:rPr lang="en-CA" sz="2000" b="1" dirty="0">
                <a:solidFill>
                  <a:srgbClr val="FCA701"/>
                </a:solidFill>
              </a:rPr>
              <a:t>Purpose</a:t>
            </a:r>
          </a:p>
          <a:p>
            <a:pPr marL="342900" indent="-342900" algn="just">
              <a:buFont typeface="Arial" panose="020B0604020202020204" pitchFamily="34" charset="0"/>
              <a:buChar char="•"/>
            </a:pPr>
            <a:r>
              <a:rPr lang="en-CA" sz="2000" dirty="0">
                <a:solidFill>
                  <a:schemeClr val="bg1"/>
                </a:solidFill>
              </a:rPr>
              <a:t>Is </a:t>
            </a:r>
            <a:r>
              <a:rPr lang="en-CA" sz="2000" b="1" dirty="0">
                <a:solidFill>
                  <a:schemeClr val="bg1"/>
                </a:solidFill>
              </a:rPr>
              <a:t>used</a:t>
            </a:r>
            <a:r>
              <a:rPr lang="en-CA" sz="2000" dirty="0">
                <a:solidFill>
                  <a:schemeClr val="bg1"/>
                </a:solidFill>
              </a:rPr>
              <a:t> to </a:t>
            </a:r>
            <a:r>
              <a:rPr lang="en-CA" sz="2000" b="1" dirty="0">
                <a:solidFill>
                  <a:schemeClr val="bg1"/>
                </a:solidFill>
              </a:rPr>
              <a:t>explore</a:t>
            </a:r>
            <a:r>
              <a:rPr lang="en-CA" sz="2000" dirty="0">
                <a:solidFill>
                  <a:schemeClr val="bg1"/>
                </a:solidFill>
              </a:rPr>
              <a:t> </a:t>
            </a:r>
            <a:r>
              <a:rPr lang="en-CA" sz="2000" b="1" dirty="0">
                <a:solidFill>
                  <a:schemeClr val="bg1"/>
                </a:solidFill>
              </a:rPr>
              <a:t>relationships</a:t>
            </a:r>
            <a:r>
              <a:rPr lang="en-CA" sz="2000" dirty="0">
                <a:solidFill>
                  <a:schemeClr val="bg1"/>
                </a:solidFill>
              </a:rPr>
              <a:t> </a:t>
            </a:r>
            <a:r>
              <a:rPr lang="en-CA" sz="2000" b="1" dirty="0">
                <a:solidFill>
                  <a:schemeClr val="bg1"/>
                </a:solidFill>
              </a:rPr>
              <a:t>between</a:t>
            </a:r>
            <a:r>
              <a:rPr lang="en-CA" sz="2000" dirty="0">
                <a:solidFill>
                  <a:schemeClr val="bg1"/>
                </a:solidFill>
              </a:rPr>
              <a:t> </a:t>
            </a:r>
            <a:r>
              <a:rPr lang="en-CA" sz="2000" b="1" dirty="0">
                <a:solidFill>
                  <a:schemeClr val="bg1"/>
                </a:solidFill>
              </a:rPr>
              <a:t>flight</a:t>
            </a:r>
            <a:r>
              <a:rPr lang="en-CA" sz="2000" dirty="0">
                <a:solidFill>
                  <a:schemeClr val="bg1"/>
                </a:solidFill>
              </a:rPr>
              <a:t> </a:t>
            </a:r>
            <a:r>
              <a:rPr lang="en-CA" sz="2000" b="1" dirty="0">
                <a:solidFill>
                  <a:schemeClr val="bg1"/>
                </a:solidFill>
              </a:rPr>
              <a:t>delays</a:t>
            </a:r>
            <a:r>
              <a:rPr lang="en-CA" sz="2000" dirty="0">
                <a:solidFill>
                  <a:schemeClr val="bg1"/>
                </a:solidFill>
              </a:rPr>
              <a:t> and </a:t>
            </a:r>
            <a:r>
              <a:rPr lang="en-CA" sz="2000" b="1" dirty="0">
                <a:solidFill>
                  <a:schemeClr val="bg1"/>
                </a:solidFill>
              </a:rPr>
              <a:t>weather</a:t>
            </a:r>
            <a:r>
              <a:rPr lang="en-CA" sz="2000" dirty="0">
                <a:solidFill>
                  <a:schemeClr val="bg1"/>
                </a:solidFill>
              </a:rPr>
              <a:t> </a:t>
            </a:r>
            <a:r>
              <a:rPr lang="en-CA" sz="2000" b="1" dirty="0">
                <a:solidFill>
                  <a:schemeClr val="bg1"/>
                </a:solidFill>
              </a:rPr>
              <a:t>conditions</a:t>
            </a:r>
            <a:r>
              <a:rPr lang="en-CA" sz="2000" dirty="0">
                <a:solidFill>
                  <a:schemeClr val="bg1"/>
                </a:solidFill>
              </a:rPr>
              <a:t> (</a:t>
            </a:r>
            <a:r>
              <a:rPr lang="en-CA" sz="2000" dirty="0">
                <a:solidFill>
                  <a:srgbClr val="FCA701"/>
                </a:solidFill>
              </a:rPr>
              <a:t>snowfall</a:t>
            </a:r>
            <a:r>
              <a:rPr lang="en-CA" sz="2000" dirty="0">
                <a:solidFill>
                  <a:schemeClr val="bg1"/>
                </a:solidFill>
              </a:rPr>
              <a:t>, </a:t>
            </a:r>
            <a:r>
              <a:rPr lang="en-CA" sz="2000" dirty="0">
                <a:solidFill>
                  <a:srgbClr val="FCA701"/>
                </a:solidFill>
              </a:rPr>
              <a:t>rain</a:t>
            </a:r>
            <a:r>
              <a:rPr lang="en-CA" sz="2000" dirty="0">
                <a:solidFill>
                  <a:schemeClr val="bg1"/>
                </a:solidFill>
              </a:rPr>
              <a:t>, </a:t>
            </a:r>
            <a:r>
              <a:rPr lang="en-CA" sz="2000" dirty="0">
                <a:solidFill>
                  <a:srgbClr val="FCA701"/>
                </a:solidFill>
              </a:rPr>
              <a:t>wind speed</a:t>
            </a:r>
            <a:r>
              <a:rPr lang="en-CA" sz="2000" dirty="0">
                <a:solidFill>
                  <a:schemeClr val="bg1"/>
                </a:solidFill>
              </a:rPr>
              <a:t>).</a:t>
            </a:r>
          </a:p>
          <a:p>
            <a:pPr marL="342900" indent="-342900" algn="just">
              <a:buFont typeface="Arial" panose="020B0604020202020204" pitchFamily="34" charset="0"/>
              <a:buChar char="•"/>
            </a:pPr>
            <a:r>
              <a:rPr lang="en-CA" sz="2000" dirty="0">
                <a:solidFill>
                  <a:schemeClr val="bg1"/>
                </a:solidFill>
              </a:rPr>
              <a:t>To </a:t>
            </a:r>
            <a:r>
              <a:rPr lang="en-CA" sz="2000" b="1" dirty="0">
                <a:solidFill>
                  <a:schemeClr val="bg1"/>
                </a:solidFill>
              </a:rPr>
              <a:t>visualize</a:t>
            </a:r>
            <a:r>
              <a:rPr lang="en-CA" sz="2000" dirty="0">
                <a:solidFill>
                  <a:schemeClr val="bg1"/>
                </a:solidFill>
              </a:rPr>
              <a:t> </a:t>
            </a:r>
            <a:r>
              <a:rPr lang="en-CA" sz="2000" b="1" dirty="0">
                <a:solidFill>
                  <a:schemeClr val="bg1"/>
                </a:solidFill>
              </a:rPr>
              <a:t>trends</a:t>
            </a:r>
            <a:r>
              <a:rPr lang="en-CA" sz="2000" dirty="0">
                <a:solidFill>
                  <a:schemeClr val="bg1"/>
                </a:solidFill>
              </a:rPr>
              <a:t> and </a:t>
            </a:r>
            <a:r>
              <a:rPr lang="en-CA" sz="2000" b="1" dirty="0">
                <a:solidFill>
                  <a:schemeClr val="bg1"/>
                </a:solidFill>
              </a:rPr>
              <a:t>dependencies</a:t>
            </a:r>
            <a:r>
              <a:rPr lang="en-CA" sz="2000" dirty="0">
                <a:solidFill>
                  <a:schemeClr val="bg1"/>
                </a:solidFill>
              </a:rPr>
              <a:t> </a:t>
            </a:r>
            <a:r>
              <a:rPr lang="en-CA" sz="2000" b="1" dirty="0">
                <a:solidFill>
                  <a:schemeClr val="bg1"/>
                </a:solidFill>
              </a:rPr>
              <a:t>between</a:t>
            </a:r>
            <a:r>
              <a:rPr lang="en-CA" sz="2000" dirty="0">
                <a:solidFill>
                  <a:schemeClr val="bg1"/>
                </a:solidFill>
              </a:rPr>
              <a:t> </a:t>
            </a:r>
            <a:r>
              <a:rPr lang="en-CA" sz="2000" b="1" dirty="0">
                <a:solidFill>
                  <a:schemeClr val="bg1"/>
                </a:solidFill>
              </a:rPr>
              <a:t>delay</a:t>
            </a:r>
            <a:r>
              <a:rPr lang="en-CA" sz="2000" dirty="0">
                <a:solidFill>
                  <a:schemeClr val="bg1"/>
                </a:solidFill>
              </a:rPr>
              <a:t> </a:t>
            </a:r>
            <a:r>
              <a:rPr lang="en-CA" sz="2000" b="1" dirty="0">
                <a:solidFill>
                  <a:schemeClr val="bg1"/>
                </a:solidFill>
              </a:rPr>
              <a:t>categories</a:t>
            </a:r>
            <a:r>
              <a:rPr lang="en-CA" sz="2000" dirty="0">
                <a:solidFill>
                  <a:schemeClr val="bg1"/>
                </a:solidFill>
              </a:rPr>
              <a:t> (e.g., "Long Delay") and specific weather conditions (e.g., "Heavy Snowfall").</a:t>
            </a:r>
          </a:p>
          <a:p>
            <a:pPr marL="342900" indent="-342900" algn="just">
              <a:buFont typeface="Arial" panose="020B0604020202020204" pitchFamily="34" charset="0"/>
              <a:buChar char="•"/>
            </a:pPr>
            <a:r>
              <a:rPr lang="en-CA" sz="2000" dirty="0">
                <a:solidFill>
                  <a:schemeClr val="bg1"/>
                </a:solidFill>
              </a:rPr>
              <a:t>To </a:t>
            </a:r>
            <a:r>
              <a:rPr lang="en-CA" sz="2000" b="1" dirty="0">
                <a:solidFill>
                  <a:schemeClr val="bg1"/>
                </a:solidFill>
              </a:rPr>
              <a:t>simplify</a:t>
            </a:r>
            <a:r>
              <a:rPr lang="en-CA" sz="2000" dirty="0">
                <a:solidFill>
                  <a:schemeClr val="bg1"/>
                </a:solidFill>
              </a:rPr>
              <a:t> and </a:t>
            </a:r>
            <a:r>
              <a:rPr lang="en-CA" sz="2000" b="1" dirty="0">
                <a:solidFill>
                  <a:schemeClr val="bg1"/>
                </a:solidFill>
              </a:rPr>
              <a:t>interpret</a:t>
            </a:r>
            <a:r>
              <a:rPr lang="en-CA" sz="2000" dirty="0">
                <a:solidFill>
                  <a:schemeClr val="bg1"/>
                </a:solidFill>
              </a:rPr>
              <a:t> </a:t>
            </a:r>
            <a:r>
              <a:rPr lang="en-CA" sz="2000" b="1" dirty="0">
                <a:solidFill>
                  <a:schemeClr val="bg1"/>
                </a:solidFill>
              </a:rPr>
              <a:t>patterns</a:t>
            </a:r>
            <a:r>
              <a:rPr lang="en-CA" sz="2000" dirty="0">
                <a:solidFill>
                  <a:schemeClr val="bg1"/>
                </a:solidFill>
              </a:rPr>
              <a:t> in </a:t>
            </a:r>
            <a:r>
              <a:rPr lang="en-CA" sz="2000" b="1" dirty="0">
                <a:solidFill>
                  <a:schemeClr val="bg1"/>
                </a:solidFill>
              </a:rPr>
              <a:t>complex</a:t>
            </a:r>
            <a:r>
              <a:rPr lang="en-CA" sz="2000" dirty="0">
                <a:solidFill>
                  <a:schemeClr val="bg1"/>
                </a:solidFill>
              </a:rPr>
              <a:t>, </a:t>
            </a:r>
            <a:r>
              <a:rPr lang="en-CA" sz="2000" b="1" dirty="0">
                <a:solidFill>
                  <a:schemeClr val="bg1"/>
                </a:solidFill>
              </a:rPr>
              <a:t>multidimensional</a:t>
            </a:r>
            <a:r>
              <a:rPr lang="en-CA" sz="2000" dirty="0">
                <a:solidFill>
                  <a:schemeClr val="bg1"/>
                </a:solidFill>
              </a:rPr>
              <a:t> </a:t>
            </a:r>
            <a:r>
              <a:rPr lang="en-CA" sz="2000" b="1" dirty="0">
                <a:solidFill>
                  <a:schemeClr val="bg1"/>
                </a:solidFill>
              </a:rPr>
              <a:t>data</a:t>
            </a:r>
            <a:r>
              <a:rPr lang="en-CA" sz="2000" dirty="0">
                <a:solidFill>
                  <a:schemeClr val="bg1"/>
                </a:solidFill>
              </a:rPr>
              <a:t>.</a:t>
            </a:r>
          </a:p>
          <a:p>
            <a:pPr marL="342900" indent="-342900" algn="just">
              <a:buFont typeface="Arial" panose="020B0604020202020204" pitchFamily="34" charset="0"/>
              <a:buChar char="•"/>
            </a:pPr>
            <a:endParaRPr lang="en-CA" sz="2000" dirty="0">
              <a:solidFill>
                <a:schemeClr val="bg1"/>
              </a:solidFill>
            </a:endParaRPr>
          </a:p>
          <a:p>
            <a:pPr algn="just"/>
            <a:r>
              <a:rPr lang="en-CA" sz="2000" b="1" dirty="0">
                <a:solidFill>
                  <a:srgbClr val="FCA701"/>
                </a:solidFill>
              </a:rPr>
              <a:t>Why convert numerical variables to categorical?</a:t>
            </a:r>
          </a:p>
          <a:p>
            <a:pPr marL="342900" indent="-342900" algn="just">
              <a:buFont typeface="Arial" panose="020B0604020202020204" pitchFamily="34" charset="0"/>
              <a:buChar char="•"/>
            </a:pPr>
            <a:r>
              <a:rPr lang="en-CA" sz="2000" b="1" dirty="0">
                <a:solidFill>
                  <a:schemeClr val="bg1"/>
                </a:solidFill>
              </a:rPr>
              <a:t>Interpretability</a:t>
            </a:r>
            <a:r>
              <a:rPr lang="en-CA" sz="2000" dirty="0">
                <a:solidFill>
                  <a:schemeClr val="bg1"/>
                </a:solidFill>
              </a:rPr>
              <a:t>: categories like "</a:t>
            </a:r>
            <a:r>
              <a:rPr lang="en-CA" sz="2000" b="1" dirty="0">
                <a:solidFill>
                  <a:schemeClr val="bg1"/>
                </a:solidFill>
              </a:rPr>
              <a:t>Heavy Snow</a:t>
            </a:r>
            <a:r>
              <a:rPr lang="en-CA" sz="2000" dirty="0">
                <a:solidFill>
                  <a:schemeClr val="bg1"/>
                </a:solidFill>
              </a:rPr>
              <a:t>" or "</a:t>
            </a:r>
            <a:r>
              <a:rPr lang="en-CA" sz="2000" b="1" dirty="0">
                <a:solidFill>
                  <a:schemeClr val="bg1"/>
                </a:solidFill>
              </a:rPr>
              <a:t>Very Windy</a:t>
            </a:r>
            <a:r>
              <a:rPr lang="en-CA" sz="2000" dirty="0">
                <a:solidFill>
                  <a:schemeClr val="bg1"/>
                </a:solidFill>
              </a:rPr>
              <a:t>" are </a:t>
            </a:r>
            <a:r>
              <a:rPr lang="en-CA" sz="2000" b="1" dirty="0">
                <a:solidFill>
                  <a:schemeClr val="bg1"/>
                </a:solidFill>
              </a:rPr>
              <a:t>easier</a:t>
            </a:r>
            <a:r>
              <a:rPr lang="en-CA" sz="2000" dirty="0">
                <a:solidFill>
                  <a:schemeClr val="bg1"/>
                </a:solidFill>
              </a:rPr>
              <a:t> to </a:t>
            </a:r>
            <a:r>
              <a:rPr lang="en-CA" sz="2000" b="1" dirty="0">
                <a:solidFill>
                  <a:schemeClr val="bg1"/>
                </a:solidFill>
              </a:rPr>
              <a:t>understand</a:t>
            </a:r>
            <a:r>
              <a:rPr lang="en-CA" sz="2000" dirty="0">
                <a:solidFill>
                  <a:schemeClr val="bg1"/>
                </a:solidFill>
              </a:rPr>
              <a:t> than </a:t>
            </a:r>
            <a:r>
              <a:rPr lang="en-CA" sz="2000" b="1" dirty="0">
                <a:solidFill>
                  <a:schemeClr val="bg1"/>
                </a:solidFill>
              </a:rPr>
              <a:t>raw</a:t>
            </a:r>
            <a:r>
              <a:rPr lang="en-CA" sz="2000" dirty="0">
                <a:solidFill>
                  <a:schemeClr val="bg1"/>
                </a:solidFill>
              </a:rPr>
              <a:t> </a:t>
            </a:r>
            <a:r>
              <a:rPr lang="en-CA" sz="2000" b="1" dirty="0">
                <a:solidFill>
                  <a:schemeClr val="bg1"/>
                </a:solidFill>
              </a:rPr>
              <a:t>numerical</a:t>
            </a:r>
            <a:r>
              <a:rPr lang="en-CA" sz="2000" dirty="0">
                <a:solidFill>
                  <a:schemeClr val="bg1"/>
                </a:solidFill>
              </a:rPr>
              <a:t> values.</a:t>
            </a:r>
          </a:p>
          <a:p>
            <a:pPr marL="342900" indent="-342900" algn="just">
              <a:buFont typeface="Arial" panose="020B0604020202020204" pitchFamily="34" charset="0"/>
              <a:buChar char="•"/>
            </a:pPr>
            <a:r>
              <a:rPr lang="en-CA" sz="2000" b="1" dirty="0">
                <a:solidFill>
                  <a:schemeClr val="bg1"/>
                </a:solidFill>
              </a:rPr>
              <a:t>Suitability for CA</a:t>
            </a:r>
            <a:r>
              <a:rPr lang="en-CA" sz="2000" dirty="0">
                <a:solidFill>
                  <a:schemeClr val="bg1"/>
                </a:solidFill>
              </a:rPr>
              <a:t>: requires </a:t>
            </a:r>
            <a:r>
              <a:rPr lang="en-CA" sz="2000" b="1" dirty="0">
                <a:solidFill>
                  <a:schemeClr val="bg1"/>
                </a:solidFill>
              </a:rPr>
              <a:t>categorical</a:t>
            </a:r>
            <a:r>
              <a:rPr lang="en-CA" sz="2000" dirty="0">
                <a:solidFill>
                  <a:schemeClr val="bg1"/>
                </a:solidFill>
              </a:rPr>
              <a:t> </a:t>
            </a:r>
            <a:r>
              <a:rPr lang="en-CA" sz="2000" b="1" dirty="0">
                <a:solidFill>
                  <a:schemeClr val="bg1"/>
                </a:solidFill>
              </a:rPr>
              <a:t>data</a:t>
            </a:r>
            <a:r>
              <a:rPr lang="en-CA" sz="2000" dirty="0">
                <a:solidFill>
                  <a:schemeClr val="bg1"/>
                </a:solidFill>
              </a:rPr>
              <a:t>.</a:t>
            </a:r>
          </a:p>
          <a:p>
            <a:pPr marL="342900" indent="-342900" algn="just">
              <a:buFont typeface="Arial" panose="020B0604020202020204" pitchFamily="34" charset="0"/>
              <a:buChar char="•"/>
            </a:pPr>
            <a:r>
              <a:rPr lang="en-CA" sz="2000" b="1" dirty="0">
                <a:solidFill>
                  <a:schemeClr val="bg1"/>
                </a:solidFill>
              </a:rPr>
              <a:t>Highlights</a:t>
            </a:r>
            <a:r>
              <a:rPr lang="en-CA" sz="2000" dirty="0">
                <a:solidFill>
                  <a:schemeClr val="bg1"/>
                </a:solidFill>
              </a:rPr>
              <a:t> </a:t>
            </a:r>
            <a:r>
              <a:rPr lang="en-CA" sz="2000" b="1" dirty="0">
                <a:solidFill>
                  <a:schemeClr val="bg1"/>
                </a:solidFill>
              </a:rPr>
              <a:t>meaningful</a:t>
            </a:r>
            <a:r>
              <a:rPr lang="en-CA" sz="2000" dirty="0">
                <a:solidFill>
                  <a:schemeClr val="bg1"/>
                </a:solidFill>
              </a:rPr>
              <a:t> </a:t>
            </a:r>
            <a:r>
              <a:rPr lang="en-CA" sz="2000" b="1" dirty="0">
                <a:solidFill>
                  <a:schemeClr val="bg1"/>
                </a:solidFill>
              </a:rPr>
              <a:t>thresholds</a:t>
            </a:r>
            <a:r>
              <a:rPr lang="en-CA" sz="2000" dirty="0">
                <a:solidFill>
                  <a:schemeClr val="bg1"/>
                </a:solidFill>
              </a:rPr>
              <a:t> (heavy snow increases delays) for stakeholders.</a:t>
            </a:r>
          </a:p>
        </p:txBody>
      </p:sp>
      <p:pic>
        <p:nvPicPr>
          <p:cNvPr id="10" name="Imagen 9">
            <a:extLst>
              <a:ext uri="{FF2B5EF4-FFF2-40B4-BE49-F238E27FC236}">
                <a16:creationId xmlns:a16="http://schemas.microsoft.com/office/drawing/2014/main" id="{ADB452D2-9930-6DFD-70B8-49081B9BBB6E}"/>
              </a:ext>
            </a:extLst>
          </p:cNvPr>
          <p:cNvPicPr>
            <a:picLocks noChangeAspect="1"/>
          </p:cNvPicPr>
          <p:nvPr/>
        </p:nvPicPr>
        <p:blipFill>
          <a:blip r:embed="rId3"/>
          <a:srcRect l="55117" t="6975" r="33736" b="81420"/>
          <a:stretch/>
        </p:blipFill>
        <p:spPr>
          <a:xfrm>
            <a:off x="9304275" y="-2214"/>
            <a:ext cx="550212" cy="572785"/>
          </a:xfrm>
          <a:prstGeom prst="rect">
            <a:avLst/>
          </a:prstGeom>
        </p:spPr>
      </p:pic>
      <p:sp>
        <p:nvSpPr>
          <p:cNvPr id="2" name="CuadroTexto 1">
            <a:extLst>
              <a:ext uri="{FF2B5EF4-FFF2-40B4-BE49-F238E27FC236}">
                <a16:creationId xmlns:a16="http://schemas.microsoft.com/office/drawing/2014/main" id="{0B6987D3-633B-C983-7E57-07C906437FF4}"/>
              </a:ext>
            </a:extLst>
          </p:cNvPr>
          <p:cNvSpPr txBox="1"/>
          <p:nvPr/>
        </p:nvSpPr>
        <p:spPr>
          <a:xfrm>
            <a:off x="6612522" y="545171"/>
            <a:ext cx="5156401" cy="1938992"/>
          </a:xfrm>
          <a:prstGeom prst="rect">
            <a:avLst/>
          </a:prstGeom>
          <a:noFill/>
        </p:spPr>
        <p:txBody>
          <a:bodyPr wrap="square">
            <a:spAutoFit/>
          </a:bodyPr>
          <a:lstStyle/>
          <a:p>
            <a:r>
              <a:rPr lang="en-CA" sz="2000" b="1" dirty="0">
                <a:solidFill>
                  <a:srgbClr val="FCA701"/>
                </a:solidFill>
              </a:rPr>
              <a:t>Importance</a:t>
            </a:r>
          </a:p>
          <a:p>
            <a:pPr marL="342900" indent="-342900" algn="just">
              <a:buFont typeface="Arial" panose="020B0604020202020204" pitchFamily="34" charset="0"/>
              <a:buChar char="•"/>
            </a:pPr>
            <a:r>
              <a:rPr lang="en-CA" sz="2000" dirty="0">
                <a:solidFill>
                  <a:schemeClr val="bg1"/>
                </a:solidFill>
              </a:rPr>
              <a:t>CA helps reveal actionable insights into how weather impacts flight delays, offering a visual and interpretable summary for decision-making and analysis.</a:t>
            </a:r>
          </a:p>
        </p:txBody>
      </p:sp>
      <p:pic>
        <p:nvPicPr>
          <p:cNvPr id="5122" name="Picture 2" descr="Royalty Free Airplane Takeoff Pictures, Images and Stock Photos - iStock">
            <a:extLst>
              <a:ext uri="{FF2B5EF4-FFF2-40B4-BE49-F238E27FC236}">
                <a16:creationId xmlns:a16="http://schemas.microsoft.com/office/drawing/2014/main" id="{4A4643A0-399E-72B8-00FC-F47C7A9343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16546" y="2653627"/>
            <a:ext cx="4148354" cy="4064673"/>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n 12">
            <a:extLst>
              <a:ext uri="{FF2B5EF4-FFF2-40B4-BE49-F238E27FC236}">
                <a16:creationId xmlns:a16="http://schemas.microsoft.com/office/drawing/2014/main" id="{B1CB15DF-E264-A4FE-F615-80123A12BD4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2312113" y="0"/>
            <a:ext cx="654340" cy="579561"/>
          </a:xfrm>
          <a:prstGeom prst="rect">
            <a:avLst/>
          </a:prstGeom>
        </p:spPr>
      </p:pic>
    </p:spTree>
    <p:extLst>
      <p:ext uri="{BB962C8B-B14F-4D97-AF65-F5344CB8AC3E}">
        <p14:creationId xmlns:p14="http://schemas.microsoft.com/office/powerpoint/2010/main" val="17898116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AC8A8-95F5-23DA-D13A-7A489011522D}"/>
            </a:ext>
          </a:extLst>
        </p:cNvPr>
        <p:cNvGrpSpPr/>
        <p:nvPr/>
      </p:nvGrpSpPr>
      <p:grpSpPr>
        <a:xfrm>
          <a:off x="0" y="0"/>
          <a:ext cx="0" cy="0"/>
          <a:chOff x="0" y="0"/>
          <a:chExt cx="0" cy="0"/>
        </a:xfrm>
      </p:grpSpPr>
      <p:pic>
        <p:nvPicPr>
          <p:cNvPr id="23" name="Imagen 22">
            <a:extLst>
              <a:ext uri="{FF2B5EF4-FFF2-40B4-BE49-F238E27FC236}">
                <a16:creationId xmlns:a16="http://schemas.microsoft.com/office/drawing/2014/main" id="{108DC0CC-5049-3F0F-A03F-CBF1048A690E}"/>
              </a:ext>
            </a:extLst>
          </p:cNvPr>
          <p:cNvPicPr>
            <a:picLocks noChangeAspect="1"/>
          </p:cNvPicPr>
          <p:nvPr/>
        </p:nvPicPr>
        <p:blipFill>
          <a:blip r:embed="rId3"/>
          <a:stretch>
            <a:fillRect/>
          </a:stretch>
        </p:blipFill>
        <p:spPr>
          <a:xfrm>
            <a:off x="4054406" y="1340427"/>
            <a:ext cx="7772400" cy="4680776"/>
          </a:xfrm>
          <a:prstGeom prst="rect">
            <a:avLst/>
          </a:prstGeom>
        </p:spPr>
      </p:pic>
      <p:sp>
        <p:nvSpPr>
          <p:cNvPr id="38" name="CuadroTexto 37">
            <a:extLst>
              <a:ext uri="{FF2B5EF4-FFF2-40B4-BE49-F238E27FC236}">
                <a16:creationId xmlns:a16="http://schemas.microsoft.com/office/drawing/2014/main" id="{926E1DD9-16E9-0E98-8706-DAF05F4203AB}"/>
              </a:ext>
            </a:extLst>
          </p:cNvPr>
          <p:cNvSpPr txBox="1"/>
          <p:nvPr/>
        </p:nvSpPr>
        <p:spPr>
          <a:xfrm>
            <a:off x="324893" y="1340216"/>
            <a:ext cx="3568234" cy="3847207"/>
          </a:xfrm>
          <a:prstGeom prst="rect">
            <a:avLst/>
          </a:prstGeom>
          <a:noFill/>
        </p:spPr>
        <p:txBody>
          <a:bodyPr wrap="square">
            <a:spAutoFit/>
          </a:bodyPr>
          <a:lstStyle/>
          <a:p>
            <a:r>
              <a:rPr lang="en-CA" sz="2400" b="1" dirty="0">
                <a:solidFill>
                  <a:srgbClr val="FCA701"/>
                </a:solidFill>
              </a:rPr>
              <a:t>Snowfall</a:t>
            </a:r>
            <a:endParaRPr lang="en-CA" sz="2000" b="1" dirty="0">
              <a:solidFill>
                <a:srgbClr val="FCA701"/>
              </a:solidFill>
            </a:endParaRPr>
          </a:p>
          <a:p>
            <a:endParaRPr lang="en-CA" sz="2000" dirty="0">
              <a:solidFill>
                <a:schemeClr val="bg1"/>
              </a:solidFill>
            </a:endParaRPr>
          </a:p>
          <a:p>
            <a:pPr marL="342900" indent="-342900" algn="just">
              <a:buFont typeface="Arial" panose="020B0604020202020204" pitchFamily="34" charset="0"/>
              <a:buChar char="•"/>
            </a:pPr>
            <a:r>
              <a:rPr lang="en-CA" sz="2000" dirty="0">
                <a:solidFill>
                  <a:srgbClr val="FCA701"/>
                </a:solidFill>
              </a:rPr>
              <a:t>Heavier snowfall </a:t>
            </a:r>
            <a:r>
              <a:rPr lang="en-CA" sz="2000" dirty="0">
                <a:solidFill>
                  <a:schemeClr val="bg1"/>
                </a:solidFill>
              </a:rPr>
              <a:t>has a higher association with </a:t>
            </a:r>
            <a:r>
              <a:rPr lang="en-CA" sz="2000" dirty="0">
                <a:solidFill>
                  <a:srgbClr val="FCA701"/>
                </a:solidFill>
              </a:rPr>
              <a:t>longer delays</a:t>
            </a:r>
            <a:r>
              <a:rPr lang="en-CA" sz="2000" dirty="0">
                <a:solidFill>
                  <a:schemeClr val="bg1"/>
                </a:solidFill>
              </a:rPr>
              <a:t>. </a:t>
            </a:r>
          </a:p>
          <a:p>
            <a:pPr marL="342900" indent="-342900" algn="just">
              <a:buFont typeface="Arial" panose="020B0604020202020204" pitchFamily="34" charset="0"/>
              <a:buChar char="•"/>
            </a:pPr>
            <a:endParaRPr lang="en-CA" sz="2000" dirty="0">
              <a:solidFill>
                <a:schemeClr val="bg1"/>
              </a:solidFill>
            </a:endParaRPr>
          </a:p>
          <a:p>
            <a:pPr marL="342900" indent="-342900" algn="just">
              <a:buFont typeface="Arial" panose="020B0604020202020204" pitchFamily="34" charset="0"/>
              <a:buChar char="•"/>
            </a:pPr>
            <a:r>
              <a:rPr lang="en-CA" sz="2000" dirty="0">
                <a:solidFill>
                  <a:schemeClr val="bg1"/>
                </a:solidFill>
              </a:rPr>
              <a:t>Most flights with </a:t>
            </a:r>
            <a:r>
              <a:rPr lang="en-CA" sz="2000" dirty="0">
                <a:solidFill>
                  <a:srgbClr val="FCA701"/>
                </a:solidFill>
              </a:rPr>
              <a:t>no delay </a:t>
            </a:r>
            <a:r>
              <a:rPr lang="en-CA" sz="2000" dirty="0">
                <a:solidFill>
                  <a:schemeClr val="bg1"/>
                </a:solidFill>
              </a:rPr>
              <a:t>experience </a:t>
            </a:r>
            <a:r>
              <a:rPr lang="en-CA" sz="2000" dirty="0">
                <a:solidFill>
                  <a:srgbClr val="FCA701"/>
                </a:solidFill>
              </a:rPr>
              <a:t>no snowfall</a:t>
            </a:r>
            <a:r>
              <a:rPr lang="en-CA" sz="2000" dirty="0">
                <a:solidFill>
                  <a:schemeClr val="bg1"/>
                </a:solidFill>
              </a:rPr>
              <a:t>, but long delays and very long delays increase when snowfall increased from Moderate to Heavy.</a:t>
            </a:r>
            <a:endParaRPr lang="en-CA" sz="2000" dirty="0"/>
          </a:p>
        </p:txBody>
      </p:sp>
      <p:pic>
        <p:nvPicPr>
          <p:cNvPr id="2" name="Imagen 1">
            <a:extLst>
              <a:ext uri="{FF2B5EF4-FFF2-40B4-BE49-F238E27FC236}">
                <a16:creationId xmlns:a16="http://schemas.microsoft.com/office/drawing/2014/main" id="{A18D3295-BF27-BCB0-44D0-67989434019B}"/>
              </a:ext>
            </a:extLst>
          </p:cNvPr>
          <p:cNvPicPr>
            <a:picLocks noChangeAspect="1"/>
          </p:cNvPicPr>
          <p:nvPr/>
        </p:nvPicPr>
        <p:blipFill>
          <a:blip r:embed="rId4"/>
          <a:srcRect l="55103" t="34951" r="33750" b="53444"/>
          <a:stretch/>
        </p:blipFill>
        <p:spPr>
          <a:xfrm>
            <a:off x="6401440" y="-2214"/>
            <a:ext cx="550212" cy="572785"/>
          </a:xfrm>
          <a:prstGeom prst="rect">
            <a:avLst/>
          </a:prstGeom>
        </p:spPr>
      </p:pic>
      <p:pic>
        <p:nvPicPr>
          <p:cNvPr id="3" name="Imagen 2">
            <a:extLst>
              <a:ext uri="{FF2B5EF4-FFF2-40B4-BE49-F238E27FC236}">
                <a16:creationId xmlns:a16="http://schemas.microsoft.com/office/drawing/2014/main" id="{951A4F0E-7BB4-0D42-3CE8-1C8B614B1E03}"/>
              </a:ext>
            </a:extLst>
          </p:cNvPr>
          <p:cNvPicPr>
            <a:picLocks noChangeAspect="1"/>
          </p:cNvPicPr>
          <p:nvPr/>
        </p:nvPicPr>
        <p:blipFill>
          <a:blip r:embed="rId4"/>
          <a:srcRect l="23536" t="34892" r="65317" b="53503"/>
          <a:stretch/>
        </p:blipFill>
        <p:spPr>
          <a:xfrm>
            <a:off x="6982007" y="-2214"/>
            <a:ext cx="550212" cy="572785"/>
          </a:xfrm>
          <a:prstGeom prst="rect">
            <a:avLst/>
          </a:prstGeom>
        </p:spPr>
      </p:pic>
      <p:pic>
        <p:nvPicPr>
          <p:cNvPr id="4" name="Imagen 3">
            <a:extLst>
              <a:ext uri="{FF2B5EF4-FFF2-40B4-BE49-F238E27FC236}">
                <a16:creationId xmlns:a16="http://schemas.microsoft.com/office/drawing/2014/main" id="{6E373326-B0AA-47A7-364C-D6FDE2E889C5}"/>
              </a:ext>
            </a:extLst>
          </p:cNvPr>
          <p:cNvPicPr>
            <a:picLocks noChangeAspect="1"/>
          </p:cNvPicPr>
          <p:nvPr/>
        </p:nvPicPr>
        <p:blipFill>
          <a:blip r:embed="rId4"/>
          <a:srcRect l="44479" t="34951" r="44374" b="53444"/>
          <a:stretch/>
        </p:blipFill>
        <p:spPr>
          <a:xfrm>
            <a:off x="4659739" y="-2214"/>
            <a:ext cx="550212" cy="572785"/>
          </a:xfrm>
          <a:prstGeom prst="rect">
            <a:avLst/>
          </a:prstGeom>
        </p:spPr>
      </p:pic>
      <p:pic>
        <p:nvPicPr>
          <p:cNvPr id="5" name="Imagen 4">
            <a:extLst>
              <a:ext uri="{FF2B5EF4-FFF2-40B4-BE49-F238E27FC236}">
                <a16:creationId xmlns:a16="http://schemas.microsoft.com/office/drawing/2014/main" id="{DE6B3F42-21E9-F885-C406-3C125C27C1DB}"/>
              </a:ext>
            </a:extLst>
          </p:cNvPr>
          <p:cNvPicPr>
            <a:picLocks noChangeAspect="1"/>
          </p:cNvPicPr>
          <p:nvPr/>
        </p:nvPicPr>
        <p:blipFill>
          <a:blip r:embed="rId4"/>
          <a:srcRect l="55117" t="6975" r="33736" b="81420"/>
          <a:stretch/>
        </p:blipFill>
        <p:spPr>
          <a:xfrm>
            <a:off x="5820873" y="-2214"/>
            <a:ext cx="550212" cy="572785"/>
          </a:xfrm>
          <a:prstGeom prst="rect">
            <a:avLst/>
          </a:prstGeom>
        </p:spPr>
      </p:pic>
      <p:pic>
        <p:nvPicPr>
          <p:cNvPr id="6" name="Imagen 5">
            <a:extLst>
              <a:ext uri="{FF2B5EF4-FFF2-40B4-BE49-F238E27FC236}">
                <a16:creationId xmlns:a16="http://schemas.microsoft.com/office/drawing/2014/main" id="{639DBD05-7383-44D1-DEC0-37DB6E7E7133}"/>
              </a:ext>
            </a:extLst>
          </p:cNvPr>
          <p:cNvPicPr>
            <a:picLocks noChangeAspect="1"/>
          </p:cNvPicPr>
          <p:nvPr/>
        </p:nvPicPr>
        <p:blipFill>
          <a:blip r:embed="rId4"/>
          <a:srcRect l="33916" t="6975" r="54937" b="81420"/>
          <a:stretch/>
        </p:blipFill>
        <p:spPr>
          <a:xfrm>
            <a:off x="3498605" y="-2214"/>
            <a:ext cx="550212" cy="572785"/>
          </a:xfrm>
          <a:prstGeom prst="rect">
            <a:avLst/>
          </a:prstGeom>
        </p:spPr>
      </p:pic>
      <p:pic>
        <p:nvPicPr>
          <p:cNvPr id="7" name="Imagen 6">
            <a:extLst>
              <a:ext uri="{FF2B5EF4-FFF2-40B4-BE49-F238E27FC236}">
                <a16:creationId xmlns:a16="http://schemas.microsoft.com/office/drawing/2014/main" id="{25746B23-E8AA-DC1C-D0CB-B3C3F7483C49}"/>
              </a:ext>
            </a:extLst>
          </p:cNvPr>
          <p:cNvPicPr>
            <a:picLocks noChangeAspect="1"/>
          </p:cNvPicPr>
          <p:nvPr/>
        </p:nvPicPr>
        <p:blipFill>
          <a:blip r:embed="rId4"/>
          <a:srcRect l="44516" t="6975" r="44337" b="81420"/>
          <a:stretch/>
        </p:blipFill>
        <p:spPr>
          <a:xfrm>
            <a:off x="8723708" y="-2214"/>
            <a:ext cx="550212" cy="572785"/>
          </a:xfrm>
          <a:prstGeom prst="rect">
            <a:avLst/>
          </a:prstGeom>
        </p:spPr>
      </p:pic>
      <p:pic>
        <p:nvPicPr>
          <p:cNvPr id="8" name="Imagen 7">
            <a:extLst>
              <a:ext uri="{FF2B5EF4-FFF2-40B4-BE49-F238E27FC236}">
                <a16:creationId xmlns:a16="http://schemas.microsoft.com/office/drawing/2014/main" id="{21BBCB76-04F5-2CF1-05F2-DDA05E82AC37}"/>
              </a:ext>
            </a:extLst>
          </p:cNvPr>
          <p:cNvPicPr>
            <a:picLocks noChangeAspect="1"/>
          </p:cNvPicPr>
          <p:nvPr/>
        </p:nvPicPr>
        <p:blipFill>
          <a:blip r:embed="rId4"/>
          <a:srcRect l="55117" t="6975" r="33736" b="81420"/>
          <a:stretch/>
        </p:blipFill>
        <p:spPr>
          <a:xfrm>
            <a:off x="11045976" y="-2214"/>
            <a:ext cx="550212" cy="572785"/>
          </a:xfrm>
          <a:prstGeom prst="rect">
            <a:avLst/>
          </a:prstGeom>
        </p:spPr>
      </p:pic>
      <p:pic>
        <p:nvPicPr>
          <p:cNvPr id="9" name="Imagen 8">
            <a:extLst>
              <a:ext uri="{FF2B5EF4-FFF2-40B4-BE49-F238E27FC236}">
                <a16:creationId xmlns:a16="http://schemas.microsoft.com/office/drawing/2014/main" id="{633A5264-2496-81CB-8022-2F5BEF4D87D7}"/>
              </a:ext>
            </a:extLst>
          </p:cNvPr>
          <p:cNvPicPr>
            <a:picLocks noChangeAspect="1"/>
          </p:cNvPicPr>
          <p:nvPr/>
        </p:nvPicPr>
        <p:blipFill>
          <a:blip r:embed="rId4"/>
          <a:srcRect l="76281" t="21082" r="12572" b="67313"/>
          <a:stretch/>
        </p:blipFill>
        <p:spPr>
          <a:xfrm>
            <a:off x="8143141" y="-2214"/>
            <a:ext cx="550212" cy="572785"/>
          </a:xfrm>
          <a:prstGeom prst="rect">
            <a:avLst/>
          </a:prstGeom>
        </p:spPr>
      </p:pic>
      <p:pic>
        <p:nvPicPr>
          <p:cNvPr id="10" name="Imagen 9">
            <a:extLst>
              <a:ext uri="{FF2B5EF4-FFF2-40B4-BE49-F238E27FC236}">
                <a16:creationId xmlns:a16="http://schemas.microsoft.com/office/drawing/2014/main" id="{7FB6C57F-B14E-B570-8267-E2F731DFA522}"/>
              </a:ext>
            </a:extLst>
          </p:cNvPr>
          <p:cNvPicPr>
            <a:picLocks noChangeAspect="1"/>
          </p:cNvPicPr>
          <p:nvPr/>
        </p:nvPicPr>
        <p:blipFill>
          <a:blip r:embed="rId4"/>
          <a:srcRect l="12624" t="34906" r="76229" b="53489"/>
          <a:stretch/>
        </p:blipFill>
        <p:spPr>
          <a:xfrm>
            <a:off x="4079172" y="-2214"/>
            <a:ext cx="550212" cy="572785"/>
          </a:xfrm>
          <a:prstGeom prst="rect">
            <a:avLst/>
          </a:prstGeom>
        </p:spPr>
      </p:pic>
      <p:pic>
        <p:nvPicPr>
          <p:cNvPr id="11" name="Imagen 10">
            <a:extLst>
              <a:ext uri="{FF2B5EF4-FFF2-40B4-BE49-F238E27FC236}">
                <a16:creationId xmlns:a16="http://schemas.microsoft.com/office/drawing/2014/main" id="{B615638E-0009-DA62-C44D-8C5652F49033}"/>
              </a:ext>
            </a:extLst>
          </p:cNvPr>
          <p:cNvPicPr>
            <a:picLocks noChangeAspect="1"/>
          </p:cNvPicPr>
          <p:nvPr/>
        </p:nvPicPr>
        <p:blipFill>
          <a:blip r:embed="rId4"/>
          <a:srcRect l="44479" t="34951" r="44374" b="53444"/>
          <a:stretch/>
        </p:blipFill>
        <p:spPr>
          <a:xfrm>
            <a:off x="5240306" y="-2214"/>
            <a:ext cx="550212" cy="572785"/>
          </a:xfrm>
          <a:prstGeom prst="rect">
            <a:avLst/>
          </a:prstGeom>
        </p:spPr>
      </p:pic>
      <p:pic>
        <p:nvPicPr>
          <p:cNvPr id="13" name="Imagen 12">
            <a:extLst>
              <a:ext uri="{FF2B5EF4-FFF2-40B4-BE49-F238E27FC236}">
                <a16:creationId xmlns:a16="http://schemas.microsoft.com/office/drawing/2014/main" id="{C3F125DD-7FE7-6E6E-C236-A3102BC843E7}"/>
              </a:ext>
            </a:extLst>
          </p:cNvPr>
          <p:cNvPicPr>
            <a:picLocks noChangeAspect="1"/>
          </p:cNvPicPr>
          <p:nvPr/>
        </p:nvPicPr>
        <p:blipFill>
          <a:blip r:embed="rId4"/>
          <a:srcRect l="12624" t="34906" r="76229" b="53489"/>
          <a:stretch/>
        </p:blipFill>
        <p:spPr>
          <a:xfrm>
            <a:off x="7562574" y="-2214"/>
            <a:ext cx="550212" cy="572785"/>
          </a:xfrm>
          <a:prstGeom prst="rect">
            <a:avLst/>
          </a:prstGeom>
        </p:spPr>
      </p:pic>
      <p:pic>
        <p:nvPicPr>
          <p:cNvPr id="14" name="Imagen 13">
            <a:extLst>
              <a:ext uri="{FF2B5EF4-FFF2-40B4-BE49-F238E27FC236}">
                <a16:creationId xmlns:a16="http://schemas.microsoft.com/office/drawing/2014/main" id="{C6381BDC-ACE5-21EB-BD16-B49DB62A16E0}"/>
              </a:ext>
            </a:extLst>
          </p:cNvPr>
          <p:cNvPicPr>
            <a:picLocks noChangeAspect="1"/>
          </p:cNvPicPr>
          <p:nvPr/>
        </p:nvPicPr>
        <p:blipFill>
          <a:blip r:embed="rId4"/>
          <a:srcRect l="76281" t="21082" r="12572" b="67313"/>
          <a:stretch/>
        </p:blipFill>
        <p:spPr>
          <a:xfrm>
            <a:off x="9884842" y="-2214"/>
            <a:ext cx="550212" cy="572785"/>
          </a:xfrm>
          <a:prstGeom prst="rect">
            <a:avLst/>
          </a:prstGeom>
        </p:spPr>
      </p:pic>
      <p:pic>
        <p:nvPicPr>
          <p:cNvPr id="15" name="Imagen 14">
            <a:extLst>
              <a:ext uri="{FF2B5EF4-FFF2-40B4-BE49-F238E27FC236}">
                <a16:creationId xmlns:a16="http://schemas.microsoft.com/office/drawing/2014/main" id="{6F784E94-62BB-A9C2-9A20-BD8E26CDDBE4}"/>
              </a:ext>
            </a:extLst>
          </p:cNvPr>
          <p:cNvPicPr>
            <a:picLocks noChangeAspect="1"/>
          </p:cNvPicPr>
          <p:nvPr/>
        </p:nvPicPr>
        <p:blipFill>
          <a:blip r:embed="rId4"/>
          <a:srcRect l="33916" t="6975" r="54937" b="81420"/>
          <a:stretch/>
        </p:blipFill>
        <p:spPr>
          <a:xfrm>
            <a:off x="10465409" y="-2214"/>
            <a:ext cx="550212" cy="572785"/>
          </a:xfrm>
          <a:prstGeom prst="rect">
            <a:avLst/>
          </a:prstGeom>
        </p:spPr>
      </p:pic>
      <p:pic>
        <p:nvPicPr>
          <p:cNvPr id="16" name="Imagen 15">
            <a:extLst>
              <a:ext uri="{FF2B5EF4-FFF2-40B4-BE49-F238E27FC236}">
                <a16:creationId xmlns:a16="http://schemas.microsoft.com/office/drawing/2014/main" id="{1CF69EC2-3DE0-FB89-BF68-56CCE2BA0B1D}"/>
              </a:ext>
            </a:extLst>
          </p:cNvPr>
          <p:cNvPicPr>
            <a:picLocks noChangeAspect="1"/>
          </p:cNvPicPr>
          <p:nvPr/>
        </p:nvPicPr>
        <p:blipFill>
          <a:blip r:embed="rId4"/>
          <a:srcRect l="55117" t="6975" r="33736" b="81420"/>
          <a:stretch/>
        </p:blipFill>
        <p:spPr>
          <a:xfrm>
            <a:off x="9304275" y="-2214"/>
            <a:ext cx="550212" cy="572785"/>
          </a:xfrm>
          <a:prstGeom prst="rect">
            <a:avLst/>
          </a:prstGeom>
        </p:spPr>
      </p:pic>
      <p:pic>
        <p:nvPicPr>
          <p:cNvPr id="17" name="Imagen 16">
            <a:extLst>
              <a:ext uri="{FF2B5EF4-FFF2-40B4-BE49-F238E27FC236}">
                <a16:creationId xmlns:a16="http://schemas.microsoft.com/office/drawing/2014/main" id="{C7BF2108-5BC8-6525-0A56-4B768EF74C4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2312113" y="0"/>
            <a:ext cx="654340" cy="579561"/>
          </a:xfrm>
          <a:prstGeom prst="rect">
            <a:avLst/>
          </a:prstGeom>
        </p:spPr>
      </p:pic>
    </p:spTree>
    <p:extLst>
      <p:ext uri="{BB962C8B-B14F-4D97-AF65-F5344CB8AC3E}">
        <p14:creationId xmlns:p14="http://schemas.microsoft.com/office/powerpoint/2010/main" val="12153104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D0B89-0792-0D24-DDFC-E79ACD43FEF4}"/>
            </a:ext>
          </a:extLst>
        </p:cNvPr>
        <p:cNvGrpSpPr/>
        <p:nvPr/>
      </p:nvGrpSpPr>
      <p:grpSpPr>
        <a:xfrm>
          <a:off x="0" y="0"/>
          <a:ext cx="0" cy="0"/>
          <a:chOff x="0" y="0"/>
          <a:chExt cx="0" cy="0"/>
        </a:xfrm>
      </p:grpSpPr>
      <p:pic>
        <p:nvPicPr>
          <p:cNvPr id="34" name="Imagen 33">
            <a:extLst>
              <a:ext uri="{FF2B5EF4-FFF2-40B4-BE49-F238E27FC236}">
                <a16:creationId xmlns:a16="http://schemas.microsoft.com/office/drawing/2014/main" id="{BCC31AEF-0B63-0E48-4C74-1A0339236029}"/>
              </a:ext>
            </a:extLst>
          </p:cNvPr>
          <p:cNvPicPr>
            <a:picLocks noChangeAspect="1"/>
          </p:cNvPicPr>
          <p:nvPr/>
        </p:nvPicPr>
        <p:blipFill>
          <a:blip r:embed="rId3"/>
          <a:stretch>
            <a:fillRect/>
          </a:stretch>
        </p:blipFill>
        <p:spPr>
          <a:xfrm>
            <a:off x="4144417" y="1301173"/>
            <a:ext cx="7772400" cy="4736910"/>
          </a:xfrm>
          <a:prstGeom prst="rect">
            <a:avLst/>
          </a:prstGeom>
        </p:spPr>
      </p:pic>
      <p:sp>
        <p:nvSpPr>
          <p:cNvPr id="10" name="CuadroTexto 9">
            <a:extLst>
              <a:ext uri="{FF2B5EF4-FFF2-40B4-BE49-F238E27FC236}">
                <a16:creationId xmlns:a16="http://schemas.microsoft.com/office/drawing/2014/main" id="{EB3C3B42-9828-C388-D2DC-07C4A2592307}"/>
              </a:ext>
            </a:extLst>
          </p:cNvPr>
          <p:cNvSpPr txBox="1"/>
          <p:nvPr/>
        </p:nvSpPr>
        <p:spPr>
          <a:xfrm>
            <a:off x="324893" y="1340216"/>
            <a:ext cx="3568234" cy="3508653"/>
          </a:xfrm>
          <a:prstGeom prst="rect">
            <a:avLst/>
          </a:prstGeom>
          <a:noFill/>
        </p:spPr>
        <p:txBody>
          <a:bodyPr wrap="square">
            <a:spAutoFit/>
          </a:bodyPr>
          <a:lstStyle/>
          <a:p>
            <a:r>
              <a:rPr lang="en-CA" sz="2400" b="1" dirty="0">
                <a:solidFill>
                  <a:srgbClr val="FCA701"/>
                </a:solidFill>
              </a:rPr>
              <a:t>Rain</a:t>
            </a:r>
            <a:endParaRPr lang="en-CA" sz="1800" b="1" dirty="0">
              <a:solidFill>
                <a:srgbClr val="FCA701"/>
              </a:solidFill>
            </a:endParaRPr>
          </a:p>
          <a:p>
            <a:endParaRPr lang="en-CA" dirty="0">
              <a:solidFill>
                <a:schemeClr val="bg1"/>
              </a:solidFill>
            </a:endParaRPr>
          </a:p>
          <a:p>
            <a:pPr marL="342900" indent="-342900" algn="just">
              <a:buFont typeface="Arial" panose="020B0604020202020204" pitchFamily="34" charset="0"/>
              <a:buChar char="•"/>
            </a:pPr>
            <a:r>
              <a:rPr lang="en-CA" sz="2000" b="1" dirty="0">
                <a:solidFill>
                  <a:srgbClr val="FCA701"/>
                </a:solidFill>
              </a:rPr>
              <a:t>Light</a:t>
            </a:r>
            <a:r>
              <a:rPr lang="en-CA" sz="2000" dirty="0">
                <a:solidFill>
                  <a:srgbClr val="FCA701"/>
                </a:solidFill>
              </a:rPr>
              <a:t> </a:t>
            </a:r>
            <a:r>
              <a:rPr lang="en-CA" sz="2000" b="1" dirty="0">
                <a:solidFill>
                  <a:srgbClr val="FCA701"/>
                </a:solidFill>
              </a:rPr>
              <a:t>rain</a:t>
            </a:r>
            <a:r>
              <a:rPr lang="en-CA" sz="2000" dirty="0">
                <a:solidFill>
                  <a:srgbClr val="FCA701"/>
                </a:solidFill>
              </a:rPr>
              <a:t> </a:t>
            </a:r>
            <a:r>
              <a:rPr lang="en-CA" sz="2000" dirty="0">
                <a:solidFill>
                  <a:schemeClr val="bg1"/>
                </a:solidFill>
              </a:rPr>
              <a:t>and </a:t>
            </a:r>
            <a:r>
              <a:rPr lang="en-CA" sz="2000" b="1" dirty="0">
                <a:solidFill>
                  <a:srgbClr val="FCA701"/>
                </a:solidFill>
              </a:rPr>
              <a:t>moderate</a:t>
            </a:r>
            <a:r>
              <a:rPr lang="en-CA" sz="2000" dirty="0">
                <a:solidFill>
                  <a:srgbClr val="FCA701"/>
                </a:solidFill>
              </a:rPr>
              <a:t> </a:t>
            </a:r>
            <a:r>
              <a:rPr lang="en-CA" sz="2000" b="1" dirty="0">
                <a:solidFill>
                  <a:srgbClr val="FCA701"/>
                </a:solidFill>
              </a:rPr>
              <a:t>rain</a:t>
            </a:r>
            <a:r>
              <a:rPr lang="en-CA" sz="2000" dirty="0">
                <a:solidFill>
                  <a:srgbClr val="FCA701"/>
                </a:solidFill>
              </a:rPr>
              <a:t> </a:t>
            </a:r>
            <a:r>
              <a:rPr lang="en-CA" sz="2000" dirty="0">
                <a:solidFill>
                  <a:schemeClr val="bg1"/>
                </a:solidFill>
              </a:rPr>
              <a:t>have association with delays, </a:t>
            </a:r>
            <a:r>
              <a:rPr lang="en-CA" sz="2000" b="1" dirty="0">
                <a:solidFill>
                  <a:schemeClr val="bg1"/>
                </a:solidFill>
              </a:rPr>
              <a:t>although</a:t>
            </a:r>
            <a:r>
              <a:rPr lang="en-CA" sz="2000" dirty="0">
                <a:solidFill>
                  <a:schemeClr val="bg1"/>
                </a:solidFill>
              </a:rPr>
              <a:t> the </a:t>
            </a:r>
            <a:r>
              <a:rPr lang="en-CA" sz="2000" b="1" dirty="0">
                <a:solidFill>
                  <a:schemeClr val="bg1"/>
                </a:solidFill>
              </a:rPr>
              <a:t>effect</a:t>
            </a:r>
            <a:r>
              <a:rPr lang="en-CA" sz="2000" dirty="0">
                <a:solidFill>
                  <a:schemeClr val="bg1"/>
                </a:solidFill>
              </a:rPr>
              <a:t> is </a:t>
            </a:r>
            <a:r>
              <a:rPr lang="en-CA" sz="2000" b="1" dirty="0">
                <a:solidFill>
                  <a:schemeClr val="bg1"/>
                </a:solidFill>
              </a:rPr>
              <a:t>less</a:t>
            </a:r>
            <a:r>
              <a:rPr lang="en-CA" sz="2000" dirty="0">
                <a:solidFill>
                  <a:schemeClr val="bg1"/>
                </a:solidFill>
              </a:rPr>
              <a:t> </a:t>
            </a:r>
            <a:r>
              <a:rPr lang="en-CA" sz="2000" b="1" dirty="0">
                <a:solidFill>
                  <a:schemeClr val="bg1"/>
                </a:solidFill>
              </a:rPr>
              <a:t>pronounced</a:t>
            </a:r>
            <a:r>
              <a:rPr lang="en-CA" sz="2000" dirty="0">
                <a:solidFill>
                  <a:schemeClr val="bg1"/>
                </a:solidFill>
              </a:rPr>
              <a:t> than </a:t>
            </a:r>
            <a:r>
              <a:rPr lang="en-CA" sz="2000" b="1" dirty="0">
                <a:solidFill>
                  <a:srgbClr val="FCA701"/>
                </a:solidFill>
              </a:rPr>
              <a:t>snowfall</a:t>
            </a:r>
            <a:r>
              <a:rPr lang="en-CA" sz="2000" dirty="0">
                <a:solidFill>
                  <a:schemeClr val="bg1"/>
                </a:solidFill>
              </a:rPr>
              <a:t>.</a:t>
            </a:r>
          </a:p>
          <a:p>
            <a:pPr marL="342900" indent="-342900" algn="just">
              <a:buFont typeface="Arial" panose="020B0604020202020204" pitchFamily="34" charset="0"/>
              <a:buChar char="•"/>
            </a:pPr>
            <a:r>
              <a:rPr lang="en-CA" sz="2000" dirty="0">
                <a:solidFill>
                  <a:schemeClr val="bg1"/>
                </a:solidFill>
              </a:rPr>
              <a:t>One example is that </a:t>
            </a:r>
            <a:r>
              <a:rPr lang="en-CA" sz="2000" b="1" dirty="0">
                <a:solidFill>
                  <a:srgbClr val="FCA701"/>
                </a:solidFill>
              </a:rPr>
              <a:t>long</a:t>
            </a:r>
            <a:r>
              <a:rPr lang="en-CA" sz="2000" dirty="0">
                <a:solidFill>
                  <a:srgbClr val="FCA701"/>
                </a:solidFill>
              </a:rPr>
              <a:t> </a:t>
            </a:r>
            <a:r>
              <a:rPr lang="en-CA" sz="2000" b="1" dirty="0">
                <a:solidFill>
                  <a:srgbClr val="FCA701"/>
                </a:solidFill>
              </a:rPr>
              <a:t>delays</a:t>
            </a:r>
            <a:r>
              <a:rPr lang="en-CA" sz="2000" dirty="0">
                <a:solidFill>
                  <a:schemeClr val="bg1"/>
                </a:solidFill>
              </a:rPr>
              <a:t> are most frequent in </a:t>
            </a:r>
            <a:r>
              <a:rPr lang="en-CA" sz="2000" b="1" dirty="0">
                <a:solidFill>
                  <a:srgbClr val="FCA701"/>
                </a:solidFill>
              </a:rPr>
              <a:t>light rain </a:t>
            </a:r>
            <a:r>
              <a:rPr lang="en-CA" sz="2000" dirty="0">
                <a:solidFill>
                  <a:schemeClr val="bg1"/>
                </a:solidFill>
              </a:rPr>
              <a:t>conditions, rather than </a:t>
            </a:r>
            <a:r>
              <a:rPr lang="en-CA" sz="2000" b="1" dirty="0">
                <a:solidFill>
                  <a:srgbClr val="FCA701"/>
                </a:solidFill>
              </a:rPr>
              <a:t>moderate</a:t>
            </a:r>
            <a:r>
              <a:rPr lang="en-CA" sz="2000" dirty="0">
                <a:solidFill>
                  <a:schemeClr val="bg1"/>
                </a:solidFill>
              </a:rPr>
              <a:t> or </a:t>
            </a:r>
            <a:r>
              <a:rPr lang="en-CA" sz="2000" b="1" dirty="0">
                <a:solidFill>
                  <a:srgbClr val="FCA701"/>
                </a:solidFill>
              </a:rPr>
              <a:t>heavy</a:t>
            </a:r>
            <a:r>
              <a:rPr lang="en-CA" sz="2000" dirty="0">
                <a:solidFill>
                  <a:schemeClr val="bg1"/>
                </a:solidFill>
              </a:rPr>
              <a:t>.</a:t>
            </a:r>
            <a:endParaRPr lang="en-CA" sz="2000" dirty="0"/>
          </a:p>
        </p:txBody>
      </p:sp>
      <p:pic>
        <p:nvPicPr>
          <p:cNvPr id="2" name="Imagen 1">
            <a:extLst>
              <a:ext uri="{FF2B5EF4-FFF2-40B4-BE49-F238E27FC236}">
                <a16:creationId xmlns:a16="http://schemas.microsoft.com/office/drawing/2014/main" id="{9126B588-3AB0-492D-D6A7-3980F742284D}"/>
              </a:ext>
            </a:extLst>
          </p:cNvPr>
          <p:cNvPicPr>
            <a:picLocks noChangeAspect="1"/>
          </p:cNvPicPr>
          <p:nvPr/>
        </p:nvPicPr>
        <p:blipFill>
          <a:blip r:embed="rId4"/>
          <a:srcRect l="55103" t="34951" r="33750" b="53444"/>
          <a:stretch/>
        </p:blipFill>
        <p:spPr>
          <a:xfrm>
            <a:off x="6401440" y="-2214"/>
            <a:ext cx="550212" cy="572785"/>
          </a:xfrm>
          <a:prstGeom prst="rect">
            <a:avLst/>
          </a:prstGeom>
        </p:spPr>
      </p:pic>
      <p:pic>
        <p:nvPicPr>
          <p:cNvPr id="3" name="Imagen 2">
            <a:extLst>
              <a:ext uri="{FF2B5EF4-FFF2-40B4-BE49-F238E27FC236}">
                <a16:creationId xmlns:a16="http://schemas.microsoft.com/office/drawing/2014/main" id="{57DEE16C-7CA6-B615-B0F5-3BA4D3FA261D}"/>
              </a:ext>
            </a:extLst>
          </p:cNvPr>
          <p:cNvPicPr>
            <a:picLocks noChangeAspect="1"/>
          </p:cNvPicPr>
          <p:nvPr/>
        </p:nvPicPr>
        <p:blipFill>
          <a:blip r:embed="rId4"/>
          <a:srcRect l="23536" t="34892" r="65317" b="53503"/>
          <a:stretch/>
        </p:blipFill>
        <p:spPr>
          <a:xfrm>
            <a:off x="6982007" y="-2214"/>
            <a:ext cx="550212" cy="572785"/>
          </a:xfrm>
          <a:prstGeom prst="rect">
            <a:avLst/>
          </a:prstGeom>
        </p:spPr>
      </p:pic>
      <p:pic>
        <p:nvPicPr>
          <p:cNvPr id="4" name="Imagen 3">
            <a:extLst>
              <a:ext uri="{FF2B5EF4-FFF2-40B4-BE49-F238E27FC236}">
                <a16:creationId xmlns:a16="http://schemas.microsoft.com/office/drawing/2014/main" id="{4A74110C-3B10-9CAA-451E-B7958F4D5E89}"/>
              </a:ext>
            </a:extLst>
          </p:cNvPr>
          <p:cNvPicPr>
            <a:picLocks noChangeAspect="1"/>
          </p:cNvPicPr>
          <p:nvPr/>
        </p:nvPicPr>
        <p:blipFill>
          <a:blip r:embed="rId4"/>
          <a:srcRect l="44479" t="34951" r="44374" b="53444"/>
          <a:stretch/>
        </p:blipFill>
        <p:spPr>
          <a:xfrm>
            <a:off x="4659739" y="-2214"/>
            <a:ext cx="550212" cy="572785"/>
          </a:xfrm>
          <a:prstGeom prst="rect">
            <a:avLst/>
          </a:prstGeom>
        </p:spPr>
      </p:pic>
      <p:pic>
        <p:nvPicPr>
          <p:cNvPr id="5" name="Imagen 4">
            <a:extLst>
              <a:ext uri="{FF2B5EF4-FFF2-40B4-BE49-F238E27FC236}">
                <a16:creationId xmlns:a16="http://schemas.microsoft.com/office/drawing/2014/main" id="{4733FEE6-9DA4-8F28-636A-3C09FC5753B5}"/>
              </a:ext>
            </a:extLst>
          </p:cNvPr>
          <p:cNvPicPr>
            <a:picLocks noChangeAspect="1"/>
          </p:cNvPicPr>
          <p:nvPr/>
        </p:nvPicPr>
        <p:blipFill>
          <a:blip r:embed="rId4"/>
          <a:srcRect l="55117" t="6975" r="33736" b="81420"/>
          <a:stretch/>
        </p:blipFill>
        <p:spPr>
          <a:xfrm>
            <a:off x="5820873" y="-2214"/>
            <a:ext cx="550212" cy="572785"/>
          </a:xfrm>
          <a:prstGeom prst="rect">
            <a:avLst/>
          </a:prstGeom>
        </p:spPr>
      </p:pic>
      <p:pic>
        <p:nvPicPr>
          <p:cNvPr id="6" name="Imagen 5">
            <a:extLst>
              <a:ext uri="{FF2B5EF4-FFF2-40B4-BE49-F238E27FC236}">
                <a16:creationId xmlns:a16="http://schemas.microsoft.com/office/drawing/2014/main" id="{D7B6EE10-DAA5-7A1B-CD67-DE0CF533CF7D}"/>
              </a:ext>
            </a:extLst>
          </p:cNvPr>
          <p:cNvPicPr>
            <a:picLocks noChangeAspect="1"/>
          </p:cNvPicPr>
          <p:nvPr/>
        </p:nvPicPr>
        <p:blipFill>
          <a:blip r:embed="rId4"/>
          <a:srcRect l="33916" t="6975" r="54937" b="81420"/>
          <a:stretch/>
        </p:blipFill>
        <p:spPr>
          <a:xfrm>
            <a:off x="3498605" y="-2214"/>
            <a:ext cx="550212" cy="572785"/>
          </a:xfrm>
          <a:prstGeom prst="rect">
            <a:avLst/>
          </a:prstGeom>
        </p:spPr>
      </p:pic>
      <p:pic>
        <p:nvPicPr>
          <p:cNvPr id="7" name="Imagen 6">
            <a:extLst>
              <a:ext uri="{FF2B5EF4-FFF2-40B4-BE49-F238E27FC236}">
                <a16:creationId xmlns:a16="http://schemas.microsoft.com/office/drawing/2014/main" id="{40702359-A471-5225-050A-010DC83D55B7}"/>
              </a:ext>
            </a:extLst>
          </p:cNvPr>
          <p:cNvPicPr>
            <a:picLocks noChangeAspect="1"/>
          </p:cNvPicPr>
          <p:nvPr/>
        </p:nvPicPr>
        <p:blipFill>
          <a:blip r:embed="rId4"/>
          <a:srcRect l="44516" t="6975" r="44337" b="81420"/>
          <a:stretch/>
        </p:blipFill>
        <p:spPr>
          <a:xfrm>
            <a:off x="8723708" y="-2214"/>
            <a:ext cx="550212" cy="572785"/>
          </a:xfrm>
          <a:prstGeom prst="rect">
            <a:avLst/>
          </a:prstGeom>
        </p:spPr>
      </p:pic>
      <p:pic>
        <p:nvPicPr>
          <p:cNvPr id="8" name="Imagen 7">
            <a:extLst>
              <a:ext uri="{FF2B5EF4-FFF2-40B4-BE49-F238E27FC236}">
                <a16:creationId xmlns:a16="http://schemas.microsoft.com/office/drawing/2014/main" id="{457C49A1-4B6C-8C0F-2CD8-E1B2241E5096}"/>
              </a:ext>
            </a:extLst>
          </p:cNvPr>
          <p:cNvPicPr>
            <a:picLocks noChangeAspect="1"/>
          </p:cNvPicPr>
          <p:nvPr/>
        </p:nvPicPr>
        <p:blipFill>
          <a:blip r:embed="rId4"/>
          <a:srcRect l="55117" t="6975" r="33736" b="81420"/>
          <a:stretch/>
        </p:blipFill>
        <p:spPr>
          <a:xfrm>
            <a:off x="11045976" y="-2214"/>
            <a:ext cx="550212" cy="572785"/>
          </a:xfrm>
          <a:prstGeom prst="rect">
            <a:avLst/>
          </a:prstGeom>
        </p:spPr>
      </p:pic>
      <p:pic>
        <p:nvPicPr>
          <p:cNvPr id="9" name="Imagen 8">
            <a:extLst>
              <a:ext uri="{FF2B5EF4-FFF2-40B4-BE49-F238E27FC236}">
                <a16:creationId xmlns:a16="http://schemas.microsoft.com/office/drawing/2014/main" id="{833F76C5-3AED-AE33-08E5-EB413879291D}"/>
              </a:ext>
            </a:extLst>
          </p:cNvPr>
          <p:cNvPicPr>
            <a:picLocks noChangeAspect="1"/>
          </p:cNvPicPr>
          <p:nvPr/>
        </p:nvPicPr>
        <p:blipFill>
          <a:blip r:embed="rId4"/>
          <a:srcRect l="76281" t="21082" r="12572" b="67313"/>
          <a:stretch/>
        </p:blipFill>
        <p:spPr>
          <a:xfrm>
            <a:off x="8143141" y="-2214"/>
            <a:ext cx="550212" cy="572785"/>
          </a:xfrm>
          <a:prstGeom prst="rect">
            <a:avLst/>
          </a:prstGeom>
        </p:spPr>
      </p:pic>
      <p:pic>
        <p:nvPicPr>
          <p:cNvPr id="11" name="Imagen 10">
            <a:extLst>
              <a:ext uri="{FF2B5EF4-FFF2-40B4-BE49-F238E27FC236}">
                <a16:creationId xmlns:a16="http://schemas.microsoft.com/office/drawing/2014/main" id="{8D943E08-ED47-8E21-8CA2-01135FAB0370}"/>
              </a:ext>
            </a:extLst>
          </p:cNvPr>
          <p:cNvPicPr>
            <a:picLocks noChangeAspect="1"/>
          </p:cNvPicPr>
          <p:nvPr/>
        </p:nvPicPr>
        <p:blipFill>
          <a:blip r:embed="rId4"/>
          <a:srcRect l="12624" t="34906" r="76229" b="53489"/>
          <a:stretch/>
        </p:blipFill>
        <p:spPr>
          <a:xfrm>
            <a:off x="4079172" y="-2214"/>
            <a:ext cx="550212" cy="572785"/>
          </a:xfrm>
          <a:prstGeom prst="rect">
            <a:avLst/>
          </a:prstGeom>
        </p:spPr>
      </p:pic>
      <p:pic>
        <p:nvPicPr>
          <p:cNvPr id="15" name="Imagen 14">
            <a:extLst>
              <a:ext uri="{FF2B5EF4-FFF2-40B4-BE49-F238E27FC236}">
                <a16:creationId xmlns:a16="http://schemas.microsoft.com/office/drawing/2014/main" id="{9FB8F6BF-0BBB-D971-B3A5-C5DF5BD9B1DC}"/>
              </a:ext>
            </a:extLst>
          </p:cNvPr>
          <p:cNvPicPr>
            <a:picLocks noChangeAspect="1"/>
          </p:cNvPicPr>
          <p:nvPr/>
        </p:nvPicPr>
        <p:blipFill>
          <a:blip r:embed="rId4"/>
          <a:srcRect l="44479" t="34951" r="44374" b="53444"/>
          <a:stretch/>
        </p:blipFill>
        <p:spPr>
          <a:xfrm>
            <a:off x="5240306" y="-2214"/>
            <a:ext cx="550212" cy="572785"/>
          </a:xfrm>
          <a:prstGeom prst="rect">
            <a:avLst/>
          </a:prstGeom>
        </p:spPr>
      </p:pic>
      <p:pic>
        <p:nvPicPr>
          <p:cNvPr id="19" name="Imagen 18">
            <a:extLst>
              <a:ext uri="{FF2B5EF4-FFF2-40B4-BE49-F238E27FC236}">
                <a16:creationId xmlns:a16="http://schemas.microsoft.com/office/drawing/2014/main" id="{873544FF-ED33-62FB-C728-EE0BEE8EC1FF}"/>
              </a:ext>
            </a:extLst>
          </p:cNvPr>
          <p:cNvPicPr>
            <a:picLocks noChangeAspect="1"/>
          </p:cNvPicPr>
          <p:nvPr/>
        </p:nvPicPr>
        <p:blipFill>
          <a:blip r:embed="rId4"/>
          <a:srcRect l="12624" t="34906" r="76229" b="53489"/>
          <a:stretch/>
        </p:blipFill>
        <p:spPr>
          <a:xfrm>
            <a:off x="7562574" y="-2214"/>
            <a:ext cx="550212" cy="572785"/>
          </a:xfrm>
          <a:prstGeom prst="rect">
            <a:avLst/>
          </a:prstGeom>
        </p:spPr>
      </p:pic>
      <p:pic>
        <p:nvPicPr>
          <p:cNvPr id="21" name="Imagen 20">
            <a:extLst>
              <a:ext uri="{FF2B5EF4-FFF2-40B4-BE49-F238E27FC236}">
                <a16:creationId xmlns:a16="http://schemas.microsoft.com/office/drawing/2014/main" id="{01358E8A-46B6-B648-4865-7A82C27D8E80}"/>
              </a:ext>
            </a:extLst>
          </p:cNvPr>
          <p:cNvPicPr>
            <a:picLocks noChangeAspect="1"/>
          </p:cNvPicPr>
          <p:nvPr/>
        </p:nvPicPr>
        <p:blipFill>
          <a:blip r:embed="rId4"/>
          <a:srcRect l="76281" t="21082" r="12572" b="67313"/>
          <a:stretch/>
        </p:blipFill>
        <p:spPr>
          <a:xfrm>
            <a:off x="9884842" y="-2214"/>
            <a:ext cx="550212" cy="572785"/>
          </a:xfrm>
          <a:prstGeom prst="rect">
            <a:avLst/>
          </a:prstGeom>
        </p:spPr>
      </p:pic>
      <p:pic>
        <p:nvPicPr>
          <p:cNvPr id="23" name="Imagen 22">
            <a:extLst>
              <a:ext uri="{FF2B5EF4-FFF2-40B4-BE49-F238E27FC236}">
                <a16:creationId xmlns:a16="http://schemas.microsoft.com/office/drawing/2014/main" id="{71F670A0-98A2-BF19-8F07-FACE525C328A}"/>
              </a:ext>
            </a:extLst>
          </p:cNvPr>
          <p:cNvPicPr>
            <a:picLocks noChangeAspect="1"/>
          </p:cNvPicPr>
          <p:nvPr/>
        </p:nvPicPr>
        <p:blipFill>
          <a:blip r:embed="rId4"/>
          <a:srcRect l="33916" t="6975" r="54937" b="81420"/>
          <a:stretch/>
        </p:blipFill>
        <p:spPr>
          <a:xfrm>
            <a:off x="10465409" y="-2214"/>
            <a:ext cx="550212" cy="572785"/>
          </a:xfrm>
          <a:prstGeom prst="rect">
            <a:avLst/>
          </a:prstGeom>
        </p:spPr>
      </p:pic>
      <p:pic>
        <p:nvPicPr>
          <p:cNvPr id="24" name="Imagen 23">
            <a:extLst>
              <a:ext uri="{FF2B5EF4-FFF2-40B4-BE49-F238E27FC236}">
                <a16:creationId xmlns:a16="http://schemas.microsoft.com/office/drawing/2014/main" id="{F518AA57-7A19-7BF6-98A0-257F2EA256A0}"/>
              </a:ext>
            </a:extLst>
          </p:cNvPr>
          <p:cNvPicPr>
            <a:picLocks noChangeAspect="1"/>
          </p:cNvPicPr>
          <p:nvPr/>
        </p:nvPicPr>
        <p:blipFill>
          <a:blip r:embed="rId4"/>
          <a:srcRect l="55117" t="6975" r="33736" b="81420"/>
          <a:stretch/>
        </p:blipFill>
        <p:spPr>
          <a:xfrm>
            <a:off x="9304275" y="-2214"/>
            <a:ext cx="550212" cy="572785"/>
          </a:xfrm>
          <a:prstGeom prst="rect">
            <a:avLst/>
          </a:prstGeom>
        </p:spPr>
      </p:pic>
      <p:pic>
        <p:nvPicPr>
          <p:cNvPr id="25" name="Imagen 24">
            <a:extLst>
              <a:ext uri="{FF2B5EF4-FFF2-40B4-BE49-F238E27FC236}">
                <a16:creationId xmlns:a16="http://schemas.microsoft.com/office/drawing/2014/main" id="{AC8C3580-8BAE-1C07-9A1C-5C4E18CB2B8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2312113" y="0"/>
            <a:ext cx="654340" cy="579561"/>
          </a:xfrm>
          <a:prstGeom prst="rect">
            <a:avLst/>
          </a:prstGeom>
        </p:spPr>
      </p:pic>
    </p:spTree>
    <p:extLst>
      <p:ext uri="{BB962C8B-B14F-4D97-AF65-F5344CB8AC3E}">
        <p14:creationId xmlns:p14="http://schemas.microsoft.com/office/powerpoint/2010/main" val="7995773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338FA-22F3-00E2-2E35-5609EE5FF435}"/>
            </a:ext>
          </a:extLst>
        </p:cNvPr>
        <p:cNvGrpSpPr/>
        <p:nvPr/>
      </p:nvGrpSpPr>
      <p:grpSpPr>
        <a:xfrm>
          <a:off x="0" y="0"/>
          <a:ext cx="0" cy="0"/>
          <a:chOff x="0" y="0"/>
          <a:chExt cx="0" cy="0"/>
        </a:xfrm>
      </p:grpSpPr>
      <p:pic>
        <p:nvPicPr>
          <p:cNvPr id="36" name="Imagen 35">
            <a:extLst>
              <a:ext uri="{FF2B5EF4-FFF2-40B4-BE49-F238E27FC236}">
                <a16:creationId xmlns:a16="http://schemas.microsoft.com/office/drawing/2014/main" id="{A9192CA7-6EB2-7F50-089C-18D28993EE6E}"/>
              </a:ext>
            </a:extLst>
          </p:cNvPr>
          <p:cNvPicPr>
            <a:picLocks noChangeAspect="1"/>
          </p:cNvPicPr>
          <p:nvPr/>
        </p:nvPicPr>
        <p:blipFill>
          <a:blip r:embed="rId3"/>
          <a:stretch>
            <a:fillRect/>
          </a:stretch>
        </p:blipFill>
        <p:spPr>
          <a:xfrm>
            <a:off x="4054406" y="1214582"/>
            <a:ext cx="7772400" cy="4644248"/>
          </a:xfrm>
          <a:prstGeom prst="rect">
            <a:avLst/>
          </a:prstGeom>
        </p:spPr>
      </p:pic>
      <p:sp>
        <p:nvSpPr>
          <p:cNvPr id="2" name="CuadroTexto 1">
            <a:extLst>
              <a:ext uri="{FF2B5EF4-FFF2-40B4-BE49-F238E27FC236}">
                <a16:creationId xmlns:a16="http://schemas.microsoft.com/office/drawing/2014/main" id="{07859777-DCC6-3135-2D05-A7404D516D74}"/>
              </a:ext>
            </a:extLst>
          </p:cNvPr>
          <p:cNvSpPr txBox="1"/>
          <p:nvPr/>
        </p:nvSpPr>
        <p:spPr>
          <a:xfrm>
            <a:off x="655093" y="1327516"/>
            <a:ext cx="2697707" cy="2923877"/>
          </a:xfrm>
          <a:prstGeom prst="rect">
            <a:avLst/>
          </a:prstGeom>
          <a:noFill/>
        </p:spPr>
        <p:txBody>
          <a:bodyPr wrap="square">
            <a:spAutoFit/>
          </a:bodyPr>
          <a:lstStyle/>
          <a:p>
            <a:pPr algn="just"/>
            <a:r>
              <a:rPr lang="en-CA" sz="2400" b="1" dirty="0">
                <a:solidFill>
                  <a:srgbClr val="FCA701"/>
                </a:solidFill>
              </a:rPr>
              <a:t>Wind Speed</a:t>
            </a:r>
          </a:p>
          <a:p>
            <a:pPr algn="just"/>
            <a:endParaRPr lang="en-CA" sz="2000" dirty="0">
              <a:solidFill>
                <a:schemeClr val="bg1"/>
              </a:solidFill>
            </a:endParaRPr>
          </a:p>
          <a:p>
            <a:pPr algn="just"/>
            <a:r>
              <a:rPr lang="en-CA" sz="2000" b="1" dirty="0">
                <a:solidFill>
                  <a:srgbClr val="FCA701"/>
                </a:solidFill>
              </a:rPr>
              <a:t>Breezy</a:t>
            </a:r>
            <a:r>
              <a:rPr lang="en-CA" sz="2000" dirty="0">
                <a:solidFill>
                  <a:schemeClr val="bg1"/>
                </a:solidFill>
              </a:rPr>
              <a:t> and </a:t>
            </a:r>
            <a:r>
              <a:rPr lang="en-CA" sz="2000" b="1" dirty="0">
                <a:solidFill>
                  <a:srgbClr val="FCA701"/>
                </a:solidFill>
              </a:rPr>
              <a:t>windy</a:t>
            </a:r>
            <a:r>
              <a:rPr lang="en-CA" sz="2000" dirty="0">
                <a:solidFill>
                  <a:schemeClr val="bg1"/>
                </a:solidFill>
              </a:rPr>
              <a:t> conditions are linked to </a:t>
            </a:r>
            <a:r>
              <a:rPr lang="en-CA" sz="2000" b="1" dirty="0">
                <a:solidFill>
                  <a:srgbClr val="FCA701"/>
                </a:solidFill>
              </a:rPr>
              <a:t>longer delays</a:t>
            </a:r>
            <a:r>
              <a:rPr lang="en-CA" sz="2000" dirty="0">
                <a:solidFill>
                  <a:schemeClr val="bg1"/>
                </a:solidFill>
              </a:rPr>
              <a:t>, with </a:t>
            </a:r>
            <a:r>
              <a:rPr lang="en-CA" sz="2000" b="1" dirty="0">
                <a:solidFill>
                  <a:srgbClr val="FCA701"/>
                </a:solidFill>
              </a:rPr>
              <a:t>short delays </a:t>
            </a:r>
            <a:r>
              <a:rPr lang="en-CA" sz="2000" dirty="0">
                <a:solidFill>
                  <a:schemeClr val="bg1"/>
                </a:solidFill>
              </a:rPr>
              <a:t>and </a:t>
            </a:r>
            <a:r>
              <a:rPr lang="en-CA" sz="2000" b="1" dirty="0">
                <a:solidFill>
                  <a:srgbClr val="FCA701"/>
                </a:solidFill>
              </a:rPr>
              <a:t>long delays </a:t>
            </a:r>
            <a:r>
              <a:rPr lang="en-CA" sz="2000" dirty="0">
                <a:solidFill>
                  <a:schemeClr val="bg1"/>
                </a:solidFill>
              </a:rPr>
              <a:t>being common in these </a:t>
            </a:r>
            <a:r>
              <a:rPr lang="en-CA" sz="2000" b="1" dirty="0">
                <a:solidFill>
                  <a:srgbClr val="FCA701"/>
                </a:solidFill>
              </a:rPr>
              <a:t>wind</a:t>
            </a:r>
            <a:r>
              <a:rPr lang="en-CA" sz="2000" dirty="0">
                <a:solidFill>
                  <a:schemeClr val="bg1"/>
                </a:solidFill>
              </a:rPr>
              <a:t> conditions.</a:t>
            </a:r>
            <a:endParaRPr lang="en-CA" sz="2000" dirty="0"/>
          </a:p>
        </p:txBody>
      </p:sp>
      <p:sp>
        <p:nvSpPr>
          <p:cNvPr id="10" name="CuadroTexto 9">
            <a:extLst>
              <a:ext uri="{FF2B5EF4-FFF2-40B4-BE49-F238E27FC236}">
                <a16:creationId xmlns:a16="http://schemas.microsoft.com/office/drawing/2014/main" id="{F372198B-C991-5C35-8F11-24E68444621B}"/>
              </a:ext>
            </a:extLst>
          </p:cNvPr>
          <p:cNvSpPr txBox="1"/>
          <p:nvPr/>
        </p:nvSpPr>
        <p:spPr>
          <a:xfrm>
            <a:off x="368962" y="6026398"/>
            <a:ext cx="11593541" cy="707886"/>
          </a:xfrm>
          <a:prstGeom prst="rect">
            <a:avLst/>
          </a:prstGeom>
          <a:noFill/>
        </p:spPr>
        <p:txBody>
          <a:bodyPr wrap="square">
            <a:spAutoFit/>
          </a:bodyPr>
          <a:lstStyle/>
          <a:p>
            <a:r>
              <a:rPr lang="en-CA" sz="2000" dirty="0">
                <a:solidFill>
                  <a:schemeClr val="bg1"/>
                </a:solidFill>
              </a:rPr>
              <a:t>In summary, </a:t>
            </a:r>
            <a:r>
              <a:rPr lang="en-CA" sz="2000" b="1" dirty="0">
                <a:solidFill>
                  <a:srgbClr val="FCA701"/>
                </a:solidFill>
              </a:rPr>
              <a:t>snowfall</a:t>
            </a:r>
            <a:r>
              <a:rPr lang="en-CA" sz="2000" dirty="0">
                <a:solidFill>
                  <a:schemeClr val="bg1"/>
                </a:solidFill>
              </a:rPr>
              <a:t> has the strongest association with longer delays, followed by </a:t>
            </a:r>
            <a:r>
              <a:rPr lang="en-CA" sz="2000" b="1" dirty="0">
                <a:solidFill>
                  <a:srgbClr val="FCA701"/>
                </a:solidFill>
              </a:rPr>
              <a:t>wind speed </a:t>
            </a:r>
            <a:r>
              <a:rPr lang="en-CA" sz="2000" dirty="0">
                <a:solidFill>
                  <a:schemeClr val="bg1"/>
                </a:solidFill>
              </a:rPr>
              <a:t>and </a:t>
            </a:r>
            <a:r>
              <a:rPr lang="en-CA" sz="2000" b="1" dirty="0">
                <a:solidFill>
                  <a:srgbClr val="FCA701"/>
                </a:solidFill>
              </a:rPr>
              <a:t>rain</a:t>
            </a:r>
            <a:r>
              <a:rPr lang="en-CA" sz="2000" dirty="0">
                <a:solidFill>
                  <a:schemeClr val="bg1"/>
                </a:solidFill>
              </a:rPr>
              <a:t>.</a:t>
            </a:r>
          </a:p>
        </p:txBody>
      </p:sp>
      <p:pic>
        <p:nvPicPr>
          <p:cNvPr id="3" name="Imagen 2">
            <a:extLst>
              <a:ext uri="{FF2B5EF4-FFF2-40B4-BE49-F238E27FC236}">
                <a16:creationId xmlns:a16="http://schemas.microsoft.com/office/drawing/2014/main" id="{09D01906-5B8F-D9D9-879D-E4DF6EE6C2A4}"/>
              </a:ext>
            </a:extLst>
          </p:cNvPr>
          <p:cNvPicPr>
            <a:picLocks noChangeAspect="1"/>
          </p:cNvPicPr>
          <p:nvPr/>
        </p:nvPicPr>
        <p:blipFill>
          <a:blip r:embed="rId4"/>
          <a:srcRect l="55103" t="34951" r="33750" b="53444"/>
          <a:stretch/>
        </p:blipFill>
        <p:spPr>
          <a:xfrm>
            <a:off x="6401440" y="-2214"/>
            <a:ext cx="550212" cy="572785"/>
          </a:xfrm>
          <a:prstGeom prst="rect">
            <a:avLst/>
          </a:prstGeom>
        </p:spPr>
      </p:pic>
      <p:pic>
        <p:nvPicPr>
          <p:cNvPr id="4" name="Imagen 3">
            <a:extLst>
              <a:ext uri="{FF2B5EF4-FFF2-40B4-BE49-F238E27FC236}">
                <a16:creationId xmlns:a16="http://schemas.microsoft.com/office/drawing/2014/main" id="{BE04E420-41C4-ADD5-6F31-DBDA1E8C2899}"/>
              </a:ext>
            </a:extLst>
          </p:cNvPr>
          <p:cNvPicPr>
            <a:picLocks noChangeAspect="1"/>
          </p:cNvPicPr>
          <p:nvPr/>
        </p:nvPicPr>
        <p:blipFill>
          <a:blip r:embed="rId4"/>
          <a:srcRect l="23536" t="34892" r="65317" b="53503"/>
          <a:stretch/>
        </p:blipFill>
        <p:spPr>
          <a:xfrm>
            <a:off x="6982007" y="-2214"/>
            <a:ext cx="550212" cy="572785"/>
          </a:xfrm>
          <a:prstGeom prst="rect">
            <a:avLst/>
          </a:prstGeom>
        </p:spPr>
      </p:pic>
      <p:pic>
        <p:nvPicPr>
          <p:cNvPr id="5" name="Imagen 4">
            <a:extLst>
              <a:ext uri="{FF2B5EF4-FFF2-40B4-BE49-F238E27FC236}">
                <a16:creationId xmlns:a16="http://schemas.microsoft.com/office/drawing/2014/main" id="{FF4BFE67-5EB0-857A-108D-666D639E8D86}"/>
              </a:ext>
            </a:extLst>
          </p:cNvPr>
          <p:cNvPicPr>
            <a:picLocks noChangeAspect="1"/>
          </p:cNvPicPr>
          <p:nvPr/>
        </p:nvPicPr>
        <p:blipFill>
          <a:blip r:embed="rId4"/>
          <a:srcRect l="44479" t="34951" r="44374" b="53444"/>
          <a:stretch/>
        </p:blipFill>
        <p:spPr>
          <a:xfrm>
            <a:off x="4659739" y="-2214"/>
            <a:ext cx="550212" cy="572785"/>
          </a:xfrm>
          <a:prstGeom prst="rect">
            <a:avLst/>
          </a:prstGeom>
        </p:spPr>
      </p:pic>
      <p:pic>
        <p:nvPicPr>
          <p:cNvPr id="6" name="Imagen 5">
            <a:extLst>
              <a:ext uri="{FF2B5EF4-FFF2-40B4-BE49-F238E27FC236}">
                <a16:creationId xmlns:a16="http://schemas.microsoft.com/office/drawing/2014/main" id="{8DC06A23-7DF7-DECD-47EC-FE3C4373B219}"/>
              </a:ext>
            </a:extLst>
          </p:cNvPr>
          <p:cNvPicPr>
            <a:picLocks noChangeAspect="1"/>
          </p:cNvPicPr>
          <p:nvPr/>
        </p:nvPicPr>
        <p:blipFill>
          <a:blip r:embed="rId4"/>
          <a:srcRect l="55117" t="6975" r="33736" b="81420"/>
          <a:stretch/>
        </p:blipFill>
        <p:spPr>
          <a:xfrm>
            <a:off x="5820873" y="-2214"/>
            <a:ext cx="550212" cy="572785"/>
          </a:xfrm>
          <a:prstGeom prst="rect">
            <a:avLst/>
          </a:prstGeom>
        </p:spPr>
      </p:pic>
      <p:pic>
        <p:nvPicPr>
          <p:cNvPr id="7" name="Imagen 6">
            <a:extLst>
              <a:ext uri="{FF2B5EF4-FFF2-40B4-BE49-F238E27FC236}">
                <a16:creationId xmlns:a16="http://schemas.microsoft.com/office/drawing/2014/main" id="{989C7D42-05E4-9F54-491D-E6AC30FEA5F1}"/>
              </a:ext>
            </a:extLst>
          </p:cNvPr>
          <p:cNvPicPr>
            <a:picLocks noChangeAspect="1"/>
          </p:cNvPicPr>
          <p:nvPr/>
        </p:nvPicPr>
        <p:blipFill>
          <a:blip r:embed="rId4"/>
          <a:srcRect l="33916" t="6975" r="54937" b="81420"/>
          <a:stretch/>
        </p:blipFill>
        <p:spPr>
          <a:xfrm>
            <a:off x="3498605" y="-2214"/>
            <a:ext cx="550212" cy="572785"/>
          </a:xfrm>
          <a:prstGeom prst="rect">
            <a:avLst/>
          </a:prstGeom>
        </p:spPr>
      </p:pic>
      <p:pic>
        <p:nvPicPr>
          <p:cNvPr id="8" name="Imagen 7">
            <a:extLst>
              <a:ext uri="{FF2B5EF4-FFF2-40B4-BE49-F238E27FC236}">
                <a16:creationId xmlns:a16="http://schemas.microsoft.com/office/drawing/2014/main" id="{41F54582-D2A5-9E1A-96C9-B26F7D463A40}"/>
              </a:ext>
            </a:extLst>
          </p:cNvPr>
          <p:cNvPicPr>
            <a:picLocks noChangeAspect="1"/>
          </p:cNvPicPr>
          <p:nvPr/>
        </p:nvPicPr>
        <p:blipFill>
          <a:blip r:embed="rId4"/>
          <a:srcRect l="44516" t="6975" r="44337" b="81420"/>
          <a:stretch/>
        </p:blipFill>
        <p:spPr>
          <a:xfrm>
            <a:off x="8723708" y="-2214"/>
            <a:ext cx="550212" cy="572785"/>
          </a:xfrm>
          <a:prstGeom prst="rect">
            <a:avLst/>
          </a:prstGeom>
        </p:spPr>
      </p:pic>
      <p:pic>
        <p:nvPicPr>
          <p:cNvPr id="9" name="Imagen 8">
            <a:extLst>
              <a:ext uri="{FF2B5EF4-FFF2-40B4-BE49-F238E27FC236}">
                <a16:creationId xmlns:a16="http://schemas.microsoft.com/office/drawing/2014/main" id="{A5C096BF-0D6D-6E45-B33A-4602F99537A3}"/>
              </a:ext>
            </a:extLst>
          </p:cNvPr>
          <p:cNvPicPr>
            <a:picLocks noChangeAspect="1"/>
          </p:cNvPicPr>
          <p:nvPr/>
        </p:nvPicPr>
        <p:blipFill>
          <a:blip r:embed="rId4"/>
          <a:srcRect l="55117" t="6975" r="33736" b="81420"/>
          <a:stretch/>
        </p:blipFill>
        <p:spPr>
          <a:xfrm>
            <a:off x="11045976" y="-2214"/>
            <a:ext cx="550212" cy="572785"/>
          </a:xfrm>
          <a:prstGeom prst="rect">
            <a:avLst/>
          </a:prstGeom>
        </p:spPr>
      </p:pic>
      <p:pic>
        <p:nvPicPr>
          <p:cNvPr id="11" name="Imagen 10">
            <a:extLst>
              <a:ext uri="{FF2B5EF4-FFF2-40B4-BE49-F238E27FC236}">
                <a16:creationId xmlns:a16="http://schemas.microsoft.com/office/drawing/2014/main" id="{E558ABAB-7907-2644-E130-8790193E190B}"/>
              </a:ext>
            </a:extLst>
          </p:cNvPr>
          <p:cNvPicPr>
            <a:picLocks noChangeAspect="1"/>
          </p:cNvPicPr>
          <p:nvPr/>
        </p:nvPicPr>
        <p:blipFill>
          <a:blip r:embed="rId4"/>
          <a:srcRect l="76281" t="21082" r="12572" b="67313"/>
          <a:stretch/>
        </p:blipFill>
        <p:spPr>
          <a:xfrm>
            <a:off x="8143141" y="-2214"/>
            <a:ext cx="550212" cy="572785"/>
          </a:xfrm>
          <a:prstGeom prst="rect">
            <a:avLst/>
          </a:prstGeom>
        </p:spPr>
      </p:pic>
      <p:pic>
        <p:nvPicPr>
          <p:cNvPr id="15" name="Imagen 14">
            <a:extLst>
              <a:ext uri="{FF2B5EF4-FFF2-40B4-BE49-F238E27FC236}">
                <a16:creationId xmlns:a16="http://schemas.microsoft.com/office/drawing/2014/main" id="{505B8FF9-9421-508E-B10C-B4D2EEDADEF9}"/>
              </a:ext>
            </a:extLst>
          </p:cNvPr>
          <p:cNvPicPr>
            <a:picLocks noChangeAspect="1"/>
          </p:cNvPicPr>
          <p:nvPr/>
        </p:nvPicPr>
        <p:blipFill>
          <a:blip r:embed="rId4"/>
          <a:srcRect l="12624" t="34906" r="76229" b="53489"/>
          <a:stretch/>
        </p:blipFill>
        <p:spPr>
          <a:xfrm>
            <a:off x="4079172" y="-2214"/>
            <a:ext cx="550212" cy="572785"/>
          </a:xfrm>
          <a:prstGeom prst="rect">
            <a:avLst/>
          </a:prstGeom>
        </p:spPr>
      </p:pic>
      <p:pic>
        <p:nvPicPr>
          <p:cNvPr id="19" name="Imagen 18">
            <a:extLst>
              <a:ext uri="{FF2B5EF4-FFF2-40B4-BE49-F238E27FC236}">
                <a16:creationId xmlns:a16="http://schemas.microsoft.com/office/drawing/2014/main" id="{FD2A775F-B40A-4A7E-58BC-4AC26EAA91F0}"/>
              </a:ext>
            </a:extLst>
          </p:cNvPr>
          <p:cNvPicPr>
            <a:picLocks noChangeAspect="1"/>
          </p:cNvPicPr>
          <p:nvPr/>
        </p:nvPicPr>
        <p:blipFill>
          <a:blip r:embed="rId4"/>
          <a:srcRect l="44479" t="34951" r="44374" b="53444"/>
          <a:stretch/>
        </p:blipFill>
        <p:spPr>
          <a:xfrm>
            <a:off x="5240306" y="-2214"/>
            <a:ext cx="550212" cy="572785"/>
          </a:xfrm>
          <a:prstGeom prst="rect">
            <a:avLst/>
          </a:prstGeom>
        </p:spPr>
      </p:pic>
      <p:pic>
        <p:nvPicPr>
          <p:cNvPr id="21" name="Imagen 20">
            <a:extLst>
              <a:ext uri="{FF2B5EF4-FFF2-40B4-BE49-F238E27FC236}">
                <a16:creationId xmlns:a16="http://schemas.microsoft.com/office/drawing/2014/main" id="{B1F32891-6D8B-F68C-3C0C-B1A8ABA90C7D}"/>
              </a:ext>
            </a:extLst>
          </p:cNvPr>
          <p:cNvPicPr>
            <a:picLocks noChangeAspect="1"/>
          </p:cNvPicPr>
          <p:nvPr/>
        </p:nvPicPr>
        <p:blipFill>
          <a:blip r:embed="rId4"/>
          <a:srcRect l="12624" t="34906" r="76229" b="53489"/>
          <a:stretch/>
        </p:blipFill>
        <p:spPr>
          <a:xfrm>
            <a:off x="7562574" y="-2214"/>
            <a:ext cx="550212" cy="572785"/>
          </a:xfrm>
          <a:prstGeom prst="rect">
            <a:avLst/>
          </a:prstGeom>
        </p:spPr>
      </p:pic>
      <p:pic>
        <p:nvPicPr>
          <p:cNvPr id="23" name="Imagen 22">
            <a:extLst>
              <a:ext uri="{FF2B5EF4-FFF2-40B4-BE49-F238E27FC236}">
                <a16:creationId xmlns:a16="http://schemas.microsoft.com/office/drawing/2014/main" id="{D23D34E8-1DC5-3811-545C-02BF503ECFC5}"/>
              </a:ext>
            </a:extLst>
          </p:cNvPr>
          <p:cNvPicPr>
            <a:picLocks noChangeAspect="1"/>
          </p:cNvPicPr>
          <p:nvPr/>
        </p:nvPicPr>
        <p:blipFill>
          <a:blip r:embed="rId4"/>
          <a:srcRect l="76281" t="21082" r="12572" b="67313"/>
          <a:stretch/>
        </p:blipFill>
        <p:spPr>
          <a:xfrm>
            <a:off x="9884842" y="-2214"/>
            <a:ext cx="550212" cy="572785"/>
          </a:xfrm>
          <a:prstGeom prst="rect">
            <a:avLst/>
          </a:prstGeom>
        </p:spPr>
      </p:pic>
      <p:pic>
        <p:nvPicPr>
          <p:cNvPr id="24" name="Imagen 23">
            <a:extLst>
              <a:ext uri="{FF2B5EF4-FFF2-40B4-BE49-F238E27FC236}">
                <a16:creationId xmlns:a16="http://schemas.microsoft.com/office/drawing/2014/main" id="{4984C597-3B48-9150-E12F-5867EEAB267D}"/>
              </a:ext>
            </a:extLst>
          </p:cNvPr>
          <p:cNvPicPr>
            <a:picLocks noChangeAspect="1"/>
          </p:cNvPicPr>
          <p:nvPr/>
        </p:nvPicPr>
        <p:blipFill>
          <a:blip r:embed="rId4"/>
          <a:srcRect l="33916" t="6975" r="54937" b="81420"/>
          <a:stretch/>
        </p:blipFill>
        <p:spPr>
          <a:xfrm>
            <a:off x="10465409" y="-2214"/>
            <a:ext cx="550212" cy="572785"/>
          </a:xfrm>
          <a:prstGeom prst="rect">
            <a:avLst/>
          </a:prstGeom>
        </p:spPr>
      </p:pic>
      <p:pic>
        <p:nvPicPr>
          <p:cNvPr id="25" name="Imagen 24">
            <a:extLst>
              <a:ext uri="{FF2B5EF4-FFF2-40B4-BE49-F238E27FC236}">
                <a16:creationId xmlns:a16="http://schemas.microsoft.com/office/drawing/2014/main" id="{9E7489D3-C12D-1072-6DB5-CD43DBDADC7C}"/>
              </a:ext>
            </a:extLst>
          </p:cNvPr>
          <p:cNvPicPr>
            <a:picLocks noChangeAspect="1"/>
          </p:cNvPicPr>
          <p:nvPr/>
        </p:nvPicPr>
        <p:blipFill>
          <a:blip r:embed="rId4"/>
          <a:srcRect l="55117" t="6975" r="33736" b="81420"/>
          <a:stretch/>
        </p:blipFill>
        <p:spPr>
          <a:xfrm>
            <a:off x="9304275" y="-2214"/>
            <a:ext cx="550212" cy="572785"/>
          </a:xfrm>
          <a:prstGeom prst="rect">
            <a:avLst/>
          </a:prstGeom>
        </p:spPr>
      </p:pic>
      <p:pic>
        <p:nvPicPr>
          <p:cNvPr id="28" name="Imagen 27">
            <a:extLst>
              <a:ext uri="{FF2B5EF4-FFF2-40B4-BE49-F238E27FC236}">
                <a16:creationId xmlns:a16="http://schemas.microsoft.com/office/drawing/2014/main" id="{88A73080-3E03-E34F-3D69-4DFCDE917727}"/>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2312113" y="0"/>
            <a:ext cx="654340" cy="579561"/>
          </a:xfrm>
          <a:prstGeom prst="rect">
            <a:avLst/>
          </a:prstGeom>
        </p:spPr>
      </p:pic>
    </p:spTree>
    <p:extLst>
      <p:ext uri="{BB962C8B-B14F-4D97-AF65-F5344CB8AC3E}">
        <p14:creationId xmlns:p14="http://schemas.microsoft.com/office/powerpoint/2010/main" val="21205002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7F000-B48E-6EFC-A307-30C6A2C6C9F9}"/>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40B25FCF-BC11-E81D-1E81-6FE87BC8D37F}"/>
              </a:ext>
            </a:extLst>
          </p:cNvPr>
          <p:cNvPicPr>
            <a:picLocks noChangeAspect="1"/>
          </p:cNvPicPr>
          <p:nvPr/>
        </p:nvPicPr>
        <p:blipFill>
          <a:blip r:embed="rId3"/>
          <a:srcRect l="65685" t="34869" r="23168" b="53526"/>
          <a:stretch/>
        </p:blipFill>
        <p:spPr>
          <a:xfrm>
            <a:off x="10988143" y="9589"/>
            <a:ext cx="591134" cy="555321"/>
          </a:xfrm>
          <a:prstGeom prst="rect">
            <a:avLst/>
          </a:prstGeom>
        </p:spPr>
      </p:pic>
      <p:pic>
        <p:nvPicPr>
          <p:cNvPr id="31" name="Imagen 30">
            <a:extLst>
              <a:ext uri="{FF2B5EF4-FFF2-40B4-BE49-F238E27FC236}">
                <a16:creationId xmlns:a16="http://schemas.microsoft.com/office/drawing/2014/main" id="{7EFE9A47-5238-1F02-9847-29A01D2F1F46}"/>
              </a:ext>
            </a:extLst>
          </p:cNvPr>
          <p:cNvPicPr>
            <a:picLocks noChangeAspect="1"/>
          </p:cNvPicPr>
          <p:nvPr/>
        </p:nvPicPr>
        <p:blipFill>
          <a:blip r:embed="rId3"/>
          <a:srcRect l="55103" t="34951" r="33750" b="53444"/>
          <a:stretch/>
        </p:blipFill>
        <p:spPr>
          <a:xfrm>
            <a:off x="10412163" y="9589"/>
            <a:ext cx="591134" cy="555321"/>
          </a:xfrm>
          <a:prstGeom prst="rect">
            <a:avLst/>
          </a:prstGeom>
        </p:spPr>
      </p:pic>
      <p:pic>
        <p:nvPicPr>
          <p:cNvPr id="25" name="Imagen 24">
            <a:extLst>
              <a:ext uri="{FF2B5EF4-FFF2-40B4-BE49-F238E27FC236}">
                <a16:creationId xmlns:a16="http://schemas.microsoft.com/office/drawing/2014/main" id="{6B5186BC-9325-0EAC-5056-93509805274D}"/>
              </a:ext>
            </a:extLst>
          </p:cNvPr>
          <p:cNvPicPr>
            <a:picLocks noChangeAspect="1"/>
          </p:cNvPicPr>
          <p:nvPr/>
        </p:nvPicPr>
        <p:blipFill>
          <a:blip r:embed="rId3"/>
          <a:srcRect l="44479" t="34951" r="44374" b="53444"/>
          <a:stretch/>
        </p:blipFill>
        <p:spPr>
          <a:xfrm>
            <a:off x="4076427" y="9589"/>
            <a:ext cx="591134" cy="555321"/>
          </a:xfrm>
          <a:prstGeom prst="rect">
            <a:avLst/>
          </a:prstGeom>
        </p:spPr>
      </p:pic>
      <p:pic>
        <p:nvPicPr>
          <p:cNvPr id="30" name="Imagen 29">
            <a:extLst>
              <a:ext uri="{FF2B5EF4-FFF2-40B4-BE49-F238E27FC236}">
                <a16:creationId xmlns:a16="http://schemas.microsoft.com/office/drawing/2014/main" id="{6A3E10DE-29C4-94E3-817A-349DD7169C90}"/>
              </a:ext>
            </a:extLst>
          </p:cNvPr>
          <p:cNvPicPr>
            <a:picLocks noChangeAspect="1"/>
          </p:cNvPicPr>
          <p:nvPr/>
        </p:nvPicPr>
        <p:blipFill>
          <a:blip r:embed="rId3"/>
          <a:srcRect l="55117" t="6975" r="33736" b="81420"/>
          <a:stretch/>
        </p:blipFill>
        <p:spPr>
          <a:xfrm>
            <a:off x="9836187" y="9589"/>
            <a:ext cx="591134" cy="555321"/>
          </a:xfrm>
          <a:prstGeom prst="rect">
            <a:avLst/>
          </a:prstGeom>
        </p:spPr>
      </p:pic>
      <p:pic>
        <p:nvPicPr>
          <p:cNvPr id="4" name="Imagen 3">
            <a:extLst>
              <a:ext uri="{FF2B5EF4-FFF2-40B4-BE49-F238E27FC236}">
                <a16:creationId xmlns:a16="http://schemas.microsoft.com/office/drawing/2014/main" id="{A8523D1D-B437-86E4-09AF-6537337035E5}"/>
              </a:ext>
            </a:extLst>
          </p:cNvPr>
          <p:cNvPicPr>
            <a:picLocks noChangeAspect="1"/>
          </p:cNvPicPr>
          <p:nvPr/>
        </p:nvPicPr>
        <p:blipFill>
          <a:blip r:embed="rId3"/>
          <a:srcRect l="12605" t="6975" r="76248" b="81420"/>
          <a:stretch/>
        </p:blipFill>
        <p:spPr>
          <a:xfrm>
            <a:off x="4652403" y="9589"/>
            <a:ext cx="591134" cy="555321"/>
          </a:xfrm>
          <a:prstGeom prst="rect">
            <a:avLst/>
          </a:prstGeom>
        </p:spPr>
      </p:pic>
      <p:pic>
        <p:nvPicPr>
          <p:cNvPr id="5" name="Imagen 4">
            <a:extLst>
              <a:ext uri="{FF2B5EF4-FFF2-40B4-BE49-F238E27FC236}">
                <a16:creationId xmlns:a16="http://schemas.microsoft.com/office/drawing/2014/main" id="{D8854C7A-E143-F33D-BC67-10E248495DEE}"/>
              </a:ext>
            </a:extLst>
          </p:cNvPr>
          <p:cNvPicPr>
            <a:picLocks noChangeAspect="1"/>
          </p:cNvPicPr>
          <p:nvPr/>
        </p:nvPicPr>
        <p:blipFill>
          <a:blip r:embed="rId3"/>
          <a:srcRect l="44516" t="6975" r="44337" b="81420"/>
          <a:stretch/>
        </p:blipFill>
        <p:spPr>
          <a:xfrm>
            <a:off x="5804355" y="9589"/>
            <a:ext cx="591134" cy="555321"/>
          </a:xfrm>
          <a:prstGeom prst="rect">
            <a:avLst/>
          </a:prstGeom>
        </p:spPr>
      </p:pic>
      <p:pic>
        <p:nvPicPr>
          <p:cNvPr id="7" name="Imagen 6">
            <a:extLst>
              <a:ext uri="{FF2B5EF4-FFF2-40B4-BE49-F238E27FC236}">
                <a16:creationId xmlns:a16="http://schemas.microsoft.com/office/drawing/2014/main" id="{C7928AD8-C734-F8F4-C511-F2066FEEC33D}"/>
              </a:ext>
            </a:extLst>
          </p:cNvPr>
          <p:cNvPicPr>
            <a:picLocks noChangeAspect="1"/>
          </p:cNvPicPr>
          <p:nvPr/>
        </p:nvPicPr>
        <p:blipFill>
          <a:blip r:embed="rId3"/>
          <a:srcRect l="65751" t="21142" r="23101" b="67253"/>
          <a:stretch/>
        </p:blipFill>
        <p:spPr>
          <a:xfrm>
            <a:off x="6956307" y="9589"/>
            <a:ext cx="591134" cy="555321"/>
          </a:xfrm>
          <a:prstGeom prst="rect">
            <a:avLst/>
          </a:prstGeom>
        </p:spPr>
      </p:pic>
      <p:pic>
        <p:nvPicPr>
          <p:cNvPr id="8" name="Imagen 7">
            <a:extLst>
              <a:ext uri="{FF2B5EF4-FFF2-40B4-BE49-F238E27FC236}">
                <a16:creationId xmlns:a16="http://schemas.microsoft.com/office/drawing/2014/main" id="{5BB76195-6FCA-C6B4-BC6E-DD4E6603B814}"/>
              </a:ext>
            </a:extLst>
          </p:cNvPr>
          <p:cNvPicPr>
            <a:picLocks noChangeAspect="1"/>
          </p:cNvPicPr>
          <p:nvPr/>
        </p:nvPicPr>
        <p:blipFill>
          <a:blip r:embed="rId3"/>
          <a:srcRect l="76281" t="21082" r="12572" b="67313"/>
          <a:stretch/>
        </p:blipFill>
        <p:spPr>
          <a:xfrm>
            <a:off x="5228379" y="9589"/>
            <a:ext cx="591134" cy="555321"/>
          </a:xfrm>
          <a:prstGeom prst="rect">
            <a:avLst/>
          </a:prstGeom>
        </p:spPr>
      </p:pic>
      <p:pic>
        <p:nvPicPr>
          <p:cNvPr id="9" name="Imagen 8">
            <a:extLst>
              <a:ext uri="{FF2B5EF4-FFF2-40B4-BE49-F238E27FC236}">
                <a16:creationId xmlns:a16="http://schemas.microsoft.com/office/drawing/2014/main" id="{818187F0-C5D9-6895-E085-2BE024C99897}"/>
              </a:ext>
            </a:extLst>
          </p:cNvPr>
          <p:cNvPicPr>
            <a:picLocks noChangeAspect="1"/>
          </p:cNvPicPr>
          <p:nvPr/>
        </p:nvPicPr>
        <p:blipFill>
          <a:blip r:embed="rId3"/>
          <a:srcRect l="12624" t="34906" r="76229" b="53489"/>
          <a:stretch/>
        </p:blipFill>
        <p:spPr>
          <a:xfrm>
            <a:off x="6380331" y="9589"/>
            <a:ext cx="591134" cy="555321"/>
          </a:xfrm>
          <a:prstGeom prst="rect">
            <a:avLst/>
          </a:prstGeom>
        </p:spPr>
      </p:pic>
      <p:pic>
        <p:nvPicPr>
          <p:cNvPr id="10" name="Imagen 9">
            <a:extLst>
              <a:ext uri="{FF2B5EF4-FFF2-40B4-BE49-F238E27FC236}">
                <a16:creationId xmlns:a16="http://schemas.microsoft.com/office/drawing/2014/main" id="{5495BE3E-F0F8-B406-A0CD-997D11ADFC53}"/>
              </a:ext>
            </a:extLst>
          </p:cNvPr>
          <p:cNvPicPr>
            <a:picLocks noChangeAspect="1"/>
          </p:cNvPicPr>
          <p:nvPr/>
        </p:nvPicPr>
        <p:blipFill>
          <a:blip r:embed="rId3"/>
          <a:srcRect l="44479" t="34951" r="44374" b="53444"/>
          <a:stretch/>
        </p:blipFill>
        <p:spPr>
          <a:xfrm>
            <a:off x="9260211" y="9589"/>
            <a:ext cx="591134" cy="555321"/>
          </a:xfrm>
          <a:prstGeom prst="rect">
            <a:avLst/>
          </a:prstGeom>
        </p:spPr>
      </p:pic>
      <p:pic>
        <p:nvPicPr>
          <p:cNvPr id="15" name="Imagen 14">
            <a:extLst>
              <a:ext uri="{FF2B5EF4-FFF2-40B4-BE49-F238E27FC236}">
                <a16:creationId xmlns:a16="http://schemas.microsoft.com/office/drawing/2014/main" id="{1483EBF3-F02B-5B4C-9C75-4F5B1F613B14}"/>
              </a:ext>
            </a:extLst>
          </p:cNvPr>
          <p:cNvPicPr>
            <a:picLocks noChangeAspect="1"/>
          </p:cNvPicPr>
          <p:nvPr/>
        </p:nvPicPr>
        <p:blipFill>
          <a:blip r:embed="rId3"/>
          <a:srcRect l="65717" t="6975" r="23136" b="81420"/>
          <a:stretch/>
        </p:blipFill>
        <p:spPr>
          <a:xfrm>
            <a:off x="8108259" y="9589"/>
            <a:ext cx="591134" cy="555321"/>
          </a:xfrm>
          <a:prstGeom prst="rect">
            <a:avLst/>
          </a:prstGeom>
        </p:spPr>
      </p:pic>
      <p:grpSp>
        <p:nvGrpSpPr>
          <p:cNvPr id="19" name="Grupo 18">
            <a:extLst>
              <a:ext uri="{FF2B5EF4-FFF2-40B4-BE49-F238E27FC236}">
                <a16:creationId xmlns:a16="http://schemas.microsoft.com/office/drawing/2014/main" id="{F8DB11B2-7CDB-5E43-91D0-FE02E79D78E0}"/>
              </a:ext>
            </a:extLst>
          </p:cNvPr>
          <p:cNvGrpSpPr/>
          <p:nvPr/>
        </p:nvGrpSpPr>
        <p:grpSpPr>
          <a:xfrm>
            <a:off x="7532283" y="9589"/>
            <a:ext cx="591134" cy="555321"/>
            <a:chOff x="5053733" y="4472706"/>
            <a:chExt cx="764498" cy="795862"/>
          </a:xfrm>
        </p:grpSpPr>
        <p:pic>
          <p:nvPicPr>
            <p:cNvPr id="21" name="Imagen 20">
              <a:extLst>
                <a:ext uri="{FF2B5EF4-FFF2-40B4-BE49-F238E27FC236}">
                  <a16:creationId xmlns:a16="http://schemas.microsoft.com/office/drawing/2014/main" id="{39600E96-21A5-E842-F976-FE7C5CDD049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22" name="Imagen 21">
              <a:extLst>
                <a:ext uri="{FF2B5EF4-FFF2-40B4-BE49-F238E27FC236}">
                  <a16:creationId xmlns:a16="http://schemas.microsoft.com/office/drawing/2014/main" id="{00CF3A34-DACF-24B6-3770-BA64E37F202A}"/>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23" name="Imagen 22">
            <a:extLst>
              <a:ext uri="{FF2B5EF4-FFF2-40B4-BE49-F238E27FC236}">
                <a16:creationId xmlns:a16="http://schemas.microsoft.com/office/drawing/2014/main" id="{A1663A53-247B-7865-FC60-FE56A0EACE7C}"/>
              </a:ext>
            </a:extLst>
          </p:cNvPr>
          <p:cNvPicPr>
            <a:picLocks noChangeAspect="1"/>
          </p:cNvPicPr>
          <p:nvPr/>
        </p:nvPicPr>
        <p:blipFill>
          <a:blip r:embed="rId3"/>
          <a:srcRect l="12624" t="34906" r="76229" b="53489"/>
          <a:stretch/>
        </p:blipFill>
        <p:spPr>
          <a:xfrm>
            <a:off x="8684235" y="9589"/>
            <a:ext cx="591134" cy="555321"/>
          </a:xfrm>
          <a:prstGeom prst="rect">
            <a:avLst/>
          </a:prstGeom>
        </p:spPr>
      </p:pic>
      <p:sp>
        <p:nvSpPr>
          <p:cNvPr id="36" name="CuadroTexto 35">
            <a:extLst>
              <a:ext uri="{FF2B5EF4-FFF2-40B4-BE49-F238E27FC236}">
                <a16:creationId xmlns:a16="http://schemas.microsoft.com/office/drawing/2014/main" id="{A0150E6D-70C4-F84F-CA80-4C0C53456187}"/>
              </a:ext>
            </a:extLst>
          </p:cNvPr>
          <p:cNvSpPr txBox="1"/>
          <p:nvPr/>
        </p:nvSpPr>
        <p:spPr>
          <a:xfrm>
            <a:off x="682659" y="1359632"/>
            <a:ext cx="5993239" cy="4708981"/>
          </a:xfrm>
          <a:prstGeom prst="rect">
            <a:avLst/>
          </a:prstGeom>
          <a:noFill/>
        </p:spPr>
        <p:txBody>
          <a:bodyPr wrap="square">
            <a:spAutoFit/>
          </a:bodyPr>
          <a:lstStyle/>
          <a:p>
            <a:pPr algn="just"/>
            <a:r>
              <a:rPr lang="en-CA" sz="2000" b="1" dirty="0">
                <a:solidFill>
                  <a:srgbClr val="FCA701"/>
                </a:solidFill>
              </a:rPr>
              <a:t>Purpose</a:t>
            </a:r>
          </a:p>
          <a:p>
            <a:pPr algn="just"/>
            <a:endParaRPr lang="en-CA" sz="2000" dirty="0">
              <a:solidFill>
                <a:schemeClr val="bg1"/>
              </a:solidFill>
            </a:endParaRPr>
          </a:p>
          <a:p>
            <a:pPr algn="just"/>
            <a:r>
              <a:rPr lang="en-CA" sz="2000" dirty="0">
                <a:solidFill>
                  <a:schemeClr val="bg1"/>
                </a:solidFill>
              </a:rPr>
              <a:t>A machine learning algorithm that builds multiple decision trees and combines their outputs for better accuracy and robustness. It is used for both classification and regression tasks.</a:t>
            </a:r>
          </a:p>
          <a:p>
            <a:pPr marL="342900" indent="-342900" algn="just">
              <a:buAutoNum type="arabicPeriod"/>
            </a:pPr>
            <a:endParaRPr lang="en-CA" sz="2000" dirty="0">
              <a:solidFill>
                <a:schemeClr val="bg1"/>
              </a:solidFill>
            </a:endParaRPr>
          </a:p>
          <a:p>
            <a:pPr algn="just"/>
            <a:r>
              <a:rPr lang="en-CA" sz="2000" b="1" dirty="0">
                <a:solidFill>
                  <a:srgbClr val="FCA701"/>
                </a:solidFill>
              </a:rPr>
              <a:t>Why Good for Flight Delay Analysis?</a:t>
            </a:r>
          </a:p>
          <a:p>
            <a:pPr algn="just"/>
            <a:endParaRPr lang="en-CA" sz="2000" dirty="0">
              <a:solidFill>
                <a:schemeClr val="bg1"/>
              </a:solidFill>
            </a:endParaRPr>
          </a:p>
          <a:p>
            <a:pPr marL="342900" indent="-342900" algn="just">
              <a:buAutoNum type="arabicPeriod"/>
            </a:pPr>
            <a:r>
              <a:rPr lang="en-CA" sz="2000" dirty="0">
                <a:solidFill>
                  <a:schemeClr val="bg1"/>
                </a:solidFill>
              </a:rPr>
              <a:t>Handles numerous predictors like weather, time, and location.</a:t>
            </a:r>
          </a:p>
          <a:p>
            <a:pPr marL="342900" indent="-342900" algn="just">
              <a:buAutoNum type="arabicPeriod"/>
            </a:pPr>
            <a:r>
              <a:rPr lang="en-CA" sz="2000" dirty="0">
                <a:solidFill>
                  <a:schemeClr val="bg1"/>
                </a:solidFill>
              </a:rPr>
              <a:t>Captures interactions between variables without manual feature engineering.</a:t>
            </a:r>
          </a:p>
          <a:p>
            <a:pPr marL="342900" indent="-342900" algn="just">
              <a:buAutoNum type="arabicPeriod"/>
            </a:pPr>
            <a:r>
              <a:rPr lang="en-CA" sz="2000" dirty="0">
                <a:solidFill>
                  <a:schemeClr val="bg1"/>
                </a:solidFill>
              </a:rPr>
              <a:t>Delivers reliable predictions and insights into key delay factors.</a:t>
            </a:r>
          </a:p>
        </p:txBody>
      </p:sp>
      <p:sp>
        <p:nvSpPr>
          <p:cNvPr id="2" name="CuadroTexto 35">
            <a:extLst>
              <a:ext uri="{FF2B5EF4-FFF2-40B4-BE49-F238E27FC236}">
                <a16:creationId xmlns:a16="http://schemas.microsoft.com/office/drawing/2014/main" id="{A5808197-B544-D227-31EA-3B51110DB6C6}"/>
              </a:ext>
            </a:extLst>
          </p:cNvPr>
          <p:cNvSpPr txBox="1"/>
          <p:nvPr/>
        </p:nvSpPr>
        <p:spPr>
          <a:xfrm>
            <a:off x="7286430" y="1373064"/>
            <a:ext cx="3947562" cy="4093428"/>
          </a:xfrm>
          <a:prstGeom prst="rect">
            <a:avLst/>
          </a:prstGeom>
          <a:noFill/>
        </p:spPr>
        <p:txBody>
          <a:bodyPr wrap="square">
            <a:spAutoFit/>
          </a:bodyPr>
          <a:lstStyle/>
          <a:p>
            <a:r>
              <a:rPr lang="en-CA" sz="2000" b="1" dirty="0">
                <a:solidFill>
                  <a:srgbClr val="FCA701"/>
                </a:solidFill>
              </a:rPr>
              <a:t>Approach</a:t>
            </a:r>
          </a:p>
          <a:p>
            <a:r>
              <a:rPr lang="en-CA" sz="2000" dirty="0">
                <a:solidFill>
                  <a:srgbClr val="FCA701"/>
                </a:solidFill>
              </a:rPr>
              <a:t> </a:t>
            </a:r>
          </a:p>
          <a:p>
            <a:pPr marL="342900" indent="-342900">
              <a:buAutoNum type="arabicPeriod"/>
            </a:pPr>
            <a:r>
              <a:rPr lang="en-CA" sz="2000" dirty="0">
                <a:solidFill>
                  <a:schemeClr val="bg1"/>
                </a:solidFill>
              </a:rPr>
              <a:t>Define the Delay Categories</a:t>
            </a:r>
          </a:p>
          <a:p>
            <a:pPr marL="342900" indent="-342900">
              <a:buAutoNum type="arabicPeriod"/>
            </a:pPr>
            <a:r>
              <a:rPr lang="en-CA" sz="2000" dirty="0">
                <a:solidFill>
                  <a:schemeClr val="bg1"/>
                </a:solidFill>
              </a:rPr>
              <a:t>Prepare the Reduced Principal Components</a:t>
            </a:r>
          </a:p>
          <a:p>
            <a:pPr marL="342900" indent="-342900">
              <a:buAutoNum type="arabicPeriod"/>
            </a:pPr>
            <a:r>
              <a:rPr lang="en-CA" sz="2000" dirty="0">
                <a:solidFill>
                  <a:schemeClr val="bg1"/>
                </a:solidFill>
              </a:rPr>
              <a:t>Split the Data into Training and Test Sets (70% train and 30% for test)</a:t>
            </a:r>
          </a:p>
          <a:p>
            <a:pPr marL="342900" indent="-342900">
              <a:buAutoNum type="arabicPeriod"/>
            </a:pPr>
            <a:r>
              <a:rPr lang="en-CA" sz="2000" dirty="0">
                <a:solidFill>
                  <a:schemeClr val="bg1"/>
                </a:solidFill>
              </a:rPr>
              <a:t>Train a Predictive Model</a:t>
            </a:r>
          </a:p>
          <a:p>
            <a:pPr marL="342900" indent="-342900">
              <a:buAutoNum type="arabicPeriod"/>
            </a:pPr>
            <a:r>
              <a:rPr lang="en-CA" sz="2000" dirty="0">
                <a:solidFill>
                  <a:schemeClr val="bg1"/>
                </a:solidFill>
              </a:rPr>
              <a:t>Make Predictions on the Test Set</a:t>
            </a:r>
          </a:p>
          <a:p>
            <a:pPr marL="342900" indent="-342900">
              <a:buAutoNum type="arabicPeriod"/>
            </a:pPr>
            <a:r>
              <a:rPr lang="en-CA" sz="2000" dirty="0">
                <a:solidFill>
                  <a:schemeClr val="bg1"/>
                </a:solidFill>
              </a:rPr>
              <a:t>Evaluate Model Performance</a:t>
            </a:r>
          </a:p>
          <a:p>
            <a:pPr marL="342900" indent="-342900">
              <a:buAutoNum type="arabicPeriod"/>
            </a:pPr>
            <a:endParaRPr lang="en-CA" sz="2000" dirty="0">
              <a:solidFill>
                <a:schemeClr val="bg1"/>
              </a:solidFill>
            </a:endParaRPr>
          </a:p>
        </p:txBody>
      </p:sp>
      <p:pic>
        <p:nvPicPr>
          <p:cNvPr id="3" name="Imagen 2">
            <a:extLst>
              <a:ext uri="{FF2B5EF4-FFF2-40B4-BE49-F238E27FC236}">
                <a16:creationId xmlns:a16="http://schemas.microsoft.com/office/drawing/2014/main" id="{273E3AB8-575E-024C-8D89-2444AD566CC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2902167" y="9589"/>
            <a:ext cx="654340" cy="579561"/>
          </a:xfrm>
          <a:prstGeom prst="rect">
            <a:avLst/>
          </a:prstGeom>
        </p:spPr>
      </p:pic>
    </p:spTree>
    <p:extLst>
      <p:ext uri="{BB962C8B-B14F-4D97-AF65-F5344CB8AC3E}">
        <p14:creationId xmlns:p14="http://schemas.microsoft.com/office/powerpoint/2010/main" val="21303017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839B-315A-A8A9-0DEF-87ECED20C01F}"/>
            </a:ext>
          </a:extLst>
        </p:cNvPr>
        <p:cNvGrpSpPr/>
        <p:nvPr/>
      </p:nvGrpSpPr>
      <p:grpSpPr>
        <a:xfrm>
          <a:off x="0" y="0"/>
          <a:ext cx="0" cy="0"/>
          <a:chOff x="0" y="0"/>
          <a:chExt cx="0" cy="0"/>
        </a:xfrm>
      </p:grpSpPr>
      <p:sp>
        <p:nvSpPr>
          <p:cNvPr id="2" name="CuadroTexto 35">
            <a:extLst>
              <a:ext uri="{FF2B5EF4-FFF2-40B4-BE49-F238E27FC236}">
                <a16:creationId xmlns:a16="http://schemas.microsoft.com/office/drawing/2014/main" id="{2D733B5C-8D6C-E8BF-5A39-21335B622958}"/>
              </a:ext>
            </a:extLst>
          </p:cNvPr>
          <p:cNvSpPr txBox="1"/>
          <p:nvPr/>
        </p:nvSpPr>
        <p:spPr>
          <a:xfrm>
            <a:off x="169579" y="908323"/>
            <a:ext cx="4482824" cy="5940088"/>
          </a:xfrm>
          <a:prstGeom prst="rect">
            <a:avLst/>
          </a:prstGeom>
          <a:noFill/>
        </p:spPr>
        <p:txBody>
          <a:bodyPr wrap="square">
            <a:spAutoFit/>
          </a:bodyPr>
          <a:lstStyle/>
          <a:p>
            <a:pPr marL="285750" indent="-285750" algn="just">
              <a:buFont typeface="Arial" panose="020B0604020202020204" pitchFamily="34" charset="0"/>
              <a:buChar char="•"/>
            </a:pPr>
            <a:r>
              <a:rPr lang="en-US" sz="2000" dirty="0">
                <a:solidFill>
                  <a:schemeClr val="bg1"/>
                </a:solidFill>
              </a:rPr>
              <a:t>The </a:t>
            </a:r>
            <a:r>
              <a:rPr lang="en-US" sz="2000" b="1" dirty="0">
                <a:solidFill>
                  <a:srgbClr val="FCA701"/>
                </a:solidFill>
              </a:rPr>
              <a:t>accuracy</a:t>
            </a:r>
            <a:r>
              <a:rPr lang="en-US" sz="2000" dirty="0">
                <a:solidFill>
                  <a:schemeClr val="bg1"/>
                </a:solidFill>
              </a:rPr>
              <a:t> is </a:t>
            </a:r>
            <a:r>
              <a:rPr lang="en-US" sz="2000" b="1" dirty="0">
                <a:solidFill>
                  <a:srgbClr val="FCA701"/>
                </a:solidFill>
              </a:rPr>
              <a:t>0.9843</a:t>
            </a:r>
            <a:r>
              <a:rPr lang="en-US" sz="2000" dirty="0">
                <a:solidFill>
                  <a:srgbClr val="FCA701"/>
                </a:solidFill>
              </a:rPr>
              <a:t> (98.43%)</a:t>
            </a:r>
            <a:r>
              <a:rPr lang="en-US" sz="2000" dirty="0">
                <a:solidFill>
                  <a:schemeClr val="bg1"/>
                </a:solidFill>
              </a:rPr>
              <a:t>, indicates model is highly accurate in predicting the delay categories.</a:t>
            </a:r>
          </a:p>
          <a:p>
            <a:pPr marL="285750" indent="-285750" algn="just">
              <a:buFont typeface="Arial" panose="020B0604020202020204" pitchFamily="34" charset="0"/>
              <a:buChar char="•"/>
            </a:pPr>
            <a:endParaRPr lang="en-US" sz="2000" dirty="0">
              <a:solidFill>
                <a:schemeClr val="bg1"/>
              </a:solidFill>
            </a:endParaRPr>
          </a:p>
          <a:p>
            <a:pPr marL="285750" indent="-285750" algn="just">
              <a:buFont typeface="Arial" panose="020B0604020202020204" pitchFamily="34" charset="0"/>
              <a:buChar char="•"/>
            </a:pPr>
            <a:r>
              <a:rPr lang="en-US" sz="2000" dirty="0">
                <a:solidFill>
                  <a:schemeClr val="bg1"/>
                </a:solidFill>
              </a:rPr>
              <a:t>The </a:t>
            </a:r>
            <a:r>
              <a:rPr lang="en-US" sz="2000" b="1" dirty="0">
                <a:solidFill>
                  <a:srgbClr val="FCA701"/>
                </a:solidFill>
              </a:rPr>
              <a:t>Kappa</a:t>
            </a:r>
            <a:r>
              <a:rPr lang="en-US" sz="2000" dirty="0">
                <a:solidFill>
                  <a:schemeClr val="bg1"/>
                </a:solidFill>
              </a:rPr>
              <a:t> value of </a:t>
            </a:r>
            <a:r>
              <a:rPr lang="en-US" sz="2000" b="1" dirty="0">
                <a:solidFill>
                  <a:srgbClr val="FCA701"/>
                </a:solidFill>
              </a:rPr>
              <a:t>0.9728</a:t>
            </a:r>
            <a:r>
              <a:rPr lang="en-US" sz="2000" dirty="0">
                <a:solidFill>
                  <a:schemeClr val="bg1"/>
                </a:solidFill>
              </a:rPr>
              <a:t> indicates excellent agreement between the predicted and actual categories beyond chance.</a:t>
            </a:r>
          </a:p>
          <a:p>
            <a:pPr marL="285750" indent="-285750" algn="just">
              <a:buFont typeface="Arial" panose="020B0604020202020204" pitchFamily="34" charset="0"/>
              <a:buChar char="•"/>
            </a:pPr>
            <a:endParaRPr lang="en-US" sz="2000" dirty="0">
              <a:solidFill>
                <a:schemeClr val="bg1"/>
              </a:solidFill>
            </a:endParaRPr>
          </a:p>
          <a:p>
            <a:pPr marL="285750" indent="-285750" algn="just">
              <a:buFont typeface="Arial" panose="020B0604020202020204" pitchFamily="34" charset="0"/>
              <a:buChar char="•"/>
            </a:pPr>
            <a:r>
              <a:rPr lang="en-US" sz="2000" b="1" dirty="0">
                <a:solidFill>
                  <a:srgbClr val="FCA701"/>
                </a:solidFill>
              </a:rPr>
              <a:t>Sensitivity</a:t>
            </a:r>
            <a:r>
              <a:rPr lang="en-US" sz="2000" dirty="0">
                <a:solidFill>
                  <a:srgbClr val="FCA701"/>
                </a:solidFill>
              </a:rPr>
              <a:t>:</a:t>
            </a:r>
            <a:r>
              <a:rPr lang="en-US" sz="2000" dirty="0">
                <a:solidFill>
                  <a:schemeClr val="bg1"/>
                </a:solidFill>
              </a:rPr>
              <a:t> very high values for all classes, particularly "</a:t>
            </a:r>
            <a:r>
              <a:rPr lang="en-US" sz="2000" b="1" dirty="0">
                <a:solidFill>
                  <a:srgbClr val="FCA701"/>
                </a:solidFill>
              </a:rPr>
              <a:t>Long Delay</a:t>
            </a:r>
            <a:r>
              <a:rPr lang="en-US" sz="2000" dirty="0">
                <a:solidFill>
                  <a:schemeClr val="bg1"/>
                </a:solidFill>
              </a:rPr>
              <a:t>" (</a:t>
            </a:r>
            <a:r>
              <a:rPr lang="en-US" sz="2000" dirty="0">
                <a:solidFill>
                  <a:srgbClr val="FCA701"/>
                </a:solidFill>
              </a:rPr>
              <a:t>99.40%</a:t>
            </a:r>
            <a:r>
              <a:rPr lang="en-US" sz="2000" dirty="0">
                <a:solidFill>
                  <a:schemeClr val="bg1"/>
                </a:solidFill>
              </a:rPr>
              <a:t>) and "</a:t>
            </a:r>
            <a:r>
              <a:rPr lang="en-US" sz="2000" b="1" dirty="0">
                <a:solidFill>
                  <a:srgbClr val="FCA701"/>
                </a:solidFill>
              </a:rPr>
              <a:t>Very Long Delay</a:t>
            </a:r>
            <a:r>
              <a:rPr lang="en-US" sz="2000" dirty="0">
                <a:solidFill>
                  <a:schemeClr val="bg1"/>
                </a:solidFill>
              </a:rPr>
              <a:t>" (</a:t>
            </a:r>
            <a:r>
              <a:rPr lang="en-US" sz="2000" dirty="0">
                <a:solidFill>
                  <a:srgbClr val="FCA701"/>
                </a:solidFill>
              </a:rPr>
              <a:t>98.74%</a:t>
            </a:r>
            <a:r>
              <a:rPr lang="en-US" sz="2000" dirty="0">
                <a:solidFill>
                  <a:schemeClr val="bg1"/>
                </a:solidFill>
              </a:rPr>
              <a:t>), indicating strong identification capabilities.</a:t>
            </a:r>
          </a:p>
          <a:p>
            <a:pPr marL="285750" indent="-285750" algn="just">
              <a:buFont typeface="Arial" panose="020B0604020202020204" pitchFamily="34" charset="0"/>
              <a:buChar char="•"/>
            </a:pPr>
            <a:endParaRPr lang="en-US" sz="2000" dirty="0">
              <a:solidFill>
                <a:schemeClr val="bg1"/>
              </a:solidFill>
            </a:endParaRPr>
          </a:p>
          <a:p>
            <a:pPr marL="285750" indent="-285750" algn="just">
              <a:buFont typeface="Arial" panose="020B0604020202020204" pitchFamily="34" charset="0"/>
              <a:buChar char="•"/>
            </a:pPr>
            <a:r>
              <a:rPr lang="en-US" sz="2000" b="1" dirty="0">
                <a:solidFill>
                  <a:srgbClr val="FCA701"/>
                </a:solidFill>
              </a:rPr>
              <a:t>Specificity</a:t>
            </a:r>
            <a:r>
              <a:rPr lang="en-US" sz="2000" dirty="0">
                <a:solidFill>
                  <a:schemeClr val="bg1"/>
                </a:solidFill>
              </a:rPr>
              <a:t>: values are high for all the classes, suggesting that the model avoids misclassifying other classes as a given class.</a:t>
            </a:r>
            <a:endParaRPr lang="en-CA" sz="2000" dirty="0">
              <a:solidFill>
                <a:schemeClr val="bg1"/>
              </a:solidFill>
            </a:endParaRPr>
          </a:p>
        </p:txBody>
      </p:sp>
      <p:pic>
        <p:nvPicPr>
          <p:cNvPr id="13" name="Imagen 12">
            <a:extLst>
              <a:ext uri="{FF2B5EF4-FFF2-40B4-BE49-F238E27FC236}">
                <a16:creationId xmlns:a16="http://schemas.microsoft.com/office/drawing/2014/main" id="{A3353632-5F37-529D-9A61-F3B62BC6AE42}"/>
              </a:ext>
            </a:extLst>
          </p:cNvPr>
          <p:cNvPicPr>
            <a:picLocks noChangeAspect="1"/>
          </p:cNvPicPr>
          <p:nvPr/>
        </p:nvPicPr>
        <p:blipFill>
          <a:blip r:embed="rId3"/>
          <a:stretch>
            <a:fillRect/>
          </a:stretch>
        </p:blipFill>
        <p:spPr>
          <a:xfrm>
            <a:off x="4843114" y="959856"/>
            <a:ext cx="7121424" cy="5580577"/>
          </a:xfrm>
          <a:prstGeom prst="rect">
            <a:avLst/>
          </a:prstGeom>
        </p:spPr>
      </p:pic>
      <p:pic>
        <p:nvPicPr>
          <p:cNvPr id="16" name="Imagen 15">
            <a:extLst>
              <a:ext uri="{FF2B5EF4-FFF2-40B4-BE49-F238E27FC236}">
                <a16:creationId xmlns:a16="http://schemas.microsoft.com/office/drawing/2014/main" id="{7ED6086A-C924-8400-78A7-77198C313CE9}"/>
              </a:ext>
            </a:extLst>
          </p:cNvPr>
          <p:cNvPicPr>
            <a:picLocks noChangeAspect="1"/>
          </p:cNvPicPr>
          <p:nvPr/>
        </p:nvPicPr>
        <p:blipFill>
          <a:blip r:embed="rId4"/>
          <a:srcRect l="65685" t="34869" r="23168" b="53526"/>
          <a:stretch/>
        </p:blipFill>
        <p:spPr>
          <a:xfrm>
            <a:off x="10988143" y="9589"/>
            <a:ext cx="591134" cy="555321"/>
          </a:xfrm>
          <a:prstGeom prst="rect">
            <a:avLst/>
          </a:prstGeom>
        </p:spPr>
      </p:pic>
      <p:pic>
        <p:nvPicPr>
          <p:cNvPr id="17" name="Imagen 16">
            <a:extLst>
              <a:ext uri="{FF2B5EF4-FFF2-40B4-BE49-F238E27FC236}">
                <a16:creationId xmlns:a16="http://schemas.microsoft.com/office/drawing/2014/main" id="{E2FE08F5-F46D-6070-E8FA-41272874D5CA}"/>
              </a:ext>
            </a:extLst>
          </p:cNvPr>
          <p:cNvPicPr>
            <a:picLocks noChangeAspect="1"/>
          </p:cNvPicPr>
          <p:nvPr/>
        </p:nvPicPr>
        <p:blipFill>
          <a:blip r:embed="rId4"/>
          <a:srcRect l="55103" t="34951" r="33750" b="53444"/>
          <a:stretch/>
        </p:blipFill>
        <p:spPr>
          <a:xfrm>
            <a:off x="10412163" y="9589"/>
            <a:ext cx="591134" cy="555321"/>
          </a:xfrm>
          <a:prstGeom prst="rect">
            <a:avLst/>
          </a:prstGeom>
        </p:spPr>
      </p:pic>
      <p:pic>
        <p:nvPicPr>
          <p:cNvPr id="18" name="Imagen 17">
            <a:extLst>
              <a:ext uri="{FF2B5EF4-FFF2-40B4-BE49-F238E27FC236}">
                <a16:creationId xmlns:a16="http://schemas.microsoft.com/office/drawing/2014/main" id="{F02607C1-DD0C-BF1B-85FF-4C09EB71074C}"/>
              </a:ext>
            </a:extLst>
          </p:cNvPr>
          <p:cNvPicPr>
            <a:picLocks noChangeAspect="1"/>
          </p:cNvPicPr>
          <p:nvPr/>
        </p:nvPicPr>
        <p:blipFill>
          <a:blip r:embed="rId4"/>
          <a:srcRect l="44479" t="34951" r="44374" b="53444"/>
          <a:stretch/>
        </p:blipFill>
        <p:spPr>
          <a:xfrm>
            <a:off x="4076427" y="9589"/>
            <a:ext cx="591134" cy="555321"/>
          </a:xfrm>
          <a:prstGeom prst="rect">
            <a:avLst/>
          </a:prstGeom>
        </p:spPr>
      </p:pic>
      <p:pic>
        <p:nvPicPr>
          <p:cNvPr id="20" name="Imagen 19">
            <a:extLst>
              <a:ext uri="{FF2B5EF4-FFF2-40B4-BE49-F238E27FC236}">
                <a16:creationId xmlns:a16="http://schemas.microsoft.com/office/drawing/2014/main" id="{FD8E01C1-1D69-61AA-D7E6-AE8A6A90FBCB}"/>
              </a:ext>
            </a:extLst>
          </p:cNvPr>
          <p:cNvPicPr>
            <a:picLocks noChangeAspect="1"/>
          </p:cNvPicPr>
          <p:nvPr/>
        </p:nvPicPr>
        <p:blipFill>
          <a:blip r:embed="rId4"/>
          <a:srcRect l="55117" t="6975" r="33736" b="81420"/>
          <a:stretch/>
        </p:blipFill>
        <p:spPr>
          <a:xfrm>
            <a:off x="9836187" y="9589"/>
            <a:ext cx="591134" cy="555321"/>
          </a:xfrm>
          <a:prstGeom prst="rect">
            <a:avLst/>
          </a:prstGeom>
        </p:spPr>
      </p:pic>
      <p:pic>
        <p:nvPicPr>
          <p:cNvPr id="24" name="Imagen 23">
            <a:extLst>
              <a:ext uri="{FF2B5EF4-FFF2-40B4-BE49-F238E27FC236}">
                <a16:creationId xmlns:a16="http://schemas.microsoft.com/office/drawing/2014/main" id="{543FFFB7-ABC6-E899-0715-B370F996A0F4}"/>
              </a:ext>
            </a:extLst>
          </p:cNvPr>
          <p:cNvPicPr>
            <a:picLocks noChangeAspect="1"/>
          </p:cNvPicPr>
          <p:nvPr/>
        </p:nvPicPr>
        <p:blipFill>
          <a:blip r:embed="rId4"/>
          <a:srcRect l="12605" t="6975" r="76248" b="81420"/>
          <a:stretch/>
        </p:blipFill>
        <p:spPr>
          <a:xfrm>
            <a:off x="4652403" y="9589"/>
            <a:ext cx="591134" cy="555321"/>
          </a:xfrm>
          <a:prstGeom prst="rect">
            <a:avLst/>
          </a:prstGeom>
        </p:spPr>
      </p:pic>
      <p:pic>
        <p:nvPicPr>
          <p:cNvPr id="26" name="Imagen 25">
            <a:extLst>
              <a:ext uri="{FF2B5EF4-FFF2-40B4-BE49-F238E27FC236}">
                <a16:creationId xmlns:a16="http://schemas.microsoft.com/office/drawing/2014/main" id="{749D7D80-6746-F3FD-D794-6E09DF995982}"/>
              </a:ext>
            </a:extLst>
          </p:cNvPr>
          <p:cNvPicPr>
            <a:picLocks noChangeAspect="1"/>
          </p:cNvPicPr>
          <p:nvPr/>
        </p:nvPicPr>
        <p:blipFill>
          <a:blip r:embed="rId4"/>
          <a:srcRect l="44516" t="6975" r="44337" b="81420"/>
          <a:stretch/>
        </p:blipFill>
        <p:spPr>
          <a:xfrm>
            <a:off x="5804355" y="9589"/>
            <a:ext cx="591134" cy="555321"/>
          </a:xfrm>
          <a:prstGeom prst="rect">
            <a:avLst/>
          </a:prstGeom>
        </p:spPr>
      </p:pic>
      <p:pic>
        <p:nvPicPr>
          <p:cNvPr id="27" name="Imagen 26">
            <a:extLst>
              <a:ext uri="{FF2B5EF4-FFF2-40B4-BE49-F238E27FC236}">
                <a16:creationId xmlns:a16="http://schemas.microsoft.com/office/drawing/2014/main" id="{ECC38A49-CE73-C2E2-A8F4-5CF1A076F2CA}"/>
              </a:ext>
            </a:extLst>
          </p:cNvPr>
          <p:cNvPicPr>
            <a:picLocks noChangeAspect="1"/>
          </p:cNvPicPr>
          <p:nvPr/>
        </p:nvPicPr>
        <p:blipFill>
          <a:blip r:embed="rId4"/>
          <a:srcRect l="65751" t="21142" r="23101" b="67253"/>
          <a:stretch/>
        </p:blipFill>
        <p:spPr>
          <a:xfrm>
            <a:off x="6956307" y="9589"/>
            <a:ext cx="591134" cy="555321"/>
          </a:xfrm>
          <a:prstGeom prst="rect">
            <a:avLst/>
          </a:prstGeom>
        </p:spPr>
      </p:pic>
      <p:pic>
        <p:nvPicPr>
          <p:cNvPr id="28" name="Imagen 27">
            <a:extLst>
              <a:ext uri="{FF2B5EF4-FFF2-40B4-BE49-F238E27FC236}">
                <a16:creationId xmlns:a16="http://schemas.microsoft.com/office/drawing/2014/main" id="{A469EFF6-3D08-F069-3054-510B7977F8C0}"/>
              </a:ext>
            </a:extLst>
          </p:cNvPr>
          <p:cNvPicPr>
            <a:picLocks noChangeAspect="1"/>
          </p:cNvPicPr>
          <p:nvPr/>
        </p:nvPicPr>
        <p:blipFill>
          <a:blip r:embed="rId4"/>
          <a:srcRect l="76281" t="21082" r="12572" b="67313"/>
          <a:stretch/>
        </p:blipFill>
        <p:spPr>
          <a:xfrm>
            <a:off x="5228379" y="9589"/>
            <a:ext cx="591134" cy="555321"/>
          </a:xfrm>
          <a:prstGeom prst="rect">
            <a:avLst/>
          </a:prstGeom>
        </p:spPr>
      </p:pic>
      <p:pic>
        <p:nvPicPr>
          <p:cNvPr id="32" name="Imagen 31">
            <a:extLst>
              <a:ext uri="{FF2B5EF4-FFF2-40B4-BE49-F238E27FC236}">
                <a16:creationId xmlns:a16="http://schemas.microsoft.com/office/drawing/2014/main" id="{E3D01991-D250-6AA3-8591-146FF8F87F44}"/>
              </a:ext>
            </a:extLst>
          </p:cNvPr>
          <p:cNvPicPr>
            <a:picLocks noChangeAspect="1"/>
          </p:cNvPicPr>
          <p:nvPr/>
        </p:nvPicPr>
        <p:blipFill>
          <a:blip r:embed="rId4"/>
          <a:srcRect l="12624" t="34906" r="76229" b="53489"/>
          <a:stretch/>
        </p:blipFill>
        <p:spPr>
          <a:xfrm>
            <a:off x="6380331" y="9589"/>
            <a:ext cx="591134" cy="555321"/>
          </a:xfrm>
          <a:prstGeom prst="rect">
            <a:avLst/>
          </a:prstGeom>
        </p:spPr>
      </p:pic>
      <p:pic>
        <p:nvPicPr>
          <p:cNvPr id="33" name="Imagen 32">
            <a:extLst>
              <a:ext uri="{FF2B5EF4-FFF2-40B4-BE49-F238E27FC236}">
                <a16:creationId xmlns:a16="http://schemas.microsoft.com/office/drawing/2014/main" id="{99028382-B1DC-A3D8-3FFD-C800D37DDD98}"/>
              </a:ext>
            </a:extLst>
          </p:cNvPr>
          <p:cNvPicPr>
            <a:picLocks noChangeAspect="1"/>
          </p:cNvPicPr>
          <p:nvPr/>
        </p:nvPicPr>
        <p:blipFill>
          <a:blip r:embed="rId4"/>
          <a:srcRect l="44479" t="34951" r="44374" b="53444"/>
          <a:stretch/>
        </p:blipFill>
        <p:spPr>
          <a:xfrm>
            <a:off x="9260211" y="9589"/>
            <a:ext cx="591134" cy="555321"/>
          </a:xfrm>
          <a:prstGeom prst="rect">
            <a:avLst/>
          </a:prstGeom>
        </p:spPr>
      </p:pic>
      <p:pic>
        <p:nvPicPr>
          <p:cNvPr id="34" name="Imagen 33">
            <a:extLst>
              <a:ext uri="{FF2B5EF4-FFF2-40B4-BE49-F238E27FC236}">
                <a16:creationId xmlns:a16="http://schemas.microsoft.com/office/drawing/2014/main" id="{F5C14BCC-9800-7DE6-C6E7-732BE0C60650}"/>
              </a:ext>
            </a:extLst>
          </p:cNvPr>
          <p:cNvPicPr>
            <a:picLocks noChangeAspect="1"/>
          </p:cNvPicPr>
          <p:nvPr/>
        </p:nvPicPr>
        <p:blipFill>
          <a:blip r:embed="rId4"/>
          <a:srcRect l="65717" t="6975" r="23136" b="81420"/>
          <a:stretch/>
        </p:blipFill>
        <p:spPr>
          <a:xfrm>
            <a:off x="8108259" y="9589"/>
            <a:ext cx="591134" cy="555321"/>
          </a:xfrm>
          <a:prstGeom prst="rect">
            <a:avLst/>
          </a:prstGeom>
        </p:spPr>
      </p:pic>
      <p:grpSp>
        <p:nvGrpSpPr>
          <p:cNvPr id="36" name="Grupo 35">
            <a:extLst>
              <a:ext uri="{FF2B5EF4-FFF2-40B4-BE49-F238E27FC236}">
                <a16:creationId xmlns:a16="http://schemas.microsoft.com/office/drawing/2014/main" id="{A3ECFD9A-5D94-4B3A-5277-39D18C212256}"/>
              </a:ext>
            </a:extLst>
          </p:cNvPr>
          <p:cNvGrpSpPr/>
          <p:nvPr/>
        </p:nvGrpSpPr>
        <p:grpSpPr>
          <a:xfrm>
            <a:off x="7532283" y="9589"/>
            <a:ext cx="591134" cy="555321"/>
            <a:chOff x="5053733" y="4472706"/>
            <a:chExt cx="764498" cy="795862"/>
          </a:xfrm>
        </p:grpSpPr>
        <p:pic>
          <p:nvPicPr>
            <p:cNvPr id="37" name="Imagen 36">
              <a:extLst>
                <a:ext uri="{FF2B5EF4-FFF2-40B4-BE49-F238E27FC236}">
                  <a16:creationId xmlns:a16="http://schemas.microsoft.com/office/drawing/2014/main" id="{B2177F8B-4007-492F-9DA2-204060D8A15A}"/>
                </a:ext>
              </a:extLst>
            </p:cNvPr>
            <p:cNvPicPr>
              <a:picLocks noChangeAspect="1"/>
            </p:cNvPicPr>
            <p:nvPr/>
          </p:nvPicPr>
          <p:blipFill>
            <a:blip r:embed="rId4"/>
            <a:srcRect l="65685" t="49149" r="23168" b="39246"/>
            <a:stretch/>
          </p:blipFill>
          <p:spPr>
            <a:xfrm>
              <a:off x="5053733" y="4472706"/>
              <a:ext cx="764498" cy="795862"/>
            </a:xfrm>
            <a:prstGeom prst="rect">
              <a:avLst/>
            </a:prstGeom>
          </p:spPr>
        </p:pic>
        <p:pic>
          <p:nvPicPr>
            <p:cNvPr id="38" name="Imagen 37">
              <a:extLst>
                <a:ext uri="{FF2B5EF4-FFF2-40B4-BE49-F238E27FC236}">
                  <a16:creationId xmlns:a16="http://schemas.microsoft.com/office/drawing/2014/main" id="{63947F0C-0B40-3431-71F0-C472DD347275}"/>
                </a:ext>
              </a:extLst>
            </p:cNvPr>
            <p:cNvPicPr>
              <a:picLocks noChangeAspect="1"/>
            </p:cNvPicPr>
            <p:nvPr/>
          </p:nvPicPr>
          <p:blipFill>
            <a:blip r:embed="rId4"/>
            <a:srcRect l="68939" t="57493" r="29532" b="40331"/>
            <a:stretch/>
          </p:blipFill>
          <p:spPr>
            <a:xfrm>
              <a:off x="5383594" y="5038725"/>
              <a:ext cx="128206" cy="149225"/>
            </a:xfrm>
            <a:prstGeom prst="rect">
              <a:avLst/>
            </a:prstGeom>
          </p:spPr>
        </p:pic>
      </p:grpSp>
      <p:pic>
        <p:nvPicPr>
          <p:cNvPr id="39" name="Imagen 38">
            <a:extLst>
              <a:ext uri="{FF2B5EF4-FFF2-40B4-BE49-F238E27FC236}">
                <a16:creationId xmlns:a16="http://schemas.microsoft.com/office/drawing/2014/main" id="{11FBE604-9207-7968-3909-57B5A7416A2F}"/>
              </a:ext>
            </a:extLst>
          </p:cNvPr>
          <p:cNvPicPr>
            <a:picLocks noChangeAspect="1"/>
          </p:cNvPicPr>
          <p:nvPr/>
        </p:nvPicPr>
        <p:blipFill>
          <a:blip r:embed="rId4"/>
          <a:srcRect l="12624" t="34906" r="76229" b="53489"/>
          <a:stretch/>
        </p:blipFill>
        <p:spPr>
          <a:xfrm>
            <a:off x="8684235" y="9589"/>
            <a:ext cx="591134" cy="555321"/>
          </a:xfrm>
          <a:prstGeom prst="rect">
            <a:avLst/>
          </a:prstGeom>
        </p:spPr>
      </p:pic>
      <p:pic>
        <p:nvPicPr>
          <p:cNvPr id="41" name="Imagen 40">
            <a:extLst>
              <a:ext uri="{FF2B5EF4-FFF2-40B4-BE49-F238E27FC236}">
                <a16:creationId xmlns:a16="http://schemas.microsoft.com/office/drawing/2014/main" id="{3FDABC9C-132E-B1E6-BD9F-E5D9B1AAE22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2902167" y="9589"/>
            <a:ext cx="654340" cy="579561"/>
          </a:xfrm>
          <a:prstGeom prst="rect">
            <a:avLst/>
          </a:prstGeom>
        </p:spPr>
      </p:pic>
    </p:spTree>
    <p:extLst>
      <p:ext uri="{BB962C8B-B14F-4D97-AF65-F5344CB8AC3E}">
        <p14:creationId xmlns:p14="http://schemas.microsoft.com/office/powerpoint/2010/main" val="40788912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6A15D-010F-9ECF-FB08-C47A909AF249}"/>
            </a:ext>
          </a:extLst>
        </p:cNvPr>
        <p:cNvGrpSpPr/>
        <p:nvPr/>
      </p:nvGrpSpPr>
      <p:grpSpPr>
        <a:xfrm>
          <a:off x="0" y="0"/>
          <a:ext cx="0" cy="0"/>
          <a:chOff x="0" y="0"/>
          <a:chExt cx="0" cy="0"/>
        </a:xfrm>
      </p:grpSpPr>
      <p:sp>
        <p:nvSpPr>
          <p:cNvPr id="3" name="CuadroTexto 35">
            <a:extLst>
              <a:ext uri="{FF2B5EF4-FFF2-40B4-BE49-F238E27FC236}">
                <a16:creationId xmlns:a16="http://schemas.microsoft.com/office/drawing/2014/main" id="{916CE3C8-2380-A696-AB5B-D7811CCC82BB}"/>
              </a:ext>
            </a:extLst>
          </p:cNvPr>
          <p:cNvSpPr txBox="1"/>
          <p:nvPr/>
        </p:nvSpPr>
        <p:spPr>
          <a:xfrm>
            <a:off x="698921" y="931104"/>
            <a:ext cx="4529458" cy="5632311"/>
          </a:xfrm>
          <a:prstGeom prst="rect">
            <a:avLst/>
          </a:prstGeom>
          <a:noFill/>
        </p:spPr>
        <p:txBody>
          <a:bodyPr wrap="square">
            <a:spAutoFit/>
          </a:bodyPr>
          <a:lstStyle/>
          <a:p>
            <a:pPr algn="just"/>
            <a:r>
              <a:rPr lang="en-CA" sz="2000" b="1" dirty="0">
                <a:solidFill>
                  <a:srgbClr val="FCA701"/>
                </a:solidFill>
              </a:rPr>
              <a:t>Mean Decrease Accuracy</a:t>
            </a:r>
            <a:r>
              <a:rPr lang="en-CA" sz="2000" dirty="0">
                <a:solidFill>
                  <a:srgbClr val="FCA701"/>
                </a:solidFill>
              </a:rPr>
              <a:t>:</a:t>
            </a:r>
          </a:p>
          <a:p>
            <a:pPr algn="just"/>
            <a:endParaRPr lang="en-CA" sz="2000" dirty="0">
              <a:solidFill>
                <a:schemeClr val="bg1"/>
              </a:solidFill>
            </a:endParaRPr>
          </a:p>
          <a:p>
            <a:pPr marL="342900" indent="-342900" algn="just">
              <a:buFont typeface="Arial" panose="020B0604020202020204" pitchFamily="34" charset="0"/>
              <a:buChar char="•"/>
            </a:pPr>
            <a:r>
              <a:rPr lang="en-CA" sz="2000" b="1" dirty="0">
                <a:solidFill>
                  <a:srgbClr val="FFB738"/>
                </a:solidFill>
              </a:rPr>
              <a:t>PC5</a:t>
            </a:r>
            <a:r>
              <a:rPr lang="en-CA" sz="2000" dirty="0">
                <a:solidFill>
                  <a:schemeClr val="bg1"/>
                </a:solidFill>
              </a:rPr>
              <a:t> has the highest impact on accuracy, followed by </a:t>
            </a:r>
            <a:r>
              <a:rPr lang="en-CA" sz="2000" b="1" dirty="0">
                <a:solidFill>
                  <a:srgbClr val="FFB738"/>
                </a:solidFill>
              </a:rPr>
              <a:t>PC6</a:t>
            </a:r>
            <a:r>
              <a:rPr lang="en-CA" sz="2000" dirty="0">
                <a:solidFill>
                  <a:schemeClr val="bg1"/>
                </a:solidFill>
              </a:rPr>
              <a:t>, meaning these components contribute the most to the model's predictions.</a:t>
            </a:r>
          </a:p>
          <a:p>
            <a:pPr algn="just">
              <a:buFont typeface="Arial" panose="020B0604020202020204" pitchFamily="34" charset="0"/>
              <a:buChar char="•"/>
            </a:pPr>
            <a:endParaRPr lang="en-CA" sz="2000" dirty="0">
              <a:solidFill>
                <a:schemeClr val="bg1"/>
              </a:solidFill>
            </a:endParaRPr>
          </a:p>
          <a:p>
            <a:pPr marL="342900" indent="-342900" algn="just">
              <a:buFont typeface="Arial" panose="020B0604020202020204" pitchFamily="34" charset="0"/>
              <a:buChar char="•"/>
            </a:pPr>
            <a:r>
              <a:rPr lang="en-CA" sz="2000" dirty="0">
                <a:solidFill>
                  <a:schemeClr val="bg1"/>
                </a:solidFill>
              </a:rPr>
              <a:t>Components like </a:t>
            </a:r>
            <a:r>
              <a:rPr lang="en-CA" sz="2000" b="1" dirty="0">
                <a:solidFill>
                  <a:srgbClr val="FFB738"/>
                </a:solidFill>
              </a:rPr>
              <a:t>PC3</a:t>
            </a:r>
            <a:r>
              <a:rPr lang="en-CA" sz="2000" dirty="0">
                <a:solidFill>
                  <a:schemeClr val="bg1"/>
                </a:solidFill>
              </a:rPr>
              <a:t> have the least impact, suggesting they add less value to the model in terms of predictive accuracy.</a:t>
            </a:r>
          </a:p>
          <a:p>
            <a:pPr algn="just"/>
            <a:endParaRPr lang="en-CA" sz="2000" b="1" dirty="0">
              <a:solidFill>
                <a:schemeClr val="bg1"/>
              </a:solidFill>
            </a:endParaRPr>
          </a:p>
          <a:p>
            <a:pPr algn="just"/>
            <a:r>
              <a:rPr lang="en-CA" sz="2000" b="1" dirty="0">
                <a:solidFill>
                  <a:srgbClr val="FCA701"/>
                </a:solidFill>
              </a:rPr>
              <a:t>Mean Decrease Gini:</a:t>
            </a:r>
          </a:p>
          <a:p>
            <a:pPr algn="just"/>
            <a:endParaRPr lang="en-CA" sz="2000" dirty="0">
              <a:solidFill>
                <a:schemeClr val="bg1"/>
              </a:solidFill>
            </a:endParaRPr>
          </a:p>
          <a:p>
            <a:pPr marL="342900" indent="-342900" algn="just">
              <a:buFont typeface="Arial" panose="020B0604020202020204" pitchFamily="34" charset="0"/>
              <a:buChar char="•"/>
            </a:pPr>
            <a:r>
              <a:rPr lang="en-CA" sz="2000" b="1" dirty="0">
                <a:solidFill>
                  <a:srgbClr val="FFB738"/>
                </a:solidFill>
              </a:rPr>
              <a:t>PC5</a:t>
            </a:r>
            <a:r>
              <a:rPr lang="en-CA" sz="2000" dirty="0">
                <a:solidFill>
                  <a:schemeClr val="bg1"/>
                </a:solidFill>
              </a:rPr>
              <a:t> shows the highest contribution to reducing impurity, followed by </a:t>
            </a:r>
            <a:r>
              <a:rPr lang="en-CA" sz="2000" b="1" dirty="0">
                <a:solidFill>
                  <a:srgbClr val="FFB738"/>
                </a:solidFill>
              </a:rPr>
              <a:t>PC6</a:t>
            </a:r>
            <a:r>
              <a:rPr lang="en-CA" sz="2000" dirty="0">
                <a:solidFill>
                  <a:schemeClr val="bg1"/>
                </a:solidFill>
              </a:rPr>
              <a:t>, and again </a:t>
            </a:r>
            <a:r>
              <a:rPr lang="en-CA" sz="2000" b="1" dirty="0">
                <a:solidFill>
                  <a:srgbClr val="FFB738"/>
                </a:solidFill>
              </a:rPr>
              <a:t>PC3</a:t>
            </a:r>
            <a:r>
              <a:rPr lang="en-CA" sz="2000" dirty="0">
                <a:solidFill>
                  <a:schemeClr val="bg1"/>
                </a:solidFill>
              </a:rPr>
              <a:t> shows the least impact.</a:t>
            </a:r>
          </a:p>
        </p:txBody>
      </p:sp>
      <p:pic>
        <p:nvPicPr>
          <p:cNvPr id="6" name="Imagen 5">
            <a:extLst>
              <a:ext uri="{FF2B5EF4-FFF2-40B4-BE49-F238E27FC236}">
                <a16:creationId xmlns:a16="http://schemas.microsoft.com/office/drawing/2014/main" id="{25CF1090-B873-4A59-1144-4392D5F980AC}"/>
              </a:ext>
            </a:extLst>
          </p:cNvPr>
          <p:cNvPicPr>
            <a:picLocks noChangeAspect="1"/>
          </p:cNvPicPr>
          <p:nvPr/>
        </p:nvPicPr>
        <p:blipFill>
          <a:blip r:embed="rId3"/>
          <a:srcRect l="65685" t="34869" r="23168" b="53526"/>
          <a:stretch/>
        </p:blipFill>
        <p:spPr>
          <a:xfrm>
            <a:off x="10988143" y="9589"/>
            <a:ext cx="591134" cy="555321"/>
          </a:xfrm>
          <a:prstGeom prst="rect">
            <a:avLst/>
          </a:prstGeom>
        </p:spPr>
      </p:pic>
      <p:pic>
        <p:nvPicPr>
          <p:cNvPr id="11" name="Imagen 10">
            <a:extLst>
              <a:ext uri="{FF2B5EF4-FFF2-40B4-BE49-F238E27FC236}">
                <a16:creationId xmlns:a16="http://schemas.microsoft.com/office/drawing/2014/main" id="{3B1050BF-F7D4-A262-B69D-989FBA9CD638}"/>
              </a:ext>
            </a:extLst>
          </p:cNvPr>
          <p:cNvPicPr>
            <a:picLocks noChangeAspect="1"/>
          </p:cNvPicPr>
          <p:nvPr/>
        </p:nvPicPr>
        <p:blipFill>
          <a:blip r:embed="rId3"/>
          <a:srcRect l="55103" t="34951" r="33750" b="53444"/>
          <a:stretch/>
        </p:blipFill>
        <p:spPr>
          <a:xfrm>
            <a:off x="10412163" y="9589"/>
            <a:ext cx="591134" cy="555321"/>
          </a:xfrm>
          <a:prstGeom prst="rect">
            <a:avLst/>
          </a:prstGeom>
        </p:spPr>
      </p:pic>
      <p:pic>
        <p:nvPicPr>
          <p:cNvPr id="13" name="Imagen 12">
            <a:extLst>
              <a:ext uri="{FF2B5EF4-FFF2-40B4-BE49-F238E27FC236}">
                <a16:creationId xmlns:a16="http://schemas.microsoft.com/office/drawing/2014/main" id="{12377279-2E01-C39B-88AA-B81C62A886CA}"/>
              </a:ext>
            </a:extLst>
          </p:cNvPr>
          <p:cNvPicPr>
            <a:picLocks noChangeAspect="1"/>
          </p:cNvPicPr>
          <p:nvPr/>
        </p:nvPicPr>
        <p:blipFill>
          <a:blip r:embed="rId3"/>
          <a:srcRect l="44479" t="34951" r="44374" b="53444"/>
          <a:stretch/>
        </p:blipFill>
        <p:spPr>
          <a:xfrm>
            <a:off x="4076427" y="9589"/>
            <a:ext cx="591134" cy="555321"/>
          </a:xfrm>
          <a:prstGeom prst="rect">
            <a:avLst/>
          </a:prstGeom>
        </p:spPr>
      </p:pic>
      <p:pic>
        <p:nvPicPr>
          <p:cNvPr id="16" name="Imagen 15">
            <a:extLst>
              <a:ext uri="{FF2B5EF4-FFF2-40B4-BE49-F238E27FC236}">
                <a16:creationId xmlns:a16="http://schemas.microsoft.com/office/drawing/2014/main" id="{539BD2A9-B836-28E5-1EF2-61FB5F93C74A}"/>
              </a:ext>
            </a:extLst>
          </p:cNvPr>
          <p:cNvPicPr>
            <a:picLocks noChangeAspect="1"/>
          </p:cNvPicPr>
          <p:nvPr/>
        </p:nvPicPr>
        <p:blipFill>
          <a:blip r:embed="rId3"/>
          <a:srcRect l="55117" t="6975" r="33736" b="81420"/>
          <a:stretch/>
        </p:blipFill>
        <p:spPr>
          <a:xfrm>
            <a:off x="9836187" y="9589"/>
            <a:ext cx="591134" cy="555321"/>
          </a:xfrm>
          <a:prstGeom prst="rect">
            <a:avLst/>
          </a:prstGeom>
        </p:spPr>
      </p:pic>
      <p:pic>
        <p:nvPicPr>
          <p:cNvPr id="17" name="Imagen 16">
            <a:extLst>
              <a:ext uri="{FF2B5EF4-FFF2-40B4-BE49-F238E27FC236}">
                <a16:creationId xmlns:a16="http://schemas.microsoft.com/office/drawing/2014/main" id="{F0DCB735-3149-FEE8-18A9-1A37B3DBB5F4}"/>
              </a:ext>
            </a:extLst>
          </p:cNvPr>
          <p:cNvPicPr>
            <a:picLocks noChangeAspect="1"/>
          </p:cNvPicPr>
          <p:nvPr/>
        </p:nvPicPr>
        <p:blipFill>
          <a:blip r:embed="rId3"/>
          <a:srcRect l="12605" t="6975" r="76248" b="81420"/>
          <a:stretch/>
        </p:blipFill>
        <p:spPr>
          <a:xfrm>
            <a:off x="4652403" y="9589"/>
            <a:ext cx="591134" cy="555321"/>
          </a:xfrm>
          <a:prstGeom prst="rect">
            <a:avLst/>
          </a:prstGeom>
        </p:spPr>
      </p:pic>
      <p:pic>
        <p:nvPicPr>
          <p:cNvPr id="18" name="Imagen 17">
            <a:extLst>
              <a:ext uri="{FF2B5EF4-FFF2-40B4-BE49-F238E27FC236}">
                <a16:creationId xmlns:a16="http://schemas.microsoft.com/office/drawing/2014/main" id="{634BC673-1431-13D9-024B-428F94903207}"/>
              </a:ext>
            </a:extLst>
          </p:cNvPr>
          <p:cNvPicPr>
            <a:picLocks noChangeAspect="1"/>
          </p:cNvPicPr>
          <p:nvPr/>
        </p:nvPicPr>
        <p:blipFill>
          <a:blip r:embed="rId3"/>
          <a:srcRect l="44516" t="6975" r="44337" b="81420"/>
          <a:stretch/>
        </p:blipFill>
        <p:spPr>
          <a:xfrm>
            <a:off x="5804355" y="9589"/>
            <a:ext cx="591134" cy="555321"/>
          </a:xfrm>
          <a:prstGeom prst="rect">
            <a:avLst/>
          </a:prstGeom>
        </p:spPr>
      </p:pic>
      <p:pic>
        <p:nvPicPr>
          <p:cNvPr id="20" name="Imagen 19">
            <a:extLst>
              <a:ext uri="{FF2B5EF4-FFF2-40B4-BE49-F238E27FC236}">
                <a16:creationId xmlns:a16="http://schemas.microsoft.com/office/drawing/2014/main" id="{07004276-4063-8D3D-00D4-885EF1AE2A8C}"/>
              </a:ext>
            </a:extLst>
          </p:cNvPr>
          <p:cNvPicPr>
            <a:picLocks noChangeAspect="1"/>
          </p:cNvPicPr>
          <p:nvPr/>
        </p:nvPicPr>
        <p:blipFill>
          <a:blip r:embed="rId3"/>
          <a:srcRect l="65751" t="21142" r="23101" b="67253"/>
          <a:stretch/>
        </p:blipFill>
        <p:spPr>
          <a:xfrm>
            <a:off x="6956307" y="9589"/>
            <a:ext cx="591134" cy="555321"/>
          </a:xfrm>
          <a:prstGeom prst="rect">
            <a:avLst/>
          </a:prstGeom>
        </p:spPr>
      </p:pic>
      <p:pic>
        <p:nvPicPr>
          <p:cNvPr id="24" name="Imagen 23">
            <a:extLst>
              <a:ext uri="{FF2B5EF4-FFF2-40B4-BE49-F238E27FC236}">
                <a16:creationId xmlns:a16="http://schemas.microsoft.com/office/drawing/2014/main" id="{A5E93F69-4F17-6D85-257F-3D6C35CBBE3B}"/>
              </a:ext>
            </a:extLst>
          </p:cNvPr>
          <p:cNvPicPr>
            <a:picLocks noChangeAspect="1"/>
          </p:cNvPicPr>
          <p:nvPr/>
        </p:nvPicPr>
        <p:blipFill>
          <a:blip r:embed="rId3"/>
          <a:srcRect l="76281" t="21082" r="12572" b="67313"/>
          <a:stretch/>
        </p:blipFill>
        <p:spPr>
          <a:xfrm>
            <a:off x="5228379" y="9589"/>
            <a:ext cx="591134" cy="555321"/>
          </a:xfrm>
          <a:prstGeom prst="rect">
            <a:avLst/>
          </a:prstGeom>
        </p:spPr>
      </p:pic>
      <p:pic>
        <p:nvPicPr>
          <p:cNvPr id="26" name="Imagen 25">
            <a:extLst>
              <a:ext uri="{FF2B5EF4-FFF2-40B4-BE49-F238E27FC236}">
                <a16:creationId xmlns:a16="http://schemas.microsoft.com/office/drawing/2014/main" id="{EFFE3483-81A4-6134-A0E4-9E92463E3FED}"/>
              </a:ext>
            </a:extLst>
          </p:cNvPr>
          <p:cNvPicPr>
            <a:picLocks noChangeAspect="1"/>
          </p:cNvPicPr>
          <p:nvPr/>
        </p:nvPicPr>
        <p:blipFill>
          <a:blip r:embed="rId3"/>
          <a:srcRect l="12624" t="34906" r="76229" b="53489"/>
          <a:stretch/>
        </p:blipFill>
        <p:spPr>
          <a:xfrm>
            <a:off x="6380331" y="9589"/>
            <a:ext cx="591134" cy="555321"/>
          </a:xfrm>
          <a:prstGeom prst="rect">
            <a:avLst/>
          </a:prstGeom>
        </p:spPr>
      </p:pic>
      <p:pic>
        <p:nvPicPr>
          <p:cNvPr id="27" name="Imagen 26">
            <a:extLst>
              <a:ext uri="{FF2B5EF4-FFF2-40B4-BE49-F238E27FC236}">
                <a16:creationId xmlns:a16="http://schemas.microsoft.com/office/drawing/2014/main" id="{CBC4B652-118D-A36A-4961-882947133641}"/>
              </a:ext>
            </a:extLst>
          </p:cNvPr>
          <p:cNvPicPr>
            <a:picLocks noChangeAspect="1"/>
          </p:cNvPicPr>
          <p:nvPr/>
        </p:nvPicPr>
        <p:blipFill>
          <a:blip r:embed="rId3"/>
          <a:srcRect l="44479" t="34951" r="44374" b="53444"/>
          <a:stretch/>
        </p:blipFill>
        <p:spPr>
          <a:xfrm>
            <a:off x="9260211" y="9589"/>
            <a:ext cx="591134" cy="555321"/>
          </a:xfrm>
          <a:prstGeom prst="rect">
            <a:avLst/>
          </a:prstGeom>
        </p:spPr>
      </p:pic>
      <p:pic>
        <p:nvPicPr>
          <p:cNvPr id="28" name="Imagen 27">
            <a:extLst>
              <a:ext uri="{FF2B5EF4-FFF2-40B4-BE49-F238E27FC236}">
                <a16:creationId xmlns:a16="http://schemas.microsoft.com/office/drawing/2014/main" id="{D1349D71-81A9-B9BE-E748-D26DB142AFF3}"/>
              </a:ext>
            </a:extLst>
          </p:cNvPr>
          <p:cNvPicPr>
            <a:picLocks noChangeAspect="1"/>
          </p:cNvPicPr>
          <p:nvPr/>
        </p:nvPicPr>
        <p:blipFill>
          <a:blip r:embed="rId3"/>
          <a:srcRect l="65717" t="6975" r="23136" b="81420"/>
          <a:stretch/>
        </p:blipFill>
        <p:spPr>
          <a:xfrm>
            <a:off x="8108259" y="9589"/>
            <a:ext cx="591134" cy="555321"/>
          </a:xfrm>
          <a:prstGeom prst="rect">
            <a:avLst/>
          </a:prstGeom>
        </p:spPr>
      </p:pic>
      <p:grpSp>
        <p:nvGrpSpPr>
          <p:cNvPr id="32" name="Grupo 31">
            <a:extLst>
              <a:ext uri="{FF2B5EF4-FFF2-40B4-BE49-F238E27FC236}">
                <a16:creationId xmlns:a16="http://schemas.microsoft.com/office/drawing/2014/main" id="{76C09392-40FF-CD40-47D0-9A9CA8548D8F}"/>
              </a:ext>
            </a:extLst>
          </p:cNvPr>
          <p:cNvGrpSpPr/>
          <p:nvPr/>
        </p:nvGrpSpPr>
        <p:grpSpPr>
          <a:xfrm>
            <a:off x="7532283" y="9589"/>
            <a:ext cx="591134" cy="555321"/>
            <a:chOff x="5053733" y="4472706"/>
            <a:chExt cx="764498" cy="795862"/>
          </a:xfrm>
        </p:grpSpPr>
        <p:pic>
          <p:nvPicPr>
            <p:cNvPr id="33" name="Imagen 32">
              <a:extLst>
                <a:ext uri="{FF2B5EF4-FFF2-40B4-BE49-F238E27FC236}">
                  <a16:creationId xmlns:a16="http://schemas.microsoft.com/office/drawing/2014/main" id="{B39FE2F1-393E-E950-C922-E6C08E92ACFD}"/>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34" name="Imagen 33">
              <a:extLst>
                <a:ext uri="{FF2B5EF4-FFF2-40B4-BE49-F238E27FC236}">
                  <a16:creationId xmlns:a16="http://schemas.microsoft.com/office/drawing/2014/main" id="{6044573F-9432-A56A-C054-B75078E7462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35" name="Imagen 34">
            <a:extLst>
              <a:ext uri="{FF2B5EF4-FFF2-40B4-BE49-F238E27FC236}">
                <a16:creationId xmlns:a16="http://schemas.microsoft.com/office/drawing/2014/main" id="{5E41AEB9-6B21-71AC-F8E9-EEA3250BAB9B}"/>
              </a:ext>
            </a:extLst>
          </p:cNvPr>
          <p:cNvPicPr>
            <a:picLocks noChangeAspect="1"/>
          </p:cNvPicPr>
          <p:nvPr/>
        </p:nvPicPr>
        <p:blipFill>
          <a:blip r:embed="rId3"/>
          <a:srcRect l="12624" t="34906" r="76229" b="53489"/>
          <a:stretch/>
        </p:blipFill>
        <p:spPr>
          <a:xfrm>
            <a:off x="8684235" y="9589"/>
            <a:ext cx="591134" cy="555321"/>
          </a:xfrm>
          <a:prstGeom prst="rect">
            <a:avLst/>
          </a:prstGeom>
        </p:spPr>
      </p:pic>
      <p:pic>
        <p:nvPicPr>
          <p:cNvPr id="36" name="Imagen 35">
            <a:extLst>
              <a:ext uri="{FF2B5EF4-FFF2-40B4-BE49-F238E27FC236}">
                <a16:creationId xmlns:a16="http://schemas.microsoft.com/office/drawing/2014/main" id="{039968F7-65EC-683F-DB23-55CC9D6AFE1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2902167" y="9589"/>
            <a:ext cx="654340" cy="579561"/>
          </a:xfrm>
          <a:prstGeom prst="rect">
            <a:avLst/>
          </a:prstGeom>
        </p:spPr>
      </p:pic>
    </p:spTree>
    <p:extLst>
      <p:ext uri="{BB962C8B-B14F-4D97-AF65-F5344CB8AC3E}">
        <p14:creationId xmlns:p14="http://schemas.microsoft.com/office/powerpoint/2010/main" val="24411033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DE2D-45B1-53EE-5E2D-E762C01A522B}"/>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9F71365-C662-6518-9DBB-7FC7546F297B}"/>
              </a:ext>
            </a:extLst>
          </p:cNvPr>
          <p:cNvSpPr>
            <a:spLocks noGrp="1"/>
          </p:cNvSpPr>
          <p:nvPr>
            <p:ph idx="1"/>
          </p:nvPr>
        </p:nvSpPr>
        <p:spPr>
          <a:xfrm>
            <a:off x="769564" y="1343024"/>
            <a:ext cx="4618228" cy="5121275"/>
          </a:xfrm>
        </p:spPr>
        <p:txBody>
          <a:bodyPr vert="horz" lIns="91440" tIns="45720" rIns="91440" bIns="45720" numCol="1" rtlCol="0">
            <a:normAutofit lnSpcReduction="10000"/>
          </a:bodyPr>
          <a:lstStyle/>
          <a:p>
            <a:pPr algn="just"/>
            <a:r>
              <a:rPr lang="en-CA" sz="2000" dirty="0">
                <a:solidFill>
                  <a:schemeClr val="bg1"/>
                </a:solidFill>
              </a:rPr>
              <a:t>This work demonstrates the powerful </a:t>
            </a:r>
            <a:r>
              <a:rPr lang="en-CA" sz="2000" b="1" dirty="0">
                <a:solidFill>
                  <a:schemeClr val="bg1"/>
                </a:solidFill>
              </a:rPr>
              <a:t>synergy</a:t>
            </a:r>
            <a:r>
              <a:rPr lang="en-CA" sz="2000" dirty="0">
                <a:solidFill>
                  <a:schemeClr val="bg1"/>
                </a:solidFill>
              </a:rPr>
              <a:t> between </a:t>
            </a:r>
            <a:r>
              <a:rPr lang="en-CA" sz="2000" b="1" dirty="0">
                <a:solidFill>
                  <a:srgbClr val="FCA701"/>
                </a:solidFill>
              </a:rPr>
              <a:t>classification</a:t>
            </a:r>
            <a:r>
              <a:rPr lang="en-CA" sz="2000" dirty="0">
                <a:solidFill>
                  <a:schemeClr val="bg1"/>
                </a:solidFill>
              </a:rPr>
              <a:t> and </a:t>
            </a:r>
            <a:r>
              <a:rPr lang="en-CA" sz="2000" b="1" dirty="0">
                <a:solidFill>
                  <a:srgbClr val="FCA701"/>
                </a:solidFill>
              </a:rPr>
              <a:t>dimension</a:t>
            </a:r>
            <a:r>
              <a:rPr lang="en-CA" sz="2000" dirty="0">
                <a:solidFill>
                  <a:srgbClr val="FCA701"/>
                </a:solidFill>
              </a:rPr>
              <a:t> </a:t>
            </a:r>
            <a:r>
              <a:rPr lang="en-CA" sz="2000" b="1" dirty="0">
                <a:solidFill>
                  <a:srgbClr val="FCA701"/>
                </a:solidFill>
              </a:rPr>
              <a:t>reduction</a:t>
            </a:r>
            <a:r>
              <a:rPr lang="en-CA" sz="2000" dirty="0">
                <a:solidFill>
                  <a:srgbClr val="FCA701"/>
                </a:solidFill>
              </a:rPr>
              <a:t> </a:t>
            </a:r>
            <a:r>
              <a:rPr lang="en-CA" sz="2000" b="1" dirty="0">
                <a:solidFill>
                  <a:schemeClr val="bg1"/>
                </a:solidFill>
              </a:rPr>
              <a:t>techniques</a:t>
            </a:r>
            <a:r>
              <a:rPr lang="en-CA" sz="2000" dirty="0">
                <a:solidFill>
                  <a:schemeClr val="bg1"/>
                </a:solidFill>
              </a:rPr>
              <a:t> for </a:t>
            </a:r>
            <a:r>
              <a:rPr lang="en-CA" sz="2000" b="1" dirty="0">
                <a:solidFill>
                  <a:schemeClr val="bg1"/>
                </a:solidFill>
              </a:rPr>
              <a:t>predicting</a:t>
            </a:r>
            <a:r>
              <a:rPr lang="en-CA" sz="2000" dirty="0">
                <a:solidFill>
                  <a:schemeClr val="bg1"/>
                </a:solidFill>
              </a:rPr>
              <a:t> </a:t>
            </a:r>
            <a:r>
              <a:rPr lang="en-CA" sz="2000" b="1" dirty="0">
                <a:solidFill>
                  <a:schemeClr val="bg1"/>
                </a:solidFill>
              </a:rPr>
              <a:t>flight delays </a:t>
            </a:r>
            <a:r>
              <a:rPr lang="en-CA" sz="2000" dirty="0">
                <a:solidFill>
                  <a:schemeClr val="bg1"/>
                </a:solidFill>
              </a:rPr>
              <a:t>influenced by weather conditions. </a:t>
            </a:r>
          </a:p>
          <a:p>
            <a:pPr algn="just"/>
            <a:r>
              <a:rPr lang="en-CA" sz="2000" b="1" dirty="0">
                <a:solidFill>
                  <a:srgbClr val="FCA701"/>
                </a:solidFill>
              </a:rPr>
              <a:t>Random Forest </a:t>
            </a:r>
            <a:r>
              <a:rPr lang="en-CA" sz="2000" dirty="0">
                <a:solidFill>
                  <a:schemeClr val="bg1"/>
                </a:solidFill>
              </a:rPr>
              <a:t>emerged as the </a:t>
            </a:r>
            <a:r>
              <a:rPr lang="en-CA" sz="2000" b="1" dirty="0">
                <a:solidFill>
                  <a:schemeClr val="bg1"/>
                </a:solidFill>
              </a:rPr>
              <a:t>best-performing</a:t>
            </a:r>
            <a:r>
              <a:rPr lang="en-CA" sz="2000" dirty="0">
                <a:solidFill>
                  <a:schemeClr val="bg1"/>
                </a:solidFill>
              </a:rPr>
              <a:t> </a:t>
            </a:r>
            <a:r>
              <a:rPr lang="en-CA" sz="2000" b="1" dirty="0">
                <a:solidFill>
                  <a:schemeClr val="bg1"/>
                </a:solidFill>
              </a:rPr>
              <a:t>model</a:t>
            </a:r>
            <a:r>
              <a:rPr lang="en-CA" sz="2000" dirty="0">
                <a:solidFill>
                  <a:schemeClr val="bg1"/>
                </a:solidFill>
              </a:rPr>
              <a:t>, </a:t>
            </a:r>
            <a:r>
              <a:rPr lang="en-CA" sz="2000" b="1" dirty="0">
                <a:solidFill>
                  <a:schemeClr val="bg1"/>
                </a:solidFill>
              </a:rPr>
              <a:t>achieving</a:t>
            </a:r>
            <a:r>
              <a:rPr lang="en-CA" sz="2000" dirty="0">
                <a:solidFill>
                  <a:schemeClr val="bg1"/>
                </a:solidFill>
              </a:rPr>
              <a:t> </a:t>
            </a:r>
            <a:r>
              <a:rPr lang="en-CA" sz="2000" b="1" dirty="0">
                <a:solidFill>
                  <a:schemeClr val="bg1"/>
                </a:solidFill>
              </a:rPr>
              <a:t>high</a:t>
            </a:r>
            <a:r>
              <a:rPr lang="en-CA" sz="2000" dirty="0">
                <a:solidFill>
                  <a:schemeClr val="bg1"/>
                </a:solidFill>
              </a:rPr>
              <a:t> </a:t>
            </a:r>
            <a:r>
              <a:rPr lang="en-CA" sz="2000" b="1" dirty="0">
                <a:solidFill>
                  <a:schemeClr val="bg1"/>
                </a:solidFill>
              </a:rPr>
              <a:t>accuracy</a:t>
            </a:r>
            <a:r>
              <a:rPr lang="en-CA" sz="2000" dirty="0">
                <a:solidFill>
                  <a:schemeClr val="bg1"/>
                </a:solidFill>
              </a:rPr>
              <a:t> and </a:t>
            </a:r>
            <a:r>
              <a:rPr lang="en-CA" sz="2000" b="1" dirty="0">
                <a:solidFill>
                  <a:schemeClr val="bg1"/>
                </a:solidFill>
              </a:rPr>
              <a:t>balanced</a:t>
            </a:r>
            <a:r>
              <a:rPr lang="en-CA" sz="2000" dirty="0">
                <a:solidFill>
                  <a:schemeClr val="bg1"/>
                </a:solidFill>
              </a:rPr>
              <a:t> </a:t>
            </a:r>
            <a:r>
              <a:rPr lang="en-CA" sz="2000" b="1" dirty="0">
                <a:solidFill>
                  <a:schemeClr val="bg1"/>
                </a:solidFill>
              </a:rPr>
              <a:t>metrics</a:t>
            </a:r>
            <a:r>
              <a:rPr lang="en-CA" sz="2000" dirty="0">
                <a:solidFill>
                  <a:schemeClr val="bg1"/>
                </a:solidFill>
              </a:rPr>
              <a:t> </a:t>
            </a:r>
            <a:r>
              <a:rPr lang="en-CA" sz="2000" b="1" dirty="0">
                <a:solidFill>
                  <a:schemeClr val="bg1"/>
                </a:solidFill>
              </a:rPr>
              <a:t>across</a:t>
            </a:r>
            <a:r>
              <a:rPr lang="en-CA" sz="2000" dirty="0">
                <a:solidFill>
                  <a:schemeClr val="bg1"/>
                </a:solidFill>
              </a:rPr>
              <a:t> all delay </a:t>
            </a:r>
            <a:r>
              <a:rPr lang="en-CA" sz="2000" b="1" dirty="0">
                <a:solidFill>
                  <a:schemeClr val="bg1"/>
                </a:solidFill>
              </a:rPr>
              <a:t>categories</a:t>
            </a:r>
            <a:r>
              <a:rPr lang="en-CA" sz="2000" dirty="0">
                <a:solidFill>
                  <a:schemeClr val="bg1"/>
                </a:solidFill>
              </a:rPr>
              <a:t>, </a:t>
            </a:r>
            <a:r>
              <a:rPr lang="en-CA" sz="2000" b="1" dirty="0">
                <a:solidFill>
                  <a:schemeClr val="bg1"/>
                </a:solidFill>
              </a:rPr>
              <a:t>leveraging</a:t>
            </a:r>
            <a:r>
              <a:rPr lang="en-CA" sz="2000" dirty="0">
                <a:solidFill>
                  <a:schemeClr val="bg1"/>
                </a:solidFill>
              </a:rPr>
              <a:t> its </a:t>
            </a:r>
            <a:r>
              <a:rPr lang="en-CA" sz="2000" b="1" dirty="0">
                <a:solidFill>
                  <a:schemeClr val="bg1"/>
                </a:solidFill>
              </a:rPr>
              <a:t>ability</a:t>
            </a:r>
            <a:r>
              <a:rPr lang="en-CA" sz="2000" dirty="0">
                <a:solidFill>
                  <a:schemeClr val="bg1"/>
                </a:solidFill>
              </a:rPr>
              <a:t> to </a:t>
            </a:r>
            <a:r>
              <a:rPr lang="en-CA" sz="2000" b="1" dirty="0">
                <a:solidFill>
                  <a:schemeClr val="bg1"/>
                </a:solidFill>
              </a:rPr>
              <a:t>handle</a:t>
            </a:r>
            <a:r>
              <a:rPr lang="en-CA" sz="2000" dirty="0">
                <a:solidFill>
                  <a:schemeClr val="bg1"/>
                </a:solidFill>
              </a:rPr>
              <a:t> </a:t>
            </a:r>
            <a:r>
              <a:rPr lang="en-CA" sz="2000" b="1" dirty="0">
                <a:solidFill>
                  <a:schemeClr val="bg1"/>
                </a:solidFill>
              </a:rPr>
              <a:t>complex</a:t>
            </a:r>
            <a:r>
              <a:rPr lang="en-CA" sz="2000" dirty="0">
                <a:solidFill>
                  <a:schemeClr val="bg1"/>
                </a:solidFill>
              </a:rPr>
              <a:t>, </a:t>
            </a:r>
            <a:r>
              <a:rPr lang="en-CA" sz="2000" b="1" dirty="0">
                <a:solidFill>
                  <a:schemeClr val="bg1"/>
                </a:solidFill>
              </a:rPr>
              <a:t>non-linear relationships </a:t>
            </a:r>
            <a:r>
              <a:rPr lang="en-CA" sz="2000" dirty="0">
                <a:solidFill>
                  <a:schemeClr val="bg1"/>
                </a:solidFill>
              </a:rPr>
              <a:t>and </a:t>
            </a:r>
            <a:r>
              <a:rPr lang="en-CA" sz="2000" b="1" dirty="0">
                <a:solidFill>
                  <a:schemeClr val="bg1"/>
                </a:solidFill>
              </a:rPr>
              <a:t>interactions</a:t>
            </a:r>
            <a:r>
              <a:rPr lang="en-CA" sz="2000" dirty="0">
                <a:solidFill>
                  <a:schemeClr val="bg1"/>
                </a:solidFill>
              </a:rPr>
              <a:t> </a:t>
            </a:r>
            <a:r>
              <a:rPr lang="en-CA" sz="2000" b="1" dirty="0">
                <a:solidFill>
                  <a:schemeClr val="bg1"/>
                </a:solidFill>
              </a:rPr>
              <a:t>between</a:t>
            </a:r>
            <a:r>
              <a:rPr lang="en-CA" sz="2000" dirty="0">
                <a:solidFill>
                  <a:schemeClr val="bg1"/>
                </a:solidFill>
              </a:rPr>
              <a:t> </a:t>
            </a:r>
            <a:r>
              <a:rPr lang="en-CA" sz="2000" b="1" dirty="0">
                <a:solidFill>
                  <a:schemeClr val="bg1"/>
                </a:solidFill>
              </a:rPr>
              <a:t>variables</a:t>
            </a:r>
            <a:r>
              <a:rPr lang="en-CA" sz="2000" dirty="0">
                <a:solidFill>
                  <a:schemeClr val="bg1"/>
                </a:solidFill>
              </a:rPr>
              <a:t>. </a:t>
            </a:r>
          </a:p>
          <a:p>
            <a:pPr algn="just"/>
            <a:r>
              <a:rPr lang="en-CA" sz="2000" b="1" dirty="0">
                <a:solidFill>
                  <a:srgbClr val="FCA701"/>
                </a:solidFill>
              </a:rPr>
              <a:t>Multinomial Logistic Regression </a:t>
            </a:r>
            <a:r>
              <a:rPr lang="en-CA" sz="2000" dirty="0">
                <a:solidFill>
                  <a:schemeClr val="bg1"/>
                </a:solidFill>
              </a:rPr>
              <a:t>provided </a:t>
            </a:r>
            <a:r>
              <a:rPr lang="en-CA" sz="2000" b="1" dirty="0">
                <a:solidFill>
                  <a:schemeClr val="bg1"/>
                </a:solidFill>
              </a:rPr>
              <a:t>interpretability</a:t>
            </a:r>
            <a:r>
              <a:rPr lang="en-CA" sz="2000" dirty="0">
                <a:solidFill>
                  <a:schemeClr val="bg1"/>
                </a:solidFill>
              </a:rPr>
              <a:t>, </a:t>
            </a:r>
            <a:r>
              <a:rPr lang="en-CA" sz="2000" b="1" dirty="0">
                <a:solidFill>
                  <a:schemeClr val="bg1"/>
                </a:solidFill>
              </a:rPr>
              <a:t>showcasing</a:t>
            </a:r>
            <a:r>
              <a:rPr lang="en-CA" sz="2000" dirty="0">
                <a:solidFill>
                  <a:schemeClr val="bg1"/>
                </a:solidFill>
              </a:rPr>
              <a:t> the </a:t>
            </a:r>
            <a:r>
              <a:rPr lang="en-CA" sz="2000" b="1" dirty="0">
                <a:solidFill>
                  <a:schemeClr val="bg1"/>
                </a:solidFill>
              </a:rPr>
              <a:t>impact</a:t>
            </a:r>
            <a:r>
              <a:rPr lang="en-CA" sz="2000" dirty="0">
                <a:solidFill>
                  <a:schemeClr val="bg1"/>
                </a:solidFill>
              </a:rPr>
              <a:t> of </a:t>
            </a:r>
            <a:r>
              <a:rPr lang="en-CA" sz="2000" b="1" dirty="0">
                <a:solidFill>
                  <a:schemeClr val="bg1"/>
                </a:solidFill>
              </a:rPr>
              <a:t>specific</a:t>
            </a:r>
            <a:r>
              <a:rPr lang="en-CA" sz="2000" dirty="0">
                <a:solidFill>
                  <a:schemeClr val="bg1"/>
                </a:solidFill>
              </a:rPr>
              <a:t> </a:t>
            </a:r>
            <a:r>
              <a:rPr lang="en-CA" sz="2000" b="1" dirty="0">
                <a:solidFill>
                  <a:schemeClr val="bg1"/>
                </a:solidFill>
              </a:rPr>
              <a:t>weather</a:t>
            </a:r>
            <a:r>
              <a:rPr lang="en-CA" sz="2000" dirty="0">
                <a:solidFill>
                  <a:schemeClr val="bg1"/>
                </a:solidFill>
              </a:rPr>
              <a:t> </a:t>
            </a:r>
            <a:r>
              <a:rPr lang="en-CA" sz="2000" b="1" dirty="0">
                <a:solidFill>
                  <a:schemeClr val="bg1"/>
                </a:solidFill>
              </a:rPr>
              <a:t>factors</a:t>
            </a:r>
            <a:r>
              <a:rPr lang="en-CA" sz="2000" dirty="0">
                <a:solidFill>
                  <a:schemeClr val="bg1"/>
                </a:solidFill>
              </a:rPr>
              <a:t> on </a:t>
            </a:r>
            <a:r>
              <a:rPr lang="en-CA" sz="2000" b="1" dirty="0">
                <a:solidFill>
                  <a:schemeClr val="bg1"/>
                </a:solidFill>
              </a:rPr>
              <a:t>delay</a:t>
            </a:r>
            <a:r>
              <a:rPr lang="en-CA" sz="2000" dirty="0">
                <a:solidFill>
                  <a:schemeClr val="bg1"/>
                </a:solidFill>
              </a:rPr>
              <a:t> </a:t>
            </a:r>
            <a:r>
              <a:rPr lang="en-CA" sz="2000" b="1" dirty="0">
                <a:solidFill>
                  <a:schemeClr val="bg1"/>
                </a:solidFill>
              </a:rPr>
              <a:t>categories</a:t>
            </a:r>
            <a:r>
              <a:rPr lang="en-CA" sz="2000" dirty="0">
                <a:solidFill>
                  <a:schemeClr val="bg1"/>
                </a:solidFill>
              </a:rPr>
              <a:t>, but </a:t>
            </a:r>
            <a:r>
              <a:rPr lang="en-CA" sz="2000" b="1" dirty="0">
                <a:solidFill>
                  <a:schemeClr val="bg1"/>
                </a:solidFill>
              </a:rPr>
              <a:t>lacked</a:t>
            </a:r>
            <a:r>
              <a:rPr lang="en-CA" sz="2000" dirty="0">
                <a:solidFill>
                  <a:schemeClr val="bg1"/>
                </a:solidFill>
              </a:rPr>
              <a:t> the </a:t>
            </a:r>
            <a:r>
              <a:rPr lang="en-CA" sz="2000" b="1" dirty="0">
                <a:solidFill>
                  <a:schemeClr val="bg1"/>
                </a:solidFill>
              </a:rPr>
              <a:t>predictive</a:t>
            </a:r>
            <a:r>
              <a:rPr lang="en-CA" sz="2000" dirty="0">
                <a:solidFill>
                  <a:schemeClr val="bg1"/>
                </a:solidFill>
              </a:rPr>
              <a:t> robustness of </a:t>
            </a:r>
            <a:r>
              <a:rPr lang="en-CA" sz="2000" b="1" dirty="0">
                <a:solidFill>
                  <a:srgbClr val="FCA701"/>
                </a:solidFill>
              </a:rPr>
              <a:t>Random Forest</a:t>
            </a:r>
            <a:r>
              <a:rPr lang="en-CA" sz="2000" dirty="0">
                <a:solidFill>
                  <a:schemeClr val="bg1"/>
                </a:solidFill>
              </a:rPr>
              <a:t>. </a:t>
            </a:r>
          </a:p>
        </p:txBody>
      </p:sp>
      <p:pic>
        <p:nvPicPr>
          <p:cNvPr id="2" name="Imagen 1">
            <a:extLst>
              <a:ext uri="{FF2B5EF4-FFF2-40B4-BE49-F238E27FC236}">
                <a16:creationId xmlns:a16="http://schemas.microsoft.com/office/drawing/2014/main" id="{0F325962-C644-E017-3854-79D755AAD289}"/>
              </a:ext>
            </a:extLst>
          </p:cNvPr>
          <p:cNvPicPr>
            <a:picLocks noChangeAspect="1"/>
          </p:cNvPicPr>
          <p:nvPr/>
        </p:nvPicPr>
        <p:blipFill>
          <a:blip r:embed="rId2"/>
          <a:srcRect l="33916" t="6975" r="54937" b="81420"/>
          <a:stretch/>
        </p:blipFill>
        <p:spPr>
          <a:xfrm>
            <a:off x="5201895" y="5190"/>
            <a:ext cx="654317" cy="579561"/>
          </a:xfrm>
          <a:prstGeom prst="rect">
            <a:avLst/>
          </a:prstGeom>
        </p:spPr>
      </p:pic>
      <p:pic>
        <p:nvPicPr>
          <p:cNvPr id="4" name="Imagen 3">
            <a:extLst>
              <a:ext uri="{FF2B5EF4-FFF2-40B4-BE49-F238E27FC236}">
                <a16:creationId xmlns:a16="http://schemas.microsoft.com/office/drawing/2014/main" id="{3A605D8C-7C2B-E922-5BFA-64C73DAEB2C9}"/>
              </a:ext>
            </a:extLst>
          </p:cNvPr>
          <p:cNvPicPr>
            <a:picLocks noChangeAspect="1"/>
          </p:cNvPicPr>
          <p:nvPr/>
        </p:nvPicPr>
        <p:blipFill>
          <a:blip r:embed="rId2"/>
          <a:srcRect l="23278" t="21261" r="65575" b="67134"/>
          <a:stretch/>
        </p:blipFill>
        <p:spPr>
          <a:xfrm>
            <a:off x="9236265" y="5190"/>
            <a:ext cx="654317" cy="579561"/>
          </a:xfrm>
          <a:prstGeom prst="rect">
            <a:avLst/>
          </a:prstGeom>
        </p:spPr>
      </p:pic>
      <p:pic>
        <p:nvPicPr>
          <p:cNvPr id="5" name="Imagen 4">
            <a:extLst>
              <a:ext uri="{FF2B5EF4-FFF2-40B4-BE49-F238E27FC236}">
                <a16:creationId xmlns:a16="http://schemas.microsoft.com/office/drawing/2014/main" id="{2C9C5ED5-B005-8704-592D-21337ECDB415}"/>
              </a:ext>
            </a:extLst>
          </p:cNvPr>
          <p:cNvPicPr>
            <a:picLocks noChangeAspect="1"/>
          </p:cNvPicPr>
          <p:nvPr/>
        </p:nvPicPr>
        <p:blipFill>
          <a:blip r:embed="rId2"/>
          <a:srcRect l="55122" t="21082" r="33731" b="67313"/>
          <a:stretch/>
        </p:blipFill>
        <p:spPr>
          <a:xfrm>
            <a:off x="7507251" y="5190"/>
            <a:ext cx="654317" cy="579561"/>
          </a:xfrm>
          <a:prstGeom prst="rect">
            <a:avLst/>
          </a:prstGeom>
        </p:spPr>
      </p:pic>
      <p:pic>
        <p:nvPicPr>
          <p:cNvPr id="7" name="Imagen 6">
            <a:extLst>
              <a:ext uri="{FF2B5EF4-FFF2-40B4-BE49-F238E27FC236}">
                <a16:creationId xmlns:a16="http://schemas.microsoft.com/office/drawing/2014/main" id="{E9AD3A1E-518A-EDF7-0C45-D3A3C483EC88}"/>
              </a:ext>
            </a:extLst>
          </p:cNvPr>
          <p:cNvPicPr>
            <a:picLocks noChangeAspect="1"/>
          </p:cNvPicPr>
          <p:nvPr/>
        </p:nvPicPr>
        <p:blipFill>
          <a:blip r:embed="rId2"/>
          <a:srcRect l="76281" t="21082" r="12572" b="67313"/>
          <a:stretch/>
        </p:blipFill>
        <p:spPr>
          <a:xfrm>
            <a:off x="6354573" y="5190"/>
            <a:ext cx="654317" cy="579561"/>
          </a:xfrm>
          <a:prstGeom prst="rect">
            <a:avLst/>
          </a:prstGeom>
        </p:spPr>
      </p:pic>
      <p:pic>
        <p:nvPicPr>
          <p:cNvPr id="8" name="Imagen 7">
            <a:extLst>
              <a:ext uri="{FF2B5EF4-FFF2-40B4-BE49-F238E27FC236}">
                <a16:creationId xmlns:a16="http://schemas.microsoft.com/office/drawing/2014/main" id="{A67EA184-091A-290C-A5EF-B278E59CE4A1}"/>
              </a:ext>
            </a:extLst>
          </p:cNvPr>
          <p:cNvPicPr>
            <a:picLocks noChangeAspect="1"/>
          </p:cNvPicPr>
          <p:nvPr/>
        </p:nvPicPr>
        <p:blipFill>
          <a:blip r:embed="rId2"/>
          <a:srcRect l="12624" t="34906" r="76229" b="53489"/>
          <a:stretch/>
        </p:blipFill>
        <p:spPr>
          <a:xfrm>
            <a:off x="5778234" y="5190"/>
            <a:ext cx="654317" cy="579561"/>
          </a:xfrm>
          <a:prstGeom prst="rect">
            <a:avLst/>
          </a:prstGeom>
        </p:spPr>
      </p:pic>
      <p:pic>
        <p:nvPicPr>
          <p:cNvPr id="9" name="Imagen 8">
            <a:extLst>
              <a:ext uri="{FF2B5EF4-FFF2-40B4-BE49-F238E27FC236}">
                <a16:creationId xmlns:a16="http://schemas.microsoft.com/office/drawing/2014/main" id="{7361D825-1FB5-3573-45CB-B59121098081}"/>
              </a:ext>
            </a:extLst>
          </p:cNvPr>
          <p:cNvPicPr>
            <a:picLocks noChangeAspect="1"/>
          </p:cNvPicPr>
          <p:nvPr/>
        </p:nvPicPr>
        <p:blipFill>
          <a:blip r:embed="rId2"/>
          <a:srcRect l="55103" t="34951" r="33750" b="53444"/>
          <a:stretch/>
        </p:blipFill>
        <p:spPr>
          <a:xfrm>
            <a:off x="8659927" y="5190"/>
            <a:ext cx="654317" cy="579561"/>
          </a:xfrm>
          <a:prstGeom prst="rect">
            <a:avLst/>
          </a:prstGeom>
        </p:spPr>
      </p:pic>
      <p:pic>
        <p:nvPicPr>
          <p:cNvPr id="10" name="Imagen 9">
            <a:extLst>
              <a:ext uri="{FF2B5EF4-FFF2-40B4-BE49-F238E27FC236}">
                <a16:creationId xmlns:a16="http://schemas.microsoft.com/office/drawing/2014/main" id="{A45E87A0-0634-2DA6-D3EE-7A051F0B081B}"/>
              </a:ext>
            </a:extLst>
          </p:cNvPr>
          <p:cNvPicPr>
            <a:picLocks noChangeAspect="1"/>
          </p:cNvPicPr>
          <p:nvPr/>
        </p:nvPicPr>
        <p:blipFill>
          <a:blip r:embed="rId2"/>
          <a:srcRect l="76337" t="34935" r="12515" b="53460"/>
          <a:stretch/>
        </p:blipFill>
        <p:spPr>
          <a:xfrm>
            <a:off x="8083589" y="5190"/>
            <a:ext cx="654317" cy="579561"/>
          </a:xfrm>
          <a:prstGeom prst="rect">
            <a:avLst/>
          </a:prstGeom>
        </p:spPr>
      </p:pic>
      <p:pic>
        <p:nvPicPr>
          <p:cNvPr id="11" name="Imagen 10">
            <a:extLst>
              <a:ext uri="{FF2B5EF4-FFF2-40B4-BE49-F238E27FC236}">
                <a16:creationId xmlns:a16="http://schemas.microsoft.com/office/drawing/2014/main" id="{36138E0C-EA2D-A7E1-25DC-8F60FE119C57}"/>
              </a:ext>
            </a:extLst>
          </p:cNvPr>
          <p:cNvPicPr>
            <a:picLocks noChangeAspect="1"/>
          </p:cNvPicPr>
          <p:nvPr/>
        </p:nvPicPr>
        <p:blipFill>
          <a:blip r:embed="rId2"/>
          <a:srcRect l="33916" t="6975" r="54937" b="81420"/>
          <a:stretch/>
        </p:blipFill>
        <p:spPr>
          <a:xfrm>
            <a:off x="6930912" y="5190"/>
            <a:ext cx="654317" cy="579561"/>
          </a:xfrm>
          <a:prstGeom prst="rect">
            <a:avLst/>
          </a:prstGeom>
        </p:spPr>
      </p:pic>
      <p:pic>
        <p:nvPicPr>
          <p:cNvPr id="13" name="Imagen 12">
            <a:extLst>
              <a:ext uri="{FF2B5EF4-FFF2-40B4-BE49-F238E27FC236}">
                <a16:creationId xmlns:a16="http://schemas.microsoft.com/office/drawing/2014/main" id="{50445D2B-5B26-CA3D-35BA-26F757315AD9}"/>
              </a:ext>
            </a:extLst>
          </p:cNvPr>
          <p:cNvPicPr>
            <a:picLocks noChangeAspect="1"/>
          </p:cNvPicPr>
          <p:nvPr/>
        </p:nvPicPr>
        <p:blipFill>
          <a:blip r:embed="rId2"/>
          <a:srcRect l="76281" t="21082" r="12572" b="67313"/>
          <a:stretch/>
        </p:blipFill>
        <p:spPr>
          <a:xfrm>
            <a:off x="10388942" y="5190"/>
            <a:ext cx="654317" cy="579561"/>
          </a:xfrm>
          <a:prstGeom prst="rect">
            <a:avLst/>
          </a:prstGeom>
        </p:spPr>
      </p:pic>
      <p:pic>
        <p:nvPicPr>
          <p:cNvPr id="14" name="Imagen 13">
            <a:extLst>
              <a:ext uri="{FF2B5EF4-FFF2-40B4-BE49-F238E27FC236}">
                <a16:creationId xmlns:a16="http://schemas.microsoft.com/office/drawing/2014/main" id="{0D2940A2-C48E-5608-412D-4F031D1AC828}"/>
              </a:ext>
            </a:extLst>
          </p:cNvPr>
          <p:cNvPicPr>
            <a:picLocks noChangeAspect="1"/>
          </p:cNvPicPr>
          <p:nvPr/>
        </p:nvPicPr>
        <p:blipFill>
          <a:blip r:embed="rId2"/>
          <a:srcRect l="12624" t="34906" r="76229" b="53489"/>
          <a:stretch/>
        </p:blipFill>
        <p:spPr>
          <a:xfrm>
            <a:off x="9812603" y="5190"/>
            <a:ext cx="654317" cy="579561"/>
          </a:xfrm>
          <a:prstGeom prst="rect">
            <a:avLst/>
          </a:prstGeom>
        </p:spPr>
      </p:pic>
      <p:pic>
        <p:nvPicPr>
          <p:cNvPr id="15" name="Imagen 14">
            <a:extLst>
              <a:ext uri="{FF2B5EF4-FFF2-40B4-BE49-F238E27FC236}">
                <a16:creationId xmlns:a16="http://schemas.microsoft.com/office/drawing/2014/main" id="{74B3DE40-520C-13C6-DDD1-CBCEC3858CC7}"/>
              </a:ext>
            </a:extLst>
          </p:cNvPr>
          <p:cNvPicPr>
            <a:picLocks noChangeAspect="1"/>
          </p:cNvPicPr>
          <p:nvPr/>
        </p:nvPicPr>
        <p:blipFill>
          <a:blip r:embed="rId2"/>
          <a:srcRect l="55103" t="34951" r="33750" b="53444"/>
          <a:stretch/>
        </p:blipFill>
        <p:spPr>
          <a:xfrm>
            <a:off x="10965280" y="5190"/>
            <a:ext cx="654317" cy="579561"/>
          </a:xfrm>
          <a:prstGeom prst="rect">
            <a:avLst/>
          </a:prstGeom>
        </p:spPr>
      </p:pic>
      <p:sp>
        <p:nvSpPr>
          <p:cNvPr id="12" name="Marcador de contenido 2">
            <a:extLst>
              <a:ext uri="{FF2B5EF4-FFF2-40B4-BE49-F238E27FC236}">
                <a16:creationId xmlns:a16="http://schemas.microsoft.com/office/drawing/2014/main" id="{338DBE3E-1847-7BF5-CF67-0B2BCDA3476F}"/>
              </a:ext>
            </a:extLst>
          </p:cNvPr>
          <p:cNvSpPr txBox="1">
            <a:spLocks/>
          </p:cNvSpPr>
          <p:nvPr/>
        </p:nvSpPr>
        <p:spPr>
          <a:xfrm>
            <a:off x="6409813" y="1343024"/>
            <a:ext cx="4618228" cy="5121275"/>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CA" sz="2000" b="1" dirty="0">
                <a:solidFill>
                  <a:schemeClr val="bg1"/>
                </a:solidFill>
              </a:rPr>
              <a:t>Dimension reduction </a:t>
            </a:r>
            <a:r>
              <a:rPr lang="en-CA" sz="2000" dirty="0">
                <a:solidFill>
                  <a:schemeClr val="bg1"/>
                </a:solidFill>
              </a:rPr>
              <a:t>techniques like </a:t>
            </a:r>
            <a:r>
              <a:rPr lang="en-CA" sz="2000" b="1" dirty="0">
                <a:solidFill>
                  <a:srgbClr val="FCA701"/>
                </a:solidFill>
              </a:rPr>
              <a:t>Principal Component Analysis </a:t>
            </a:r>
            <a:r>
              <a:rPr lang="en-CA" sz="2000" dirty="0">
                <a:solidFill>
                  <a:schemeClr val="bg1"/>
                </a:solidFill>
              </a:rPr>
              <a:t>(</a:t>
            </a:r>
            <a:r>
              <a:rPr lang="en-CA" sz="2000" b="1" dirty="0">
                <a:solidFill>
                  <a:srgbClr val="FCA701"/>
                </a:solidFill>
              </a:rPr>
              <a:t>PCA</a:t>
            </a:r>
            <a:r>
              <a:rPr lang="en-CA" sz="2000" dirty="0">
                <a:solidFill>
                  <a:schemeClr val="bg1"/>
                </a:solidFill>
              </a:rPr>
              <a:t>) and </a:t>
            </a:r>
            <a:r>
              <a:rPr lang="en-CA" sz="2000" b="1" dirty="0">
                <a:solidFill>
                  <a:srgbClr val="FCA701"/>
                </a:solidFill>
              </a:rPr>
              <a:t>Factor Analysis</a:t>
            </a:r>
            <a:r>
              <a:rPr lang="en-CA" sz="2000" dirty="0">
                <a:solidFill>
                  <a:schemeClr val="bg1"/>
                </a:solidFill>
              </a:rPr>
              <a:t> (</a:t>
            </a:r>
            <a:r>
              <a:rPr lang="en-CA" sz="2000" b="1" dirty="0">
                <a:solidFill>
                  <a:srgbClr val="FCA701"/>
                </a:solidFill>
              </a:rPr>
              <a:t>FA</a:t>
            </a:r>
            <a:r>
              <a:rPr lang="en-CA" sz="2000" dirty="0">
                <a:solidFill>
                  <a:schemeClr val="bg1"/>
                </a:solidFill>
              </a:rPr>
              <a:t>) played a crucial role in simplifying the dataset, retaining significant variability, and uncovering latent relationships. </a:t>
            </a:r>
          </a:p>
          <a:p>
            <a:pPr algn="just"/>
            <a:r>
              <a:rPr lang="en-CA" sz="2000" b="1" dirty="0">
                <a:solidFill>
                  <a:srgbClr val="FCA701"/>
                </a:solidFill>
              </a:rPr>
              <a:t>PCA</a:t>
            </a:r>
            <a:r>
              <a:rPr lang="en-CA" sz="2000" dirty="0">
                <a:solidFill>
                  <a:schemeClr val="bg1"/>
                </a:solidFill>
              </a:rPr>
              <a:t> </a:t>
            </a:r>
            <a:r>
              <a:rPr lang="en-CA" sz="2000" b="1" dirty="0">
                <a:solidFill>
                  <a:schemeClr val="bg1"/>
                </a:solidFill>
              </a:rPr>
              <a:t>efficiently</a:t>
            </a:r>
            <a:r>
              <a:rPr lang="en-CA" sz="2000" dirty="0">
                <a:solidFill>
                  <a:schemeClr val="bg1"/>
                </a:solidFill>
              </a:rPr>
              <a:t> </a:t>
            </a:r>
            <a:r>
              <a:rPr lang="en-CA" sz="2000" b="1" dirty="0">
                <a:solidFill>
                  <a:schemeClr val="bg1"/>
                </a:solidFill>
              </a:rPr>
              <a:t>reduced</a:t>
            </a:r>
            <a:r>
              <a:rPr lang="en-CA" sz="2000" dirty="0">
                <a:solidFill>
                  <a:schemeClr val="bg1"/>
                </a:solidFill>
              </a:rPr>
              <a:t> </a:t>
            </a:r>
            <a:r>
              <a:rPr lang="en-CA" sz="2000" b="1" dirty="0">
                <a:solidFill>
                  <a:schemeClr val="bg1"/>
                </a:solidFill>
              </a:rPr>
              <a:t>dimensionality</a:t>
            </a:r>
            <a:r>
              <a:rPr lang="en-CA" sz="2000" dirty="0">
                <a:solidFill>
                  <a:schemeClr val="bg1"/>
                </a:solidFill>
              </a:rPr>
              <a:t>, enabling </a:t>
            </a:r>
            <a:r>
              <a:rPr lang="en-CA" sz="2000" b="1" dirty="0">
                <a:solidFill>
                  <a:schemeClr val="bg1"/>
                </a:solidFill>
              </a:rPr>
              <a:t>computationally</a:t>
            </a:r>
            <a:r>
              <a:rPr lang="en-CA" sz="2000" dirty="0">
                <a:solidFill>
                  <a:schemeClr val="bg1"/>
                </a:solidFill>
              </a:rPr>
              <a:t> </a:t>
            </a:r>
            <a:r>
              <a:rPr lang="en-CA" sz="2000" b="1" dirty="0">
                <a:solidFill>
                  <a:schemeClr val="bg1"/>
                </a:solidFill>
              </a:rPr>
              <a:t>efficient</a:t>
            </a:r>
            <a:r>
              <a:rPr lang="en-CA" sz="2000" dirty="0">
                <a:solidFill>
                  <a:schemeClr val="bg1"/>
                </a:solidFill>
              </a:rPr>
              <a:t> and accurate </a:t>
            </a:r>
            <a:r>
              <a:rPr lang="en-CA" sz="2000" b="1" dirty="0">
                <a:solidFill>
                  <a:srgbClr val="FCA701"/>
                </a:solidFill>
              </a:rPr>
              <a:t>Random Forest </a:t>
            </a:r>
            <a:r>
              <a:rPr lang="en-CA" sz="2000" b="1" dirty="0">
                <a:solidFill>
                  <a:schemeClr val="bg1"/>
                </a:solidFill>
              </a:rPr>
              <a:t>predictions</a:t>
            </a:r>
            <a:r>
              <a:rPr lang="en-CA" sz="2000" dirty="0">
                <a:solidFill>
                  <a:schemeClr val="bg1"/>
                </a:solidFill>
              </a:rPr>
              <a:t>, while </a:t>
            </a:r>
            <a:r>
              <a:rPr lang="en-CA" sz="2000" b="1" dirty="0">
                <a:solidFill>
                  <a:srgbClr val="FCA701"/>
                </a:solidFill>
              </a:rPr>
              <a:t>FA</a:t>
            </a:r>
            <a:r>
              <a:rPr lang="en-CA" sz="2000" dirty="0">
                <a:solidFill>
                  <a:schemeClr val="bg1"/>
                </a:solidFill>
              </a:rPr>
              <a:t> </a:t>
            </a:r>
            <a:r>
              <a:rPr lang="en-CA" sz="2000" b="1" dirty="0">
                <a:solidFill>
                  <a:schemeClr val="bg1"/>
                </a:solidFill>
              </a:rPr>
              <a:t>revealed</a:t>
            </a:r>
            <a:r>
              <a:rPr lang="en-CA" sz="2000" dirty="0">
                <a:solidFill>
                  <a:schemeClr val="bg1"/>
                </a:solidFill>
              </a:rPr>
              <a:t> </a:t>
            </a:r>
            <a:r>
              <a:rPr lang="en-CA" sz="2000" b="1" dirty="0">
                <a:solidFill>
                  <a:schemeClr val="bg1"/>
                </a:solidFill>
              </a:rPr>
              <a:t>deeper</a:t>
            </a:r>
            <a:r>
              <a:rPr lang="en-CA" sz="2000" dirty="0">
                <a:solidFill>
                  <a:schemeClr val="bg1"/>
                </a:solidFill>
              </a:rPr>
              <a:t> </a:t>
            </a:r>
            <a:r>
              <a:rPr lang="en-CA" sz="2000" b="1" dirty="0">
                <a:solidFill>
                  <a:schemeClr val="bg1"/>
                </a:solidFill>
              </a:rPr>
              <a:t>causal</a:t>
            </a:r>
            <a:r>
              <a:rPr lang="en-CA" sz="2000" dirty="0">
                <a:solidFill>
                  <a:schemeClr val="bg1"/>
                </a:solidFill>
              </a:rPr>
              <a:t> </a:t>
            </a:r>
            <a:r>
              <a:rPr lang="en-CA" sz="2000" b="1" dirty="0">
                <a:solidFill>
                  <a:schemeClr val="bg1"/>
                </a:solidFill>
              </a:rPr>
              <a:t>connections</a:t>
            </a:r>
            <a:r>
              <a:rPr lang="en-CA" sz="2000" dirty="0">
                <a:solidFill>
                  <a:schemeClr val="bg1"/>
                </a:solidFill>
              </a:rPr>
              <a:t>, </a:t>
            </a:r>
            <a:r>
              <a:rPr lang="en-CA" sz="2000" b="1" dirty="0">
                <a:solidFill>
                  <a:schemeClr val="bg1"/>
                </a:solidFill>
              </a:rPr>
              <a:t>offering</a:t>
            </a:r>
            <a:r>
              <a:rPr lang="en-CA" sz="2000" dirty="0">
                <a:solidFill>
                  <a:schemeClr val="bg1"/>
                </a:solidFill>
              </a:rPr>
              <a:t> </a:t>
            </a:r>
            <a:r>
              <a:rPr lang="en-CA" sz="2000" b="1" dirty="0">
                <a:solidFill>
                  <a:schemeClr val="bg1"/>
                </a:solidFill>
              </a:rPr>
              <a:t>valuable</a:t>
            </a:r>
            <a:r>
              <a:rPr lang="en-CA" sz="2000" dirty="0">
                <a:solidFill>
                  <a:schemeClr val="bg1"/>
                </a:solidFill>
              </a:rPr>
              <a:t> </a:t>
            </a:r>
            <a:r>
              <a:rPr lang="en-CA" sz="2000" b="1" dirty="0">
                <a:solidFill>
                  <a:schemeClr val="bg1"/>
                </a:solidFill>
              </a:rPr>
              <a:t>insights</a:t>
            </a:r>
            <a:r>
              <a:rPr lang="en-CA" sz="2000" dirty="0">
                <a:solidFill>
                  <a:schemeClr val="bg1"/>
                </a:solidFill>
              </a:rPr>
              <a:t> into how </a:t>
            </a:r>
            <a:r>
              <a:rPr lang="en-CA" sz="2000" b="1" dirty="0">
                <a:solidFill>
                  <a:schemeClr val="bg1"/>
                </a:solidFill>
              </a:rPr>
              <a:t>weather</a:t>
            </a:r>
            <a:r>
              <a:rPr lang="en-CA" sz="2000" dirty="0">
                <a:solidFill>
                  <a:schemeClr val="bg1"/>
                </a:solidFill>
              </a:rPr>
              <a:t> </a:t>
            </a:r>
            <a:r>
              <a:rPr lang="en-CA" sz="2000" b="1" dirty="0">
                <a:solidFill>
                  <a:schemeClr val="bg1"/>
                </a:solidFill>
              </a:rPr>
              <a:t>patterns</a:t>
            </a:r>
            <a:r>
              <a:rPr lang="en-CA" sz="2000" dirty="0">
                <a:solidFill>
                  <a:schemeClr val="bg1"/>
                </a:solidFill>
              </a:rPr>
              <a:t> </a:t>
            </a:r>
            <a:r>
              <a:rPr lang="en-CA" sz="2000" b="1" dirty="0">
                <a:solidFill>
                  <a:schemeClr val="bg1"/>
                </a:solidFill>
              </a:rPr>
              <a:t>influence</a:t>
            </a:r>
            <a:r>
              <a:rPr lang="en-CA" sz="2000" dirty="0">
                <a:solidFill>
                  <a:schemeClr val="bg1"/>
                </a:solidFill>
              </a:rPr>
              <a:t> delays.</a:t>
            </a:r>
          </a:p>
        </p:txBody>
      </p:sp>
      <p:pic>
        <p:nvPicPr>
          <p:cNvPr id="17" name="Imagen 16">
            <a:extLst>
              <a:ext uri="{FF2B5EF4-FFF2-40B4-BE49-F238E27FC236}">
                <a16:creationId xmlns:a16="http://schemas.microsoft.com/office/drawing/2014/main" id="{164C19D9-3D78-CB3D-4D59-4401FD035CF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049194" y="33460"/>
            <a:ext cx="654340" cy="579561"/>
          </a:xfrm>
          <a:prstGeom prst="rect">
            <a:avLst/>
          </a:prstGeom>
        </p:spPr>
      </p:pic>
    </p:spTree>
    <p:extLst>
      <p:ext uri="{BB962C8B-B14F-4D97-AF65-F5344CB8AC3E}">
        <p14:creationId xmlns:p14="http://schemas.microsoft.com/office/powerpoint/2010/main" val="25245077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DE2D-45B1-53EE-5E2D-E762C01A522B}"/>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9F71365-C662-6518-9DBB-7FC7546F297B}"/>
              </a:ext>
            </a:extLst>
          </p:cNvPr>
          <p:cNvSpPr>
            <a:spLocks noGrp="1"/>
          </p:cNvSpPr>
          <p:nvPr>
            <p:ph idx="1"/>
          </p:nvPr>
        </p:nvSpPr>
        <p:spPr>
          <a:xfrm>
            <a:off x="5967374" y="957987"/>
            <a:ext cx="5385106" cy="5603875"/>
          </a:xfrm>
        </p:spPr>
        <p:txBody>
          <a:bodyPr>
            <a:normAutofit/>
          </a:bodyPr>
          <a:lstStyle/>
          <a:p>
            <a:pPr algn="just"/>
            <a:r>
              <a:rPr lang="en-CA" sz="2000" b="1" dirty="0">
                <a:solidFill>
                  <a:schemeClr val="bg1"/>
                </a:solidFill>
              </a:rPr>
              <a:t>Weather</a:t>
            </a:r>
            <a:r>
              <a:rPr lang="en-CA" sz="2000" dirty="0">
                <a:solidFill>
                  <a:schemeClr val="bg1"/>
                </a:solidFill>
              </a:rPr>
              <a:t> </a:t>
            </a:r>
            <a:r>
              <a:rPr lang="en-CA" sz="2000" b="1" dirty="0">
                <a:solidFill>
                  <a:schemeClr val="bg1"/>
                </a:solidFill>
              </a:rPr>
              <a:t>variables</a:t>
            </a:r>
            <a:r>
              <a:rPr lang="en-CA" sz="2000" dirty="0">
                <a:solidFill>
                  <a:schemeClr val="bg1"/>
                </a:solidFill>
              </a:rPr>
              <a:t> such as </a:t>
            </a:r>
            <a:r>
              <a:rPr lang="en-CA" sz="2000" b="1" dirty="0">
                <a:solidFill>
                  <a:srgbClr val="FCA701"/>
                </a:solidFill>
              </a:rPr>
              <a:t>temperature</a:t>
            </a:r>
            <a:r>
              <a:rPr lang="en-CA" sz="2000" dirty="0">
                <a:solidFill>
                  <a:schemeClr val="bg1"/>
                </a:solidFill>
              </a:rPr>
              <a:t>, </a:t>
            </a:r>
            <a:r>
              <a:rPr lang="en-CA" sz="2000" b="1" dirty="0">
                <a:solidFill>
                  <a:srgbClr val="FCA701"/>
                </a:solidFill>
              </a:rPr>
              <a:t>precipitation</a:t>
            </a:r>
            <a:r>
              <a:rPr lang="en-CA" sz="2000" dirty="0">
                <a:solidFill>
                  <a:schemeClr val="bg1"/>
                </a:solidFill>
              </a:rPr>
              <a:t>, </a:t>
            </a:r>
            <a:r>
              <a:rPr lang="en-CA" sz="2000" b="1" dirty="0">
                <a:solidFill>
                  <a:srgbClr val="FCA701"/>
                </a:solidFill>
              </a:rPr>
              <a:t>rain</a:t>
            </a:r>
            <a:r>
              <a:rPr lang="en-CA" sz="2000" dirty="0">
                <a:solidFill>
                  <a:schemeClr val="bg1"/>
                </a:solidFill>
              </a:rPr>
              <a:t>, </a:t>
            </a:r>
            <a:r>
              <a:rPr lang="en-CA" sz="2000" b="1" dirty="0">
                <a:solidFill>
                  <a:srgbClr val="FCA701"/>
                </a:solidFill>
              </a:rPr>
              <a:t>snowfall</a:t>
            </a:r>
            <a:r>
              <a:rPr lang="en-CA" sz="2000" dirty="0">
                <a:solidFill>
                  <a:schemeClr val="bg1"/>
                </a:solidFill>
              </a:rPr>
              <a:t>, </a:t>
            </a:r>
            <a:r>
              <a:rPr lang="en-CA" sz="2000" b="1" dirty="0">
                <a:solidFill>
                  <a:srgbClr val="FCA701"/>
                </a:solidFill>
              </a:rPr>
              <a:t>wind speed</a:t>
            </a:r>
            <a:r>
              <a:rPr lang="en-CA" sz="2000" dirty="0">
                <a:solidFill>
                  <a:schemeClr val="bg1"/>
                </a:solidFill>
              </a:rPr>
              <a:t>, and </a:t>
            </a:r>
            <a:r>
              <a:rPr lang="en-CA" sz="2000" b="1" dirty="0">
                <a:solidFill>
                  <a:srgbClr val="FCA701"/>
                </a:solidFill>
              </a:rPr>
              <a:t>humidity</a:t>
            </a:r>
            <a:r>
              <a:rPr lang="en-CA" sz="2000" dirty="0">
                <a:solidFill>
                  <a:schemeClr val="bg1"/>
                </a:solidFill>
              </a:rPr>
              <a:t> significantly influence flight delays.</a:t>
            </a:r>
          </a:p>
          <a:p>
            <a:pPr algn="just"/>
            <a:r>
              <a:rPr lang="en-CA" sz="2000" dirty="0">
                <a:solidFill>
                  <a:schemeClr val="bg1"/>
                </a:solidFill>
              </a:rPr>
              <a:t>The </a:t>
            </a:r>
            <a:r>
              <a:rPr lang="en-CA" sz="2000" b="1" dirty="0">
                <a:solidFill>
                  <a:schemeClr val="bg1"/>
                </a:solidFill>
              </a:rPr>
              <a:t>analysis</a:t>
            </a:r>
            <a:r>
              <a:rPr lang="en-CA" sz="2000" dirty="0">
                <a:solidFill>
                  <a:schemeClr val="bg1"/>
                </a:solidFill>
              </a:rPr>
              <a:t> </a:t>
            </a:r>
            <a:r>
              <a:rPr lang="en-CA" sz="2000" b="1" dirty="0">
                <a:solidFill>
                  <a:schemeClr val="bg1"/>
                </a:solidFill>
              </a:rPr>
              <a:t>demonstrated</a:t>
            </a:r>
            <a:r>
              <a:rPr lang="en-CA" sz="2000" dirty="0">
                <a:solidFill>
                  <a:schemeClr val="bg1"/>
                </a:solidFill>
              </a:rPr>
              <a:t> </a:t>
            </a:r>
            <a:r>
              <a:rPr lang="en-CA" sz="2000" b="1" dirty="0">
                <a:solidFill>
                  <a:schemeClr val="bg1"/>
                </a:solidFill>
              </a:rPr>
              <a:t>strong</a:t>
            </a:r>
            <a:r>
              <a:rPr lang="en-CA" sz="2000" dirty="0">
                <a:solidFill>
                  <a:schemeClr val="bg1"/>
                </a:solidFill>
              </a:rPr>
              <a:t> </a:t>
            </a:r>
            <a:r>
              <a:rPr lang="en-CA" sz="2000" b="1" dirty="0">
                <a:solidFill>
                  <a:schemeClr val="bg1"/>
                </a:solidFill>
              </a:rPr>
              <a:t>relationships</a:t>
            </a:r>
            <a:r>
              <a:rPr lang="en-CA" sz="2000" dirty="0">
                <a:solidFill>
                  <a:schemeClr val="bg1"/>
                </a:solidFill>
              </a:rPr>
              <a:t> between </a:t>
            </a:r>
            <a:r>
              <a:rPr lang="en-CA" sz="2000" b="1" dirty="0">
                <a:solidFill>
                  <a:schemeClr val="bg1"/>
                </a:solidFill>
              </a:rPr>
              <a:t>weather</a:t>
            </a:r>
            <a:r>
              <a:rPr lang="en-CA" sz="2000" dirty="0">
                <a:solidFill>
                  <a:schemeClr val="bg1"/>
                </a:solidFill>
              </a:rPr>
              <a:t> </a:t>
            </a:r>
            <a:r>
              <a:rPr lang="en-CA" sz="2000" b="1" dirty="0">
                <a:solidFill>
                  <a:schemeClr val="bg1"/>
                </a:solidFill>
              </a:rPr>
              <a:t>conditions</a:t>
            </a:r>
            <a:r>
              <a:rPr lang="en-CA" sz="2000" dirty="0">
                <a:solidFill>
                  <a:schemeClr val="bg1"/>
                </a:solidFill>
              </a:rPr>
              <a:t> and </a:t>
            </a:r>
            <a:r>
              <a:rPr lang="en-CA" sz="2000" b="1" dirty="0">
                <a:solidFill>
                  <a:schemeClr val="bg1"/>
                </a:solidFill>
              </a:rPr>
              <a:t>delay</a:t>
            </a:r>
            <a:r>
              <a:rPr lang="en-CA" sz="2000" dirty="0">
                <a:solidFill>
                  <a:schemeClr val="bg1"/>
                </a:solidFill>
              </a:rPr>
              <a:t> </a:t>
            </a:r>
            <a:r>
              <a:rPr lang="en-CA" sz="2000" b="1" dirty="0">
                <a:solidFill>
                  <a:schemeClr val="bg1"/>
                </a:solidFill>
              </a:rPr>
              <a:t>categories</a:t>
            </a:r>
            <a:r>
              <a:rPr lang="en-CA" sz="2000" dirty="0">
                <a:solidFill>
                  <a:schemeClr val="bg1"/>
                </a:solidFill>
              </a:rPr>
              <a:t>, with </a:t>
            </a:r>
            <a:r>
              <a:rPr lang="en-CA" sz="2000" b="1" dirty="0">
                <a:solidFill>
                  <a:schemeClr val="bg1"/>
                </a:solidFill>
              </a:rPr>
              <a:t>key</a:t>
            </a:r>
            <a:r>
              <a:rPr lang="en-CA" sz="2000" dirty="0">
                <a:solidFill>
                  <a:schemeClr val="bg1"/>
                </a:solidFill>
              </a:rPr>
              <a:t> </a:t>
            </a:r>
            <a:r>
              <a:rPr lang="en-CA" sz="2000" b="1" dirty="0">
                <a:solidFill>
                  <a:schemeClr val="bg1"/>
                </a:solidFill>
              </a:rPr>
              <a:t>variables</a:t>
            </a:r>
            <a:r>
              <a:rPr lang="en-CA" sz="2000" dirty="0">
                <a:solidFill>
                  <a:schemeClr val="bg1"/>
                </a:solidFill>
              </a:rPr>
              <a:t> </a:t>
            </a:r>
            <a:r>
              <a:rPr lang="en-CA" sz="2000" b="1" dirty="0">
                <a:solidFill>
                  <a:schemeClr val="bg1"/>
                </a:solidFill>
              </a:rPr>
              <a:t>showing</a:t>
            </a:r>
            <a:r>
              <a:rPr lang="en-CA" sz="2000" dirty="0">
                <a:solidFill>
                  <a:schemeClr val="bg1"/>
                </a:solidFill>
              </a:rPr>
              <a:t> </a:t>
            </a:r>
            <a:r>
              <a:rPr lang="en-CA" sz="2000" b="1" dirty="0">
                <a:solidFill>
                  <a:schemeClr val="bg1"/>
                </a:solidFill>
              </a:rPr>
              <a:t>high</a:t>
            </a:r>
            <a:r>
              <a:rPr lang="en-CA" sz="2000" dirty="0">
                <a:solidFill>
                  <a:schemeClr val="bg1"/>
                </a:solidFill>
              </a:rPr>
              <a:t> </a:t>
            </a:r>
            <a:r>
              <a:rPr lang="en-CA" sz="2000" b="1" dirty="0">
                <a:solidFill>
                  <a:schemeClr val="bg1"/>
                </a:solidFill>
              </a:rPr>
              <a:t>coefficients</a:t>
            </a:r>
            <a:r>
              <a:rPr lang="en-CA" sz="2000" dirty="0">
                <a:solidFill>
                  <a:schemeClr val="bg1"/>
                </a:solidFill>
              </a:rPr>
              <a:t> in </a:t>
            </a:r>
            <a:r>
              <a:rPr lang="en-CA" sz="2000" b="1" dirty="0">
                <a:solidFill>
                  <a:schemeClr val="bg1"/>
                </a:solidFill>
              </a:rPr>
              <a:t>both</a:t>
            </a:r>
            <a:r>
              <a:rPr lang="en-CA" sz="2000" dirty="0">
                <a:solidFill>
                  <a:schemeClr val="bg1"/>
                </a:solidFill>
              </a:rPr>
              <a:t> </a:t>
            </a:r>
            <a:r>
              <a:rPr lang="en-CA" sz="2000" b="1" dirty="0">
                <a:solidFill>
                  <a:srgbClr val="FCA701"/>
                </a:solidFill>
              </a:rPr>
              <a:t>logistic</a:t>
            </a:r>
            <a:r>
              <a:rPr lang="en-CA" sz="2000" dirty="0">
                <a:solidFill>
                  <a:schemeClr val="bg1"/>
                </a:solidFill>
              </a:rPr>
              <a:t> </a:t>
            </a:r>
            <a:r>
              <a:rPr lang="en-CA" sz="2000" b="1" dirty="0">
                <a:solidFill>
                  <a:srgbClr val="FCA701"/>
                </a:solidFill>
              </a:rPr>
              <a:t>regression</a:t>
            </a:r>
            <a:r>
              <a:rPr lang="en-CA" sz="2000" dirty="0">
                <a:solidFill>
                  <a:schemeClr val="bg1"/>
                </a:solidFill>
              </a:rPr>
              <a:t> and </a:t>
            </a:r>
            <a:r>
              <a:rPr lang="en-CA" sz="2000" b="1" dirty="0">
                <a:solidFill>
                  <a:srgbClr val="FCA701"/>
                </a:solidFill>
              </a:rPr>
              <a:t>random</a:t>
            </a:r>
            <a:r>
              <a:rPr lang="en-CA" sz="2000" dirty="0">
                <a:solidFill>
                  <a:srgbClr val="FCA701"/>
                </a:solidFill>
              </a:rPr>
              <a:t> </a:t>
            </a:r>
            <a:r>
              <a:rPr lang="en-CA" sz="2000" b="1" dirty="0">
                <a:solidFill>
                  <a:srgbClr val="FCA701"/>
                </a:solidFill>
              </a:rPr>
              <a:t>forest</a:t>
            </a:r>
            <a:r>
              <a:rPr lang="en-CA" sz="2000" dirty="0">
                <a:solidFill>
                  <a:srgbClr val="FCA701"/>
                </a:solidFill>
              </a:rPr>
              <a:t> </a:t>
            </a:r>
            <a:r>
              <a:rPr lang="en-CA" sz="2000" b="1" dirty="0">
                <a:solidFill>
                  <a:srgbClr val="FCA701"/>
                </a:solidFill>
              </a:rPr>
              <a:t>models</a:t>
            </a:r>
            <a:r>
              <a:rPr lang="en-CA" sz="2000" dirty="0">
                <a:solidFill>
                  <a:schemeClr val="bg1"/>
                </a:solidFill>
              </a:rPr>
              <a:t>.</a:t>
            </a:r>
          </a:p>
          <a:p>
            <a:pPr algn="just"/>
            <a:r>
              <a:rPr lang="en-CA" sz="2000" dirty="0">
                <a:solidFill>
                  <a:schemeClr val="bg1"/>
                </a:solidFill>
              </a:rPr>
              <a:t>Among the tested models, </a:t>
            </a:r>
            <a:r>
              <a:rPr lang="en-CA" sz="2000" b="1" dirty="0">
                <a:solidFill>
                  <a:srgbClr val="FCA701"/>
                </a:solidFill>
              </a:rPr>
              <a:t>Random Forest </a:t>
            </a:r>
            <a:r>
              <a:rPr lang="en-CA" sz="2000" b="1" dirty="0">
                <a:solidFill>
                  <a:schemeClr val="bg1"/>
                </a:solidFill>
              </a:rPr>
              <a:t>provided</a:t>
            </a:r>
            <a:r>
              <a:rPr lang="en-CA" sz="2000" dirty="0">
                <a:solidFill>
                  <a:schemeClr val="bg1"/>
                </a:solidFill>
              </a:rPr>
              <a:t> the best </a:t>
            </a:r>
            <a:r>
              <a:rPr lang="en-CA" sz="2000" b="1" dirty="0">
                <a:solidFill>
                  <a:schemeClr val="bg1"/>
                </a:solidFill>
              </a:rPr>
              <a:t>overall</a:t>
            </a:r>
            <a:r>
              <a:rPr lang="en-CA" sz="2000" dirty="0">
                <a:solidFill>
                  <a:schemeClr val="bg1"/>
                </a:solidFill>
              </a:rPr>
              <a:t> </a:t>
            </a:r>
            <a:r>
              <a:rPr lang="en-CA" sz="2000" b="1" dirty="0">
                <a:solidFill>
                  <a:schemeClr val="bg1"/>
                </a:solidFill>
              </a:rPr>
              <a:t>performance</a:t>
            </a:r>
            <a:r>
              <a:rPr lang="en-CA" sz="2000" dirty="0">
                <a:solidFill>
                  <a:schemeClr val="bg1"/>
                </a:solidFill>
              </a:rPr>
              <a:t>, achieving a </a:t>
            </a:r>
            <a:r>
              <a:rPr lang="en-CA" sz="2000" b="1" dirty="0">
                <a:solidFill>
                  <a:schemeClr val="bg1"/>
                </a:solidFill>
              </a:rPr>
              <a:t>high</a:t>
            </a:r>
            <a:r>
              <a:rPr lang="en-CA" sz="2000" dirty="0">
                <a:solidFill>
                  <a:schemeClr val="bg1"/>
                </a:solidFill>
              </a:rPr>
              <a:t> </a:t>
            </a:r>
            <a:r>
              <a:rPr lang="en-CA" sz="2000" b="1" dirty="0">
                <a:solidFill>
                  <a:schemeClr val="bg1"/>
                </a:solidFill>
              </a:rPr>
              <a:t>accuracy</a:t>
            </a:r>
            <a:r>
              <a:rPr lang="en-CA" sz="2000" dirty="0">
                <a:solidFill>
                  <a:schemeClr val="bg1"/>
                </a:solidFill>
              </a:rPr>
              <a:t> of </a:t>
            </a:r>
            <a:r>
              <a:rPr lang="en-CA" sz="2000" b="1" dirty="0">
                <a:solidFill>
                  <a:srgbClr val="FCA701"/>
                </a:solidFill>
              </a:rPr>
              <a:t>98.39%</a:t>
            </a:r>
            <a:r>
              <a:rPr lang="en-CA" sz="2000" dirty="0">
                <a:solidFill>
                  <a:schemeClr val="bg1"/>
                </a:solidFill>
              </a:rPr>
              <a:t>.</a:t>
            </a:r>
          </a:p>
          <a:p>
            <a:pPr algn="just"/>
            <a:r>
              <a:rPr lang="en-CA" sz="2000" b="1" dirty="0">
                <a:solidFill>
                  <a:srgbClr val="FCA701"/>
                </a:solidFill>
              </a:rPr>
              <a:t>Random Forest </a:t>
            </a:r>
            <a:r>
              <a:rPr lang="en-CA" sz="2000" dirty="0">
                <a:solidFill>
                  <a:schemeClr val="bg1"/>
                </a:solidFill>
              </a:rPr>
              <a:t>model can be </a:t>
            </a:r>
            <a:r>
              <a:rPr lang="en-CA" sz="2000" b="1" dirty="0">
                <a:solidFill>
                  <a:schemeClr val="bg1"/>
                </a:solidFill>
              </a:rPr>
              <a:t>deployed</a:t>
            </a:r>
            <a:r>
              <a:rPr lang="en-CA" sz="2000" dirty="0">
                <a:solidFill>
                  <a:schemeClr val="bg1"/>
                </a:solidFill>
              </a:rPr>
              <a:t> as a </a:t>
            </a:r>
            <a:r>
              <a:rPr lang="en-CA" sz="2000" b="1" dirty="0">
                <a:solidFill>
                  <a:schemeClr val="bg1"/>
                </a:solidFill>
              </a:rPr>
              <a:t>real-time prediction </a:t>
            </a:r>
            <a:r>
              <a:rPr lang="en-CA" sz="2000" dirty="0">
                <a:solidFill>
                  <a:schemeClr val="bg1"/>
                </a:solidFill>
              </a:rPr>
              <a:t>tool, </a:t>
            </a:r>
            <a:r>
              <a:rPr lang="en-CA" sz="2000" b="1" dirty="0">
                <a:solidFill>
                  <a:schemeClr val="bg1"/>
                </a:solidFill>
              </a:rPr>
              <a:t>alerting</a:t>
            </a:r>
            <a:r>
              <a:rPr lang="en-CA" sz="2000" dirty="0">
                <a:solidFill>
                  <a:schemeClr val="bg1"/>
                </a:solidFill>
              </a:rPr>
              <a:t> </a:t>
            </a:r>
            <a:r>
              <a:rPr lang="en-CA" sz="2000" b="1" dirty="0">
                <a:solidFill>
                  <a:schemeClr val="bg1"/>
                </a:solidFill>
              </a:rPr>
              <a:t>airlines</a:t>
            </a:r>
            <a:r>
              <a:rPr lang="en-CA" sz="2000" dirty="0">
                <a:solidFill>
                  <a:schemeClr val="bg1"/>
                </a:solidFill>
              </a:rPr>
              <a:t> and </a:t>
            </a:r>
            <a:r>
              <a:rPr lang="en-CA" sz="2000" b="1" dirty="0">
                <a:solidFill>
                  <a:schemeClr val="bg1"/>
                </a:solidFill>
              </a:rPr>
              <a:t>passengers</a:t>
            </a:r>
            <a:r>
              <a:rPr lang="en-CA" sz="2000" dirty="0">
                <a:solidFill>
                  <a:schemeClr val="bg1"/>
                </a:solidFill>
              </a:rPr>
              <a:t> about </a:t>
            </a:r>
            <a:r>
              <a:rPr lang="en-CA" sz="2000" b="1" dirty="0">
                <a:solidFill>
                  <a:schemeClr val="bg1"/>
                </a:solidFill>
              </a:rPr>
              <a:t>potential</a:t>
            </a:r>
            <a:r>
              <a:rPr lang="en-CA" sz="2000" dirty="0">
                <a:solidFill>
                  <a:schemeClr val="bg1"/>
                </a:solidFill>
              </a:rPr>
              <a:t> </a:t>
            </a:r>
            <a:r>
              <a:rPr lang="en-CA" sz="2000" b="1" dirty="0">
                <a:solidFill>
                  <a:schemeClr val="bg1"/>
                </a:solidFill>
              </a:rPr>
              <a:t>delays</a:t>
            </a:r>
            <a:r>
              <a:rPr lang="en-CA" sz="2000" dirty="0">
                <a:solidFill>
                  <a:schemeClr val="bg1"/>
                </a:solidFill>
              </a:rPr>
              <a:t> based on </a:t>
            </a:r>
            <a:r>
              <a:rPr lang="en-CA" sz="2000" b="1" dirty="0">
                <a:solidFill>
                  <a:schemeClr val="bg1"/>
                </a:solidFill>
              </a:rPr>
              <a:t>forecasted</a:t>
            </a:r>
            <a:r>
              <a:rPr lang="en-CA" sz="2000" dirty="0">
                <a:solidFill>
                  <a:schemeClr val="bg1"/>
                </a:solidFill>
              </a:rPr>
              <a:t> </a:t>
            </a:r>
            <a:r>
              <a:rPr lang="en-CA" sz="2000" b="1" dirty="0">
                <a:solidFill>
                  <a:schemeClr val="bg1"/>
                </a:solidFill>
              </a:rPr>
              <a:t>weather</a:t>
            </a:r>
            <a:r>
              <a:rPr lang="en-CA" sz="2000" dirty="0">
                <a:solidFill>
                  <a:schemeClr val="bg1"/>
                </a:solidFill>
              </a:rPr>
              <a:t> </a:t>
            </a:r>
            <a:r>
              <a:rPr lang="en-CA" sz="2000" b="1" dirty="0">
                <a:solidFill>
                  <a:schemeClr val="bg1"/>
                </a:solidFill>
              </a:rPr>
              <a:t>conditions</a:t>
            </a:r>
            <a:r>
              <a:rPr lang="en-CA" sz="2000" dirty="0">
                <a:solidFill>
                  <a:schemeClr val="bg1"/>
                </a:solidFill>
              </a:rPr>
              <a:t>.</a:t>
            </a:r>
          </a:p>
        </p:txBody>
      </p:sp>
      <p:pic>
        <p:nvPicPr>
          <p:cNvPr id="12" name="Imagen 11">
            <a:extLst>
              <a:ext uri="{FF2B5EF4-FFF2-40B4-BE49-F238E27FC236}">
                <a16:creationId xmlns:a16="http://schemas.microsoft.com/office/drawing/2014/main" id="{92D4D12F-27D5-FB14-0CE0-59E891E091BD}"/>
              </a:ext>
            </a:extLst>
          </p:cNvPr>
          <p:cNvPicPr>
            <a:picLocks noChangeAspect="1"/>
          </p:cNvPicPr>
          <p:nvPr/>
        </p:nvPicPr>
        <p:blipFill>
          <a:blip r:embed="rId3"/>
          <a:srcRect l="33916" t="6975" r="54937" b="81420"/>
          <a:stretch/>
        </p:blipFill>
        <p:spPr>
          <a:xfrm>
            <a:off x="5201895" y="5190"/>
            <a:ext cx="654317" cy="579561"/>
          </a:xfrm>
          <a:prstGeom prst="rect">
            <a:avLst/>
          </a:prstGeom>
        </p:spPr>
      </p:pic>
      <p:pic>
        <p:nvPicPr>
          <p:cNvPr id="16" name="Imagen 15">
            <a:extLst>
              <a:ext uri="{FF2B5EF4-FFF2-40B4-BE49-F238E27FC236}">
                <a16:creationId xmlns:a16="http://schemas.microsoft.com/office/drawing/2014/main" id="{303B26A3-C9A3-F70B-7945-3D28C18DD584}"/>
              </a:ext>
            </a:extLst>
          </p:cNvPr>
          <p:cNvPicPr>
            <a:picLocks noChangeAspect="1"/>
          </p:cNvPicPr>
          <p:nvPr/>
        </p:nvPicPr>
        <p:blipFill>
          <a:blip r:embed="rId3"/>
          <a:srcRect l="23278" t="21261" r="65575" b="67134"/>
          <a:stretch/>
        </p:blipFill>
        <p:spPr>
          <a:xfrm>
            <a:off x="9236265" y="5190"/>
            <a:ext cx="654317" cy="579561"/>
          </a:xfrm>
          <a:prstGeom prst="rect">
            <a:avLst/>
          </a:prstGeom>
        </p:spPr>
      </p:pic>
      <p:pic>
        <p:nvPicPr>
          <p:cNvPr id="17" name="Imagen 16">
            <a:extLst>
              <a:ext uri="{FF2B5EF4-FFF2-40B4-BE49-F238E27FC236}">
                <a16:creationId xmlns:a16="http://schemas.microsoft.com/office/drawing/2014/main" id="{D6873E7D-18E4-821E-B8CA-E3615BE336D1}"/>
              </a:ext>
            </a:extLst>
          </p:cNvPr>
          <p:cNvPicPr>
            <a:picLocks noChangeAspect="1"/>
          </p:cNvPicPr>
          <p:nvPr/>
        </p:nvPicPr>
        <p:blipFill>
          <a:blip r:embed="rId3"/>
          <a:srcRect l="55122" t="21082" r="33731" b="67313"/>
          <a:stretch/>
        </p:blipFill>
        <p:spPr>
          <a:xfrm>
            <a:off x="7507251" y="5190"/>
            <a:ext cx="654317" cy="579561"/>
          </a:xfrm>
          <a:prstGeom prst="rect">
            <a:avLst/>
          </a:prstGeom>
        </p:spPr>
      </p:pic>
      <p:pic>
        <p:nvPicPr>
          <p:cNvPr id="18" name="Imagen 17">
            <a:extLst>
              <a:ext uri="{FF2B5EF4-FFF2-40B4-BE49-F238E27FC236}">
                <a16:creationId xmlns:a16="http://schemas.microsoft.com/office/drawing/2014/main" id="{890122B5-26A8-246C-26B9-22FD2664762D}"/>
              </a:ext>
            </a:extLst>
          </p:cNvPr>
          <p:cNvPicPr>
            <a:picLocks noChangeAspect="1"/>
          </p:cNvPicPr>
          <p:nvPr/>
        </p:nvPicPr>
        <p:blipFill>
          <a:blip r:embed="rId3"/>
          <a:srcRect l="76281" t="21082" r="12572" b="67313"/>
          <a:stretch/>
        </p:blipFill>
        <p:spPr>
          <a:xfrm>
            <a:off x="6354573" y="5190"/>
            <a:ext cx="654317" cy="579561"/>
          </a:xfrm>
          <a:prstGeom prst="rect">
            <a:avLst/>
          </a:prstGeom>
        </p:spPr>
      </p:pic>
      <p:pic>
        <p:nvPicPr>
          <p:cNvPr id="19" name="Imagen 18">
            <a:extLst>
              <a:ext uri="{FF2B5EF4-FFF2-40B4-BE49-F238E27FC236}">
                <a16:creationId xmlns:a16="http://schemas.microsoft.com/office/drawing/2014/main" id="{282FAE05-E560-14D6-45B2-F69F97AF1F2F}"/>
              </a:ext>
            </a:extLst>
          </p:cNvPr>
          <p:cNvPicPr>
            <a:picLocks noChangeAspect="1"/>
          </p:cNvPicPr>
          <p:nvPr/>
        </p:nvPicPr>
        <p:blipFill>
          <a:blip r:embed="rId3"/>
          <a:srcRect l="12624" t="34906" r="76229" b="53489"/>
          <a:stretch/>
        </p:blipFill>
        <p:spPr>
          <a:xfrm>
            <a:off x="5778234" y="5190"/>
            <a:ext cx="654317" cy="579561"/>
          </a:xfrm>
          <a:prstGeom prst="rect">
            <a:avLst/>
          </a:prstGeom>
        </p:spPr>
      </p:pic>
      <p:pic>
        <p:nvPicPr>
          <p:cNvPr id="20" name="Imagen 19">
            <a:extLst>
              <a:ext uri="{FF2B5EF4-FFF2-40B4-BE49-F238E27FC236}">
                <a16:creationId xmlns:a16="http://schemas.microsoft.com/office/drawing/2014/main" id="{780F55C5-2E81-D242-2E12-368F5312CD04}"/>
              </a:ext>
            </a:extLst>
          </p:cNvPr>
          <p:cNvPicPr>
            <a:picLocks noChangeAspect="1"/>
          </p:cNvPicPr>
          <p:nvPr/>
        </p:nvPicPr>
        <p:blipFill>
          <a:blip r:embed="rId3"/>
          <a:srcRect l="55103" t="34951" r="33750" b="53444"/>
          <a:stretch/>
        </p:blipFill>
        <p:spPr>
          <a:xfrm>
            <a:off x="8659927" y="5190"/>
            <a:ext cx="654317" cy="579561"/>
          </a:xfrm>
          <a:prstGeom prst="rect">
            <a:avLst/>
          </a:prstGeom>
        </p:spPr>
      </p:pic>
      <p:pic>
        <p:nvPicPr>
          <p:cNvPr id="21" name="Imagen 20">
            <a:extLst>
              <a:ext uri="{FF2B5EF4-FFF2-40B4-BE49-F238E27FC236}">
                <a16:creationId xmlns:a16="http://schemas.microsoft.com/office/drawing/2014/main" id="{CEA5530B-52EC-B48D-7191-978ED8DE0B6A}"/>
              </a:ext>
            </a:extLst>
          </p:cNvPr>
          <p:cNvPicPr>
            <a:picLocks noChangeAspect="1"/>
          </p:cNvPicPr>
          <p:nvPr/>
        </p:nvPicPr>
        <p:blipFill>
          <a:blip r:embed="rId3"/>
          <a:srcRect l="76337" t="34935" r="12515" b="53460"/>
          <a:stretch/>
        </p:blipFill>
        <p:spPr>
          <a:xfrm>
            <a:off x="8083589" y="5190"/>
            <a:ext cx="654317" cy="579561"/>
          </a:xfrm>
          <a:prstGeom prst="rect">
            <a:avLst/>
          </a:prstGeom>
        </p:spPr>
      </p:pic>
      <p:pic>
        <p:nvPicPr>
          <p:cNvPr id="22" name="Imagen 21">
            <a:extLst>
              <a:ext uri="{FF2B5EF4-FFF2-40B4-BE49-F238E27FC236}">
                <a16:creationId xmlns:a16="http://schemas.microsoft.com/office/drawing/2014/main" id="{B8539440-D43B-CF5B-C035-A26C97CDD21C}"/>
              </a:ext>
            </a:extLst>
          </p:cNvPr>
          <p:cNvPicPr>
            <a:picLocks noChangeAspect="1"/>
          </p:cNvPicPr>
          <p:nvPr/>
        </p:nvPicPr>
        <p:blipFill>
          <a:blip r:embed="rId3"/>
          <a:srcRect l="33916" t="6975" r="54937" b="81420"/>
          <a:stretch/>
        </p:blipFill>
        <p:spPr>
          <a:xfrm>
            <a:off x="6930912" y="5190"/>
            <a:ext cx="654317" cy="579561"/>
          </a:xfrm>
          <a:prstGeom prst="rect">
            <a:avLst/>
          </a:prstGeom>
        </p:spPr>
      </p:pic>
      <p:pic>
        <p:nvPicPr>
          <p:cNvPr id="23" name="Imagen 22">
            <a:extLst>
              <a:ext uri="{FF2B5EF4-FFF2-40B4-BE49-F238E27FC236}">
                <a16:creationId xmlns:a16="http://schemas.microsoft.com/office/drawing/2014/main" id="{549C442F-C9EA-09CB-F151-341B874A1AFB}"/>
              </a:ext>
            </a:extLst>
          </p:cNvPr>
          <p:cNvPicPr>
            <a:picLocks noChangeAspect="1"/>
          </p:cNvPicPr>
          <p:nvPr/>
        </p:nvPicPr>
        <p:blipFill>
          <a:blip r:embed="rId3"/>
          <a:srcRect l="76281" t="21082" r="12572" b="67313"/>
          <a:stretch/>
        </p:blipFill>
        <p:spPr>
          <a:xfrm>
            <a:off x="10388942" y="5190"/>
            <a:ext cx="654317" cy="579561"/>
          </a:xfrm>
          <a:prstGeom prst="rect">
            <a:avLst/>
          </a:prstGeom>
        </p:spPr>
      </p:pic>
      <p:pic>
        <p:nvPicPr>
          <p:cNvPr id="24" name="Imagen 23">
            <a:extLst>
              <a:ext uri="{FF2B5EF4-FFF2-40B4-BE49-F238E27FC236}">
                <a16:creationId xmlns:a16="http://schemas.microsoft.com/office/drawing/2014/main" id="{9B2460C2-61ED-0DE0-6280-2D250E4208BF}"/>
              </a:ext>
            </a:extLst>
          </p:cNvPr>
          <p:cNvPicPr>
            <a:picLocks noChangeAspect="1"/>
          </p:cNvPicPr>
          <p:nvPr/>
        </p:nvPicPr>
        <p:blipFill>
          <a:blip r:embed="rId3"/>
          <a:srcRect l="12624" t="34906" r="76229" b="53489"/>
          <a:stretch/>
        </p:blipFill>
        <p:spPr>
          <a:xfrm>
            <a:off x="9812603" y="5190"/>
            <a:ext cx="654317" cy="579561"/>
          </a:xfrm>
          <a:prstGeom prst="rect">
            <a:avLst/>
          </a:prstGeom>
        </p:spPr>
      </p:pic>
      <p:pic>
        <p:nvPicPr>
          <p:cNvPr id="25" name="Imagen 24">
            <a:extLst>
              <a:ext uri="{FF2B5EF4-FFF2-40B4-BE49-F238E27FC236}">
                <a16:creationId xmlns:a16="http://schemas.microsoft.com/office/drawing/2014/main" id="{1F5E4584-152B-71CB-CB22-44A9130AD3EE}"/>
              </a:ext>
            </a:extLst>
          </p:cNvPr>
          <p:cNvPicPr>
            <a:picLocks noChangeAspect="1"/>
          </p:cNvPicPr>
          <p:nvPr/>
        </p:nvPicPr>
        <p:blipFill>
          <a:blip r:embed="rId3"/>
          <a:srcRect l="55103" t="34951" r="33750" b="53444"/>
          <a:stretch/>
        </p:blipFill>
        <p:spPr>
          <a:xfrm>
            <a:off x="10965280" y="5190"/>
            <a:ext cx="654317" cy="579561"/>
          </a:xfrm>
          <a:prstGeom prst="rect">
            <a:avLst/>
          </a:prstGeom>
        </p:spPr>
      </p:pic>
      <p:pic>
        <p:nvPicPr>
          <p:cNvPr id="9218" name="Picture 2" descr="Wallpaper Airplane, airport, waiting room, benches, USA 1920x1200 Picture, Image">
            <a:extLst>
              <a:ext uri="{FF2B5EF4-FFF2-40B4-BE49-F238E27FC236}">
                <a16:creationId xmlns:a16="http://schemas.microsoft.com/office/drawing/2014/main" id="{4823A15E-9135-9E06-1A95-14C00A06AAE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464"/>
          <a:stretch/>
        </p:blipFill>
        <p:spPr bwMode="auto">
          <a:xfrm>
            <a:off x="269150" y="957987"/>
            <a:ext cx="5385106" cy="5653223"/>
          </a:xfrm>
          <a:prstGeom prst="rect">
            <a:avLst/>
          </a:prstGeom>
          <a:noFill/>
          <a:extLst>
            <a:ext uri="{909E8E84-426E-40DD-AFC4-6F175D3DCCD1}">
              <a14:hiddenFill xmlns:a14="http://schemas.microsoft.com/office/drawing/2010/main">
                <a:solidFill>
                  <a:srgbClr val="FFFFFF"/>
                </a:solidFill>
              </a14:hiddenFill>
            </a:ext>
          </a:extLst>
        </p:spPr>
      </p:pic>
      <p:pic>
        <p:nvPicPr>
          <p:cNvPr id="27" name="Imagen 26">
            <a:extLst>
              <a:ext uri="{FF2B5EF4-FFF2-40B4-BE49-F238E27FC236}">
                <a16:creationId xmlns:a16="http://schemas.microsoft.com/office/drawing/2014/main" id="{713440C0-F3B9-6BD2-805A-210D5600AA4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049194" y="33460"/>
            <a:ext cx="654340" cy="579561"/>
          </a:xfrm>
          <a:prstGeom prst="rect">
            <a:avLst/>
          </a:prstGeom>
        </p:spPr>
      </p:pic>
    </p:spTree>
    <p:extLst>
      <p:ext uri="{BB962C8B-B14F-4D97-AF65-F5344CB8AC3E}">
        <p14:creationId xmlns:p14="http://schemas.microsoft.com/office/powerpoint/2010/main" val="38227918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EDE2D-45B1-53EE-5E2D-E762C01A522B}"/>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9F71365-C662-6518-9DBB-7FC7546F297B}"/>
              </a:ext>
            </a:extLst>
          </p:cNvPr>
          <p:cNvSpPr>
            <a:spLocks noGrp="1"/>
          </p:cNvSpPr>
          <p:nvPr>
            <p:ph idx="1"/>
          </p:nvPr>
        </p:nvSpPr>
        <p:spPr>
          <a:xfrm>
            <a:off x="620110" y="974724"/>
            <a:ext cx="4904390" cy="5794375"/>
          </a:xfrm>
        </p:spPr>
        <p:txBody>
          <a:bodyPr vert="horz" lIns="91440" tIns="45720" rIns="91440" bIns="45720" rtlCol="0">
            <a:normAutofit lnSpcReduction="10000"/>
          </a:bodyPr>
          <a:lstStyle/>
          <a:p>
            <a:pPr algn="just"/>
            <a:r>
              <a:rPr lang="en-CA" sz="2000" b="1" dirty="0">
                <a:solidFill>
                  <a:schemeClr val="bg1"/>
                </a:solidFill>
              </a:rPr>
              <a:t>Incorporate</a:t>
            </a:r>
            <a:r>
              <a:rPr lang="en-CA" sz="2000" dirty="0">
                <a:solidFill>
                  <a:schemeClr val="bg1"/>
                </a:solidFill>
              </a:rPr>
              <a:t> </a:t>
            </a:r>
            <a:r>
              <a:rPr lang="en-CA" sz="2000" b="1" dirty="0">
                <a:solidFill>
                  <a:schemeClr val="bg1"/>
                </a:solidFill>
              </a:rPr>
              <a:t>additional</a:t>
            </a:r>
            <a:r>
              <a:rPr lang="en-CA" sz="2000" dirty="0">
                <a:solidFill>
                  <a:schemeClr val="bg1"/>
                </a:solidFill>
              </a:rPr>
              <a:t> features such as </a:t>
            </a:r>
            <a:r>
              <a:rPr lang="en-CA" sz="2000" b="1" dirty="0">
                <a:solidFill>
                  <a:schemeClr val="bg1"/>
                </a:solidFill>
              </a:rPr>
              <a:t>air traffic volume</a:t>
            </a:r>
            <a:r>
              <a:rPr lang="en-CA" sz="2000" dirty="0">
                <a:solidFill>
                  <a:schemeClr val="bg1"/>
                </a:solidFill>
              </a:rPr>
              <a:t>, </a:t>
            </a:r>
            <a:r>
              <a:rPr lang="en-CA" sz="2000" b="1" dirty="0">
                <a:solidFill>
                  <a:schemeClr val="bg1"/>
                </a:solidFill>
              </a:rPr>
              <a:t>runway availability</a:t>
            </a:r>
            <a:r>
              <a:rPr lang="en-CA" sz="2000" dirty="0">
                <a:solidFill>
                  <a:schemeClr val="bg1"/>
                </a:solidFill>
              </a:rPr>
              <a:t>, </a:t>
            </a:r>
            <a:r>
              <a:rPr lang="en-CA" sz="2000" b="1" dirty="0">
                <a:solidFill>
                  <a:schemeClr val="bg1"/>
                </a:solidFill>
              </a:rPr>
              <a:t>technical</a:t>
            </a:r>
            <a:r>
              <a:rPr lang="en-CA" sz="2000" dirty="0">
                <a:solidFill>
                  <a:schemeClr val="bg1"/>
                </a:solidFill>
              </a:rPr>
              <a:t> and </a:t>
            </a:r>
            <a:r>
              <a:rPr lang="en-CA" sz="2000" b="1" dirty="0">
                <a:solidFill>
                  <a:schemeClr val="bg1"/>
                </a:solidFill>
              </a:rPr>
              <a:t>operational</a:t>
            </a:r>
            <a:r>
              <a:rPr lang="en-CA" sz="2000" dirty="0">
                <a:solidFill>
                  <a:schemeClr val="bg1"/>
                </a:solidFill>
              </a:rPr>
              <a:t> </a:t>
            </a:r>
            <a:r>
              <a:rPr lang="en-CA" sz="2000" b="1" dirty="0">
                <a:solidFill>
                  <a:schemeClr val="bg1"/>
                </a:solidFill>
              </a:rPr>
              <a:t>disruptions</a:t>
            </a:r>
            <a:r>
              <a:rPr lang="en-CA" sz="2000" dirty="0">
                <a:solidFill>
                  <a:schemeClr val="bg1"/>
                </a:solidFill>
              </a:rPr>
              <a:t>, and </a:t>
            </a:r>
            <a:r>
              <a:rPr lang="en-CA" sz="2000" b="1" dirty="0">
                <a:solidFill>
                  <a:schemeClr val="bg1"/>
                </a:solidFill>
              </a:rPr>
              <a:t>historical</a:t>
            </a:r>
            <a:r>
              <a:rPr lang="en-CA" sz="2000" dirty="0">
                <a:solidFill>
                  <a:schemeClr val="bg1"/>
                </a:solidFill>
              </a:rPr>
              <a:t> </a:t>
            </a:r>
            <a:r>
              <a:rPr lang="en-CA" sz="2000" b="1" dirty="0">
                <a:solidFill>
                  <a:schemeClr val="bg1"/>
                </a:solidFill>
              </a:rPr>
              <a:t>delay</a:t>
            </a:r>
            <a:r>
              <a:rPr lang="en-CA" sz="2000" dirty="0">
                <a:solidFill>
                  <a:schemeClr val="bg1"/>
                </a:solidFill>
              </a:rPr>
              <a:t> </a:t>
            </a:r>
            <a:r>
              <a:rPr lang="en-CA" sz="2000" b="1" dirty="0">
                <a:solidFill>
                  <a:schemeClr val="bg1"/>
                </a:solidFill>
              </a:rPr>
              <a:t>patterns</a:t>
            </a:r>
            <a:r>
              <a:rPr lang="en-CA" sz="2000" dirty="0">
                <a:solidFill>
                  <a:schemeClr val="bg1"/>
                </a:solidFill>
              </a:rPr>
              <a:t> to </a:t>
            </a:r>
            <a:r>
              <a:rPr lang="en-CA" sz="2000" b="1" dirty="0">
                <a:solidFill>
                  <a:schemeClr val="bg1"/>
                </a:solidFill>
              </a:rPr>
              <a:t>improve</a:t>
            </a:r>
            <a:r>
              <a:rPr lang="en-CA" sz="2000" dirty="0">
                <a:solidFill>
                  <a:schemeClr val="bg1"/>
                </a:solidFill>
              </a:rPr>
              <a:t> </a:t>
            </a:r>
            <a:r>
              <a:rPr lang="en-CA" sz="2000" b="1" dirty="0">
                <a:solidFill>
                  <a:schemeClr val="bg1"/>
                </a:solidFill>
              </a:rPr>
              <a:t>model</a:t>
            </a:r>
            <a:r>
              <a:rPr lang="en-CA" sz="2000" dirty="0">
                <a:solidFill>
                  <a:schemeClr val="bg1"/>
                </a:solidFill>
              </a:rPr>
              <a:t> </a:t>
            </a:r>
            <a:r>
              <a:rPr lang="en-CA" sz="2000" b="1" dirty="0">
                <a:solidFill>
                  <a:schemeClr val="bg1"/>
                </a:solidFill>
              </a:rPr>
              <a:t>performance</a:t>
            </a:r>
            <a:r>
              <a:rPr lang="en-CA" sz="2000" dirty="0">
                <a:solidFill>
                  <a:schemeClr val="bg1"/>
                </a:solidFill>
              </a:rPr>
              <a:t>.</a:t>
            </a:r>
          </a:p>
          <a:p>
            <a:pPr algn="just"/>
            <a:r>
              <a:rPr lang="en-CA" sz="2000" b="1" dirty="0">
                <a:solidFill>
                  <a:schemeClr val="bg1"/>
                </a:solidFill>
              </a:rPr>
              <a:t>Perform hyperparameter tuning</a:t>
            </a:r>
            <a:r>
              <a:rPr lang="en-CA" sz="2000" dirty="0">
                <a:solidFill>
                  <a:schemeClr val="bg1"/>
                </a:solidFill>
              </a:rPr>
              <a:t> on the </a:t>
            </a:r>
            <a:r>
              <a:rPr lang="en-CA" sz="2000" b="1" dirty="0">
                <a:solidFill>
                  <a:schemeClr val="bg1"/>
                </a:solidFill>
              </a:rPr>
              <a:t>Random Forest </a:t>
            </a:r>
            <a:r>
              <a:rPr lang="en-CA" sz="2000" dirty="0">
                <a:solidFill>
                  <a:schemeClr val="bg1"/>
                </a:solidFill>
              </a:rPr>
              <a:t>model to </a:t>
            </a:r>
            <a:r>
              <a:rPr lang="en-CA" sz="2000" b="1" dirty="0">
                <a:solidFill>
                  <a:schemeClr val="bg1"/>
                </a:solidFill>
              </a:rPr>
              <a:t>optimize</a:t>
            </a:r>
            <a:r>
              <a:rPr lang="en-CA" sz="2000" dirty="0">
                <a:solidFill>
                  <a:schemeClr val="bg1"/>
                </a:solidFill>
              </a:rPr>
              <a:t> its </a:t>
            </a:r>
            <a:r>
              <a:rPr lang="en-CA" sz="2000" b="1" dirty="0">
                <a:solidFill>
                  <a:schemeClr val="bg1"/>
                </a:solidFill>
              </a:rPr>
              <a:t>predictive</a:t>
            </a:r>
            <a:r>
              <a:rPr lang="en-CA" sz="2000" dirty="0">
                <a:solidFill>
                  <a:schemeClr val="bg1"/>
                </a:solidFill>
              </a:rPr>
              <a:t> </a:t>
            </a:r>
            <a:r>
              <a:rPr lang="en-CA" sz="2000" b="1" dirty="0">
                <a:solidFill>
                  <a:schemeClr val="bg1"/>
                </a:solidFill>
              </a:rPr>
              <a:t>capabilities</a:t>
            </a:r>
            <a:r>
              <a:rPr lang="en-CA" sz="2000" dirty="0">
                <a:solidFill>
                  <a:schemeClr val="bg1"/>
                </a:solidFill>
              </a:rPr>
              <a:t>.</a:t>
            </a:r>
          </a:p>
          <a:p>
            <a:pPr algn="just"/>
            <a:r>
              <a:rPr lang="es-MX" sz="2000" dirty="0">
                <a:solidFill>
                  <a:schemeClr val="bg1"/>
                </a:solidFill>
                <a:effectLst/>
              </a:rPr>
              <a:t>A </a:t>
            </a:r>
            <a:r>
              <a:rPr lang="es-MX" sz="2000" b="1" dirty="0">
                <a:solidFill>
                  <a:schemeClr val="bg1"/>
                </a:solidFill>
                <a:effectLst/>
              </a:rPr>
              <a:t>future approach </a:t>
            </a:r>
            <a:r>
              <a:rPr lang="es-MX" sz="2000" dirty="0">
                <a:solidFill>
                  <a:schemeClr val="bg1"/>
                </a:solidFill>
                <a:effectLst/>
              </a:rPr>
              <a:t>could involve </a:t>
            </a:r>
            <a:r>
              <a:rPr lang="es-MX" sz="2000" b="1" dirty="0">
                <a:solidFill>
                  <a:schemeClr val="bg1"/>
                </a:solidFill>
                <a:effectLst/>
              </a:rPr>
              <a:t>applying</a:t>
            </a:r>
            <a:r>
              <a:rPr lang="es-MX" sz="2000" dirty="0">
                <a:solidFill>
                  <a:schemeClr val="bg1"/>
                </a:solidFill>
                <a:effectLst/>
              </a:rPr>
              <a:t> the </a:t>
            </a:r>
            <a:r>
              <a:rPr lang="es-MX" sz="2000" b="1" dirty="0">
                <a:solidFill>
                  <a:schemeClr val="bg1"/>
                </a:solidFill>
                <a:effectLst/>
              </a:rPr>
              <a:t>same analysis </a:t>
            </a:r>
            <a:r>
              <a:rPr lang="es-MX" sz="2000" dirty="0">
                <a:solidFill>
                  <a:schemeClr val="bg1"/>
                </a:solidFill>
                <a:effectLst/>
              </a:rPr>
              <a:t>to </a:t>
            </a:r>
            <a:r>
              <a:rPr lang="es-MX" sz="2000" b="1" dirty="0">
                <a:solidFill>
                  <a:schemeClr val="bg1"/>
                </a:solidFill>
                <a:effectLst/>
              </a:rPr>
              <a:t>different</a:t>
            </a:r>
            <a:r>
              <a:rPr lang="es-MX" sz="2000" dirty="0">
                <a:solidFill>
                  <a:schemeClr val="bg1"/>
                </a:solidFill>
                <a:effectLst/>
              </a:rPr>
              <a:t> </a:t>
            </a:r>
            <a:r>
              <a:rPr lang="es-MX" sz="2000" b="1" dirty="0">
                <a:solidFill>
                  <a:schemeClr val="bg1"/>
                </a:solidFill>
                <a:effectLst/>
              </a:rPr>
              <a:t>seasons</a:t>
            </a:r>
            <a:r>
              <a:rPr lang="es-MX" sz="2000" dirty="0">
                <a:solidFill>
                  <a:schemeClr val="bg1"/>
                </a:solidFill>
                <a:effectLst/>
              </a:rPr>
              <a:t> of the </a:t>
            </a:r>
            <a:r>
              <a:rPr lang="es-MX" sz="2000" b="1" dirty="0">
                <a:solidFill>
                  <a:schemeClr val="bg1"/>
                </a:solidFill>
                <a:effectLst/>
              </a:rPr>
              <a:t>year</a:t>
            </a:r>
            <a:r>
              <a:rPr lang="es-MX" sz="2000" dirty="0">
                <a:solidFill>
                  <a:schemeClr val="bg1"/>
                </a:solidFill>
                <a:effectLst/>
              </a:rPr>
              <a:t> as well as </a:t>
            </a:r>
            <a:r>
              <a:rPr lang="es-MX" sz="2000" b="1" dirty="0">
                <a:solidFill>
                  <a:schemeClr val="bg1"/>
                </a:solidFill>
                <a:effectLst/>
              </a:rPr>
              <a:t>different</a:t>
            </a:r>
            <a:r>
              <a:rPr lang="es-MX" sz="2000" dirty="0">
                <a:solidFill>
                  <a:schemeClr val="bg1"/>
                </a:solidFill>
                <a:effectLst/>
              </a:rPr>
              <a:t> </a:t>
            </a:r>
            <a:r>
              <a:rPr lang="es-MX" sz="2000" b="1" dirty="0">
                <a:solidFill>
                  <a:schemeClr val="bg1"/>
                </a:solidFill>
                <a:effectLst/>
              </a:rPr>
              <a:t>airports</a:t>
            </a:r>
            <a:r>
              <a:rPr lang="es-MX" sz="2000" dirty="0">
                <a:solidFill>
                  <a:schemeClr val="bg1"/>
                </a:solidFill>
                <a:effectLst/>
              </a:rPr>
              <a:t> with more </a:t>
            </a:r>
            <a:r>
              <a:rPr lang="es-MX" sz="2000" b="1" dirty="0">
                <a:solidFill>
                  <a:schemeClr val="bg1"/>
                </a:solidFill>
                <a:effectLst/>
              </a:rPr>
              <a:t>extreme</a:t>
            </a:r>
            <a:r>
              <a:rPr lang="es-MX" sz="2000" dirty="0">
                <a:solidFill>
                  <a:schemeClr val="bg1"/>
                </a:solidFill>
                <a:effectLst/>
              </a:rPr>
              <a:t> </a:t>
            </a:r>
            <a:r>
              <a:rPr lang="es-MX" sz="2000" b="1" dirty="0">
                <a:solidFill>
                  <a:schemeClr val="bg1"/>
                </a:solidFill>
                <a:effectLst/>
              </a:rPr>
              <a:t>weather</a:t>
            </a:r>
            <a:r>
              <a:rPr lang="es-MX" sz="2000" dirty="0">
                <a:solidFill>
                  <a:schemeClr val="bg1"/>
                </a:solidFill>
                <a:effectLst/>
              </a:rPr>
              <a:t> </a:t>
            </a:r>
            <a:r>
              <a:rPr lang="es-MX" sz="2000" b="1" dirty="0">
                <a:solidFill>
                  <a:schemeClr val="bg1"/>
                </a:solidFill>
                <a:effectLst/>
              </a:rPr>
              <a:t>conditions</a:t>
            </a:r>
            <a:r>
              <a:rPr lang="es-MX" sz="2000" dirty="0">
                <a:solidFill>
                  <a:schemeClr val="bg1"/>
                </a:solidFill>
                <a:effectLst/>
              </a:rPr>
              <a:t>, where the impact of variables like </a:t>
            </a:r>
            <a:r>
              <a:rPr lang="es-MX" sz="2000" b="1" dirty="0">
                <a:solidFill>
                  <a:schemeClr val="bg1"/>
                </a:solidFill>
                <a:effectLst/>
              </a:rPr>
              <a:t>snowfall</a:t>
            </a:r>
            <a:r>
              <a:rPr lang="es-MX" sz="2000" dirty="0">
                <a:solidFill>
                  <a:schemeClr val="bg1"/>
                </a:solidFill>
                <a:effectLst/>
              </a:rPr>
              <a:t>, </a:t>
            </a:r>
            <a:r>
              <a:rPr lang="es-MX" sz="2000" b="1" dirty="0">
                <a:solidFill>
                  <a:schemeClr val="bg1"/>
                </a:solidFill>
                <a:effectLst/>
              </a:rPr>
              <a:t>rain</a:t>
            </a:r>
            <a:r>
              <a:rPr lang="es-MX" sz="2000" dirty="0">
                <a:solidFill>
                  <a:schemeClr val="bg1"/>
                </a:solidFill>
                <a:effectLst/>
              </a:rPr>
              <a:t>, and </a:t>
            </a:r>
            <a:r>
              <a:rPr lang="es-MX" sz="2000" b="1" dirty="0">
                <a:solidFill>
                  <a:schemeClr val="bg1"/>
                </a:solidFill>
                <a:effectLst/>
              </a:rPr>
              <a:t>wind</a:t>
            </a:r>
            <a:r>
              <a:rPr lang="es-MX" sz="2000" dirty="0">
                <a:solidFill>
                  <a:schemeClr val="bg1"/>
                </a:solidFill>
                <a:effectLst/>
              </a:rPr>
              <a:t> on </a:t>
            </a:r>
            <a:r>
              <a:rPr lang="es-MX" sz="2000" b="1" dirty="0">
                <a:solidFill>
                  <a:schemeClr val="bg1"/>
                </a:solidFill>
                <a:effectLst/>
              </a:rPr>
              <a:t>flight</a:t>
            </a:r>
            <a:r>
              <a:rPr lang="es-MX" sz="2000" dirty="0">
                <a:solidFill>
                  <a:schemeClr val="bg1"/>
                </a:solidFill>
                <a:effectLst/>
              </a:rPr>
              <a:t> </a:t>
            </a:r>
            <a:r>
              <a:rPr lang="es-MX" sz="2000" b="1" dirty="0">
                <a:solidFill>
                  <a:schemeClr val="bg1"/>
                </a:solidFill>
                <a:effectLst/>
              </a:rPr>
              <a:t>delays</a:t>
            </a:r>
            <a:r>
              <a:rPr lang="es-MX" sz="2000" dirty="0">
                <a:solidFill>
                  <a:schemeClr val="bg1"/>
                </a:solidFill>
                <a:effectLst/>
              </a:rPr>
              <a:t> may be more pronounced. </a:t>
            </a:r>
          </a:p>
          <a:p>
            <a:pPr algn="just"/>
            <a:r>
              <a:rPr lang="es-MX" sz="2000" dirty="0">
                <a:solidFill>
                  <a:schemeClr val="bg1"/>
                </a:solidFill>
                <a:effectLst/>
              </a:rPr>
              <a:t>This could </a:t>
            </a:r>
            <a:r>
              <a:rPr lang="es-MX" sz="2000" b="1" dirty="0">
                <a:solidFill>
                  <a:schemeClr val="bg1"/>
                </a:solidFill>
                <a:effectLst/>
              </a:rPr>
              <a:t>provide</a:t>
            </a:r>
            <a:r>
              <a:rPr lang="es-MX" sz="2000" dirty="0">
                <a:solidFill>
                  <a:schemeClr val="bg1"/>
                </a:solidFill>
                <a:effectLst/>
              </a:rPr>
              <a:t> </a:t>
            </a:r>
            <a:r>
              <a:rPr lang="es-MX" sz="2000" b="1" dirty="0">
                <a:solidFill>
                  <a:schemeClr val="bg1"/>
                </a:solidFill>
                <a:effectLst/>
              </a:rPr>
              <a:t>deeper</a:t>
            </a:r>
            <a:r>
              <a:rPr lang="es-MX" sz="2000" dirty="0">
                <a:solidFill>
                  <a:schemeClr val="bg1"/>
                </a:solidFill>
                <a:effectLst/>
              </a:rPr>
              <a:t> insights into how severe </a:t>
            </a:r>
            <a:r>
              <a:rPr lang="es-MX" sz="2000" b="1" dirty="0">
                <a:solidFill>
                  <a:schemeClr val="bg1"/>
                </a:solidFill>
                <a:effectLst/>
              </a:rPr>
              <a:t>weather</a:t>
            </a:r>
            <a:r>
              <a:rPr lang="es-MX" sz="2000" dirty="0">
                <a:solidFill>
                  <a:schemeClr val="bg1"/>
                </a:solidFill>
                <a:effectLst/>
              </a:rPr>
              <a:t> </a:t>
            </a:r>
            <a:r>
              <a:rPr lang="es-MX" sz="2000" b="1" dirty="0">
                <a:solidFill>
                  <a:schemeClr val="bg1"/>
                </a:solidFill>
                <a:effectLst/>
              </a:rPr>
              <a:t>patterns</a:t>
            </a:r>
            <a:r>
              <a:rPr lang="es-MX" sz="2000" dirty="0">
                <a:solidFill>
                  <a:schemeClr val="bg1"/>
                </a:solidFill>
                <a:effectLst/>
              </a:rPr>
              <a:t> </a:t>
            </a:r>
            <a:r>
              <a:rPr lang="es-MX" sz="2000" b="1" dirty="0">
                <a:solidFill>
                  <a:schemeClr val="bg1"/>
                </a:solidFill>
                <a:effectLst/>
              </a:rPr>
              <a:t>influence</a:t>
            </a:r>
            <a:r>
              <a:rPr lang="es-MX" sz="2000" dirty="0">
                <a:solidFill>
                  <a:schemeClr val="bg1"/>
                </a:solidFill>
                <a:effectLst/>
              </a:rPr>
              <a:t> </a:t>
            </a:r>
            <a:r>
              <a:rPr lang="es-MX" sz="2000" b="1" dirty="0">
                <a:solidFill>
                  <a:schemeClr val="bg1"/>
                </a:solidFill>
                <a:effectLst/>
              </a:rPr>
              <a:t>delays</a:t>
            </a:r>
            <a:r>
              <a:rPr lang="es-MX" sz="2000" dirty="0">
                <a:solidFill>
                  <a:schemeClr val="bg1"/>
                </a:solidFill>
                <a:effectLst/>
              </a:rPr>
              <a:t> and reveal stronger </a:t>
            </a:r>
            <a:r>
              <a:rPr lang="es-MX" sz="2000" b="1" dirty="0">
                <a:solidFill>
                  <a:schemeClr val="bg1"/>
                </a:solidFill>
                <a:effectLst/>
              </a:rPr>
              <a:t>relationships</a:t>
            </a:r>
            <a:r>
              <a:rPr lang="es-MX" sz="2000" dirty="0">
                <a:solidFill>
                  <a:schemeClr val="bg1"/>
                </a:solidFill>
                <a:effectLst/>
              </a:rPr>
              <a:t> between </a:t>
            </a:r>
            <a:r>
              <a:rPr lang="es-MX" sz="2000" b="1" dirty="0">
                <a:solidFill>
                  <a:schemeClr val="bg1"/>
                </a:solidFill>
                <a:effectLst/>
              </a:rPr>
              <a:t>weather</a:t>
            </a:r>
            <a:r>
              <a:rPr lang="es-MX" sz="2000" dirty="0">
                <a:solidFill>
                  <a:schemeClr val="bg1"/>
                </a:solidFill>
                <a:effectLst/>
              </a:rPr>
              <a:t> </a:t>
            </a:r>
            <a:r>
              <a:rPr lang="es-MX" sz="2000" b="1" dirty="0">
                <a:solidFill>
                  <a:schemeClr val="bg1"/>
                </a:solidFill>
                <a:effectLst/>
              </a:rPr>
              <a:t>factors</a:t>
            </a:r>
            <a:r>
              <a:rPr lang="es-MX" sz="2000" dirty="0">
                <a:solidFill>
                  <a:schemeClr val="bg1"/>
                </a:solidFill>
                <a:effectLst/>
              </a:rPr>
              <a:t> and </a:t>
            </a:r>
            <a:r>
              <a:rPr lang="es-MX" sz="2000" b="1" dirty="0">
                <a:solidFill>
                  <a:schemeClr val="bg1"/>
                </a:solidFill>
                <a:effectLst/>
              </a:rPr>
              <a:t>operational</a:t>
            </a:r>
            <a:r>
              <a:rPr lang="es-MX" sz="2000" dirty="0">
                <a:solidFill>
                  <a:schemeClr val="bg1"/>
                </a:solidFill>
                <a:effectLst/>
              </a:rPr>
              <a:t> </a:t>
            </a:r>
            <a:r>
              <a:rPr lang="es-MX" sz="2000" b="1" dirty="0">
                <a:solidFill>
                  <a:schemeClr val="bg1"/>
                </a:solidFill>
                <a:effectLst/>
              </a:rPr>
              <a:t>challenges</a:t>
            </a:r>
            <a:r>
              <a:rPr lang="es-MX" sz="2000" dirty="0">
                <a:solidFill>
                  <a:schemeClr val="bg1"/>
                </a:solidFill>
                <a:effectLst/>
              </a:rPr>
              <a:t> in such regions.</a:t>
            </a:r>
          </a:p>
          <a:p>
            <a:pPr algn="just"/>
            <a:endParaRPr lang="en-CA" sz="2000" dirty="0">
              <a:solidFill>
                <a:schemeClr val="bg1"/>
              </a:solidFill>
            </a:endParaRPr>
          </a:p>
        </p:txBody>
      </p:sp>
      <p:pic>
        <p:nvPicPr>
          <p:cNvPr id="10" name="Imagen 9">
            <a:extLst>
              <a:ext uri="{FF2B5EF4-FFF2-40B4-BE49-F238E27FC236}">
                <a16:creationId xmlns:a16="http://schemas.microsoft.com/office/drawing/2014/main" id="{A45E87A0-0634-2DA6-D3EE-7A051F0B081B}"/>
              </a:ext>
            </a:extLst>
          </p:cNvPr>
          <p:cNvPicPr>
            <a:picLocks noChangeAspect="1"/>
          </p:cNvPicPr>
          <p:nvPr/>
        </p:nvPicPr>
        <p:blipFill>
          <a:blip r:embed="rId3"/>
          <a:srcRect l="76337" t="34935" r="12515" b="53460"/>
          <a:stretch/>
        </p:blipFill>
        <p:spPr>
          <a:xfrm>
            <a:off x="8694302" y="0"/>
            <a:ext cx="605419" cy="587181"/>
          </a:xfrm>
          <a:prstGeom prst="rect">
            <a:avLst/>
          </a:prstGeom>
        </p:spPr>
      </p:pic>
      <p:pic>
        <p:nvPicPr>
          <p:cNvPr id="12" name="Imagen 48">
            <a:extLst>
              <a:ext uri="{FF2B5EF4-FFF2-40B4-BE49-F238E27FC236}">
                <a16:creationId xmlns:a16="http://schemas.microsoft.com/office/drawing/2014/main" id="{607A49A8-FDCC-887D-D246-F41A8BB631A4}"/>
              </a:ext>
            </a:extLst>
          </p:cNvPr>
          <p:cNvPicPr>
            <a:picLocks noChangeAspect="1"/>
          </p:cNvPicPr>
          <p:nvPr/>
        </p:nvPicPr>
        <p:blipFill>
          <a:blip r:embed="rId3"/>
          <a:srcRect l="55117" t="6975" r="33736" b="81420"/>
          <a:stretch/>
        </p:blipFill>
        <p:spPr>
          <a:xfrm>
            <a:off x="11027781" y="0"/>
            <a:ext cx="605419" cy="587181"/>
          </a:xfrm>
          <a:prstGeom prst="rect">
            <a:avLst/>
          </a:prstGeom>
        </p:spPr>
      </p:pic>
      <p:pic>
        <p:nvPicPr>
          <p:cNvPr id="16" name="Imagen 52">
            <a:extLst>
              <a:ext uri="{FF2B5EF4-FFF2-40B4-BE49-F238E27FC236}">
                <a16:creationId xmlns:a16="http://schemas.microsoft.com/office/drawing/2014/main" id="{15D0F3D8-A242-B596-D946-D73CA59DA894}"/>
              </a:ext>
            </a:extLst>
          </p:cNvPr>
          <p:cNvPicPr>
            <a:picLocks noChangeAspect="1"/>
          </p:cNvPicPr>
          <p:nvPr/>
        </p:nvPicPr>
        <p:blipFill>
          <a:blip r:embed="rId3"/>
          <a:srcRect l="65717" t="6975" r="23136" b="81420"/>
          <a:stretch/>
        </p:blipFill>
        <p:spPr>
          <a:xfrm>
            <a:off x="8110932" y="0"/>
            <a:ext cx="605419" cy="587181"/>
          </a:xfrm>
          <a:prstGeom prst="rect">
            <a:avLst/>
          </a:prstGeom>
        </p:spPr>
      </p:pic>
      <p:pic>
        <p:nvPicPr>
          <p:cNvPr id="17" name="Imagen 69">
            <a:extLst>
              <a:ext uri="{FF2B5EF4-FFF2-40B4-BE49-F238E27FC236}">
                <a16:creationId xmlns:a16="http://schemas.microsoft.com/office/drawing/2014/main" id="{2DA0A6CF-6D1A-BD38-A822-FC3AEBFCD699}"/>
              </a:ext>
            </a:extLst>
          </p:cNvPr>
          <p:cNvPicPr>
            <a:picLocks noChangeAspect="1"/>
          </p:cNvPicPr>
          <p:nvPr/>
        </p:nvPicPr>
        <p:blipFill>
          <a:blip r:embed="rId3"/>
          <a:srcRect l="44479" t="34951" r="44374" b="53444"/>
          <a:stretch/>
        </p:blipFill>
        <p:spPr>
          <a:xfrm>
            <a:off x="10444412" y="0"/>
            <a:ext cx="605419" cy="587181"/>
          </a:xfrm>
          <a:prstGeom prst="rect">
            <a:avLst/>
          </a:prstGeom>
        </p:spPr>
      </p:pic>
      <p:pic>
        <p:nvPicPr>
          <p:cNvPr id="18" name="Imagen 71">
            <a:extLst>
              <a:ext uri="{FF2B5EF4-FFF2-40B4-BE49-F238E27FC236}">
                <a16:creationId xmlns:a16="http://schemas.microsoft.com/office/drawing/2014/main" id="{059F938A-5B87-B829-96EF-6D0E2DD3D46B}"/>
              </a:ext>
            </a:extLst>
          </p:cNvPr>
          <p:cNvPicPr>
            <a:picLocks noChangeAspect="1"/>
          </p:cNvPicPr>
          <p:nvPr/>
        </p:nvPicPr>
        <p:blipFill>
          <a:blip r:embed="rId3"/>
          <a:srcRect l="65685" t="34869" r="23168" b="53526"/>
          <a:stretch/>
        </p:blipFill>
        <p:spPr>
          <a:xfrm>
            <a:off x="9277672" y="0"/>
            <a:ext cx="605419" cy="587181"/>
          </a:xfrm>
          <a:prstGeom prst="rect">
            <a:avLst/>
          </a:prstGeom>
        </p:spPr>
      </p:pic>
      <p:pic>
        <p:nvPicPr>
          <p:cNvPr id="19" name="Imagen 9">
            <a:extLst>
              <a:ext uri="{FF2B5EF4-FFF2-40B4-BE49-F238E27FC236}">
                <a16:creationId xmlns:a16="http://schemas.microsoft.com/office/drawing/2014/main" id="{325EC422-FC9B-6D10-0A66-4C6CEB0611E0}"/>
              </a:ext>
            </a:extLst>
          </p:cNvPr>
          <p:cNvPicPr>
            <a:picLocks noChangeAspect="1"/>
          </p:cNvPicPr>
          <p:nvPr/>
        </p:nvPicPr>
        <p:blipFill>
          <a:blip r:embed="rId3"/>
          <a:srcRect l="76337" t="34935" r="12515" b="53460"/>
          <a:stretch/>
        </p:blipFill>
        <p:spPr>
          <a:xfrm>
            <a:off x="9861042" y="0"/>
            <a:ext cx="605419" cy="587181"/>
          </a:xfrm>
          <a:prstGeom prst="rect">
            <a:avLst/>
          </a:prstGeom>
        </p:spPr>
      </p:pic>
      <p:pic>
        <p:nvPicPr>
          <p:cNvPr id="5" name="Imagen 4">
            <a:extLst>
              <a:ext uri="{FF2B5EF4-FFF2-40B4-BE49-F238E27FC236}">
                <a16:creationId xmlns:a16="http://schemas.microsoft.com/office/drawing/2014/main" id="{70DF242B-D2DD-1417-CE68-7666B2095F5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6895271" y="33460"/>
            <a:ext cx="654340" cy="579561"/>
          </a:xfrm>
          <a:prstGeom prst="rect">
            <a:avLst/>
          </a:prstGeom>
        </p:spPr>
      </p:pic>
      <p:pic>
        <p:nvPicPr>
          <p:cNvPr id="11266" name="Picture 2" descr="Wallpaper Airport, plane, sunrise 3840x2160 UHD 4K Picture, Image">
            <a:extLst>
              <a:ext uri="{FF2B5EF4-FFF2-40B4-BE49-F238E27FC236}">
                <a16:creationId xmlns:a16="http://schemas.microsoft.com/office/drawing/2014/main" id="{7170DA46-F320-C805-9545-3B739C5199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5758" y="1008855"/>
            <a:ext cx="6081186" cy="4840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10932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E6A12-B072-DEFB-3F27-2EB9A3FDEE0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D35CA72-C6F6-8AA0-A125-1B4841489209}"/>
              </a:ext>
            </a:extLst>
          </p:cNvPr>
          <p:cNvSpPr>
            <a:spLocks noGrp="1"/>
          </p:cNvSpPr>
          <p:nvPr>
            <p:ph idx="1"/>
          </p:nvPr>
        </p:nvSpPr>
        <p:spPr>
          <a:xfrm>
            <a:off x="5408081" y="1046040"/>
            <a:ext cx="6594213" cy="6070600"/>
          </a:xfrm>
        </p:spPr>
        <p:txBody>
          <a:bodyPr>
            <a:normAutofit lnSpcReduction="10000"/>
          </a:bodyPr>
          <a:lstStyle/>
          <a:p>
            <a:r>
              <a:rPr lang="es-MX" sz="2000" b="1" dirty="0">
                <a:solidFill>
                  <a:schemeClr val="bg1"/>
                </a:solidFill>
                <a:effectLst/>
                <a:latin typeface="Helvetica" pitchFamily="2" charset="0"/>
              </a:rPr>
              <a:t>Aviation Edge</a:t>
            </a:r>
            <a:r>
              <a:rPr lang="es-MX" sz="2000" dirty="0">
                <a:solidFill>
                  <a:schemeClr val="bg1"/>
                </a:solidFill>
                <a:effectLst/>
                <a:latin typeface="Helvetica" pitchFamily="2" charset="0"/>
              </a:rPr>
              <a:t>. (n.d.). </a:t>
            </a:r>
            <a:r>
              <a:rPr lang="es-MX" sz="2000" i="1" dirty="0">
                <a:solidFill>
                  <a:schemeClr val="bg1"/>
                </a:solidFill>
                <a:effectLst/>
                <a:latin typeface="Helvetica Neue" panose="02000503000000020004" pitchFamily="2" charset="0"/>
              </a:rPr>
              <a:t>Aviation Edge - Database and API</a:t>
            </a:r>
            <a:r>
              <a:rPr lang="es-MX" sz="2000" dirty="0">
                <a:solidFill>
                  <a:schemeClr val="bg1"/>
                </a:solidFill>
                <a:effectLst/>
                <a:latin typeface="Helvetica" pitchFamily="2" charset="0"/>
              </a:rPr>
              <a:t>. Retrieved November 25, 2024, from </a:t>
            </a:r>
            <a:r>
              <a:rPr lang="es-MX" sz="2000" u="sng" dirty="0">
                <a:solidFill>
                  <a:schemeClr val="bg1"/>
                </a:solidFill>
                <a:effectLst/>
                <a:latin typeface="Helvetica" pitchFamily="2" charset="0"/>
              </a:rPr>
              <a:t>https://aviation-edge.com/</a:t>
            </a:r>
            <a:endParaRPr lang="es-MX" sz="2000" dirty="0">
              <a:solidFill>
                <a:schemeClr val="bg1"/>
              </a:solidFill>
              <a:effectLst/>
              <a:latin typeface="Helvetica" pitchFamily="2" charset="0"/>
            </a:endParaRPr>
          </a:p>
          <a:p>
            <a:r>
              <a:rPr lang="en-CA" sz="2000" b="1" dirty="0">
                <a:solidFill>
                  <a:schemeClr val="bg1"/>
                </a:solidFill>
              </a:rPr>
              <a:t>Mamdouh, M., Ezzat, M., &amp; </a:t>
            </a:r>
            <a:r>
              <a:rPr lang="en-CA" sz="2000" b="1" dirty="0" err="1">
                <a:solidFill>
                  <a:schemeClr val="bg1"/>
                </a:solidFill>
              </a:rPr>
              <a:t>Hefny</a:t>
            </a:r>
            <a:r>
              <a:rPr lang="en-CA" sz="2000" b="1" dirty="0">
                <a:solidFill>
                  <a:schemeClr val="bg1"/>
                </a:solidFill>
              </a:rPr>
              <a:t>, H. A. </a:t>
            </a:r>
            <a:r>
              <a:rPr lang="en-CA" sz="2000" dirty="0">
                <a:solidFill>
                  <a:schemeClr val="bg1"/>
                </a:solidFill>
              </a:rPr>
              <a:t>(2023). A novel intelligent approach for flight delay prediction. Journal of Big Data, 10, Article 179. </a:t>
            </a:r>
          </a:p>
          <a:p>
            <a:r>
              <a:rPr lang="es-MX" sz="2000" b="1" dirty="0">
                <a:solidFill>
                  <a:schemeClr val="bg1"/>
                </a:solidFill>
                <a:effectLst/>
                <a:latin typeface="Helvetica" pitchFamily="2" charset="0"/>
              </a:rPr>
              <a:t>Open-Meteo. (</a:t>
            </a:r>
            <a:r>
              <a:rPr lang="es-MX" sz="2000" dirty="0">
                <a:solidFill>
                  <a:schemeClr val="bg1"/>
                </a:solidFill>
                <a:effectLst/>
                <a:latin typeface="Helvetica" pitchFamily="2" charset="0"/>
              </a:rPr>
              <a:t>n.d.). </a:t>
            </a:r>
            <a:r>
              <a:rPr lang="es-MX" sz="2000" i="1" dirty="0">
                <a:solidFill>
                  <a:schemeClr val="bg1"/>
                </a:solidFill>
                <a:effectLst/>
                <a:latin typeface="Helvetica Neue" panose="02000503000000020004" pitchFamily="2" charset="0"/>
              </a:rPr>
              <a:t>Open-Meteo API Documentation</a:t>
            </a:r>
            <a:r>
              <a:rPr lang="es-MX" sz="2000" dirty="0">
                <a:solidFill>
                  <a:schemeClr val="bg1"/>
                </a:solidFill>
                <a:effectLst/>
                <a:latin typeface="Helvetica" pitchFamily="2" charset="0"/>
              </a:rPr>
              <a:t>. Retrieved November 25, 2024, from </a:t>
            </a:r>
            <a:r>
              <a:rPr lang="es-MX" sz="2000" u="sng" dirty="0">
                <a:solidFill>
                  <a:schemeClr val="bg1"/>
                </a:solidFill>
                <a:effectLst/>
                <a:latin typeface="Helvetica" pitchFamily="2" charset="0"/>
              </a:rPr>
              <a:t>https://open-meteo.com/en/docs</a:t>
            </a:r>
            <a:endParaRPr lang="en-CA" sz="2000" dirty="0">
              <a:solidFill>
                <a:schemeClr val="bg1"/>
              </a:solidFill>
            </a:endParaRPr>
          </a:p>
          <a:p>
            <a:r>
              <a:rPr lang="en-CA" sz="2000" b="1" dirty="0">
                <a:solidFill>
                  <a:schemeClr val="bg1"/>
                </a:solidFill>
              </a:rPr>
              <a:t>Sternberg, A., Soares, J., Carvalho, D., &amp; Ogasawara, E</a:t>
            </a:r>
            <a:r>
              <a:rPr lang="en-CA" sz="2000" dirty="0">
                <a:solidFill>
                  <a:schemeClr val="bg1"/>
                </a:solidFill>
              </a:rPr>
              <a:t>. (2017). A review on flight delay prediction. </a:t>
            </a:r>
            <a:r>
              <a:rPr lang="en-CA" sz="2000" dirty="0" err="1">
                <a:solidFill>
                  <a:schemeClr val="bg1"/>
                </a:solidFill>
              </a:rPr>
              <a:t>arXiv</a:t>
            </a:r>
            <a:r>
              <a:rPr lang="en-CA" sz="2000" dirty="0">
                <a:solidFill>
                  <a:schemeClr val="bg1"/>
                </a:solidFill>
              </a:rPr>
              <a:t> preprint arXiv:1703.06118.</a:t>
            </a:r>
          </a:p>
          <a:p>
            <a:r>
              <a:rPr lang="en-CA" sz="2000" b="1" dirty="0">
                <a:solidFill>
                  <a:schemeClr val="bg1"/>
                </a:solidFill>
              </a:rPr>
              <a:t>Tang, Y. </a:t>
            </a:r>
            <a:r>
              <a:rPr lang="en-CA" sz="2000" dirty="0">
                <a:solidFill>
                  <a:schemeClr val="bg1"/>
                </a:solidFill>
              </a:rPr>
              <a:t>(2021). Airline flight delay prediction using machine learning models. In Proceedings of the 2021 5th International Conference on E-Business and Internet (pp. 7-13).</a:t>
            </a:r>
          </a:p>
          <a:p>
            <a:r>
              <a:rPr lang="en-CA" sz="2000" b="1" dirty="0">
                <a:solidFill>
                  <a:schemeClr val="bg1"/>
                </a:solidFill>
              </a:rPr>
              <a:t>Yazdi, M. F., Kamel, S. R., </a:t>
            </a:r>
            <a:r>
              <a:rPr lang="en-CA" sz="2000" b="1" dirty="0" err="1">
                <a:solidFill>
                  <a:schemeClr val="bg1"/>
                </a:solidFill>
              </a:rPr>
              <a:t>Chabok</a:t>
            </a:r>
            <a:r>
              <a:rPr lang="en-CA" sz="2000" b="1" dirty="0">
                <a:solidFill>
                  <a:schemeClr val="bg1"/>
                </a:solidFill>
              </a:rPr>
              <a:t>, S. J. M., &amp; </a:t>
            </a:r>
            <a:r>
              <a:rPr lang="en-CA" sz="2000" b="1" dirty="0" err="1">
                <a:solidFill>
                  <a:schemeClr val="bg1"/>
                </a:solidFill>
              </a:rPr>
              <a:t>Kheirabadi</a:t>
            </a:r>
            <a:r>
              <a:rPr lang="en-CA" sz="2000" b="1" dirty="0">
                <a:solidFill>
                  <a:schemeClr val="bg1"/>
                </a:solidFill>
              </a:rPr>
              <a:t>, M.</a:t>
            </a:r>
            <a:r>
              <a:rPr lang="en-CA" sz="2000" dirty="0">
                <a:solidFill>
                  <a:schemeClr val="bg1"/>
                </a:solidFill>
              </a:rPr>
              <a:t> (2020). Flight delay prediction based on deep learning and Levenberg-Marquardt algorithm. Journal of Big Data, 7, Article 106.</a:t>
            </a:r>
          </a:p>
          <a:p>
            <a:endParaRPr lang="en-CA" sz="2000" dirty="0">
              <a:solidFill>
                <a:schemeClr val="bg1"/>
              </a:solidFill>
            </a:endParaRPr>
          </a:p>
          <a:p>
            <a:endParaRPr lang="en-CA" sz="2000" dirty="0"/>
          </a:p>
        </p:txBody>
      </p:sp>
      <p:pic>
        <p:nvPicPr>
          <p:cNvPr id="18" name="Imagen 17">
            <a:extLst>
              <a:ext uri="{FF2B5EF4-FFF2-40B4-BE49-F238E27FC236}">
                <a16:creationId xmlns:a16="http://schemas.microsoft.com/office/drawing/2014/main" id="{EA6212DA-7119-0DF2-F54A-F52B709D1AAF}"/>
              </a:ext>
            </a:extLst>
          </p:cNvPr>
          <p:cNvPicPr>
            <a:picLocks noChangeAspect="1"/>
          </p:cNvPicPr>
          <p:nvPr/>
        </p:nvPicPr>
        <p:blipFill>
          <a:blip r:embed="rId3"/>
          <a:srcRect l="33916" t="6975" r="54937" b="81420"/>
          <a:stretch/>
        </p:blipFill>
        <p:spPr>
          <a:xfrm>
            <a:off x="9863094" y="0"/>
            <a:ext cx="545103" cy="567466"/>
          </a:xfrm>
          <a:prstGeom prst="rect">
            <a:avLst/>
          </a:prstGeom>
        </p:spPr>
      </p:pic>
      <p:pic>
        <p:nvPicPr>
          <p:cNvPr id="19" name="Imagen 18">
            <a:extLst>
              <a:ext uri="{FF2B5EF4-FFF2-40B4-BE49-F238E27FC236}">
                <a16:creationId xmlns:a16="http://schemas.microsoft.com/office/drawing/2014/main" id="{03548085-67AF-EFBD-F2DC-74AA15188EA1}"/>
              </a:ext>
            </a:extLst>
          </p:cNvPr>
          <p:cNvPicPr>
            <a:picLocks noChangeAspect="1"/>
          </p:cNvPicPr>
          <p:nvPr/>
        </p:nvPicPr>
        <p:blipFill>
          <a:blip r:embed="rId3"/>
          <a:srcRect l="55117" t="6975" r="33736" b="81420"/>
          <a:stretch/>
        </p:blipFill>
        <p:spPr>
          <a:xfrm>
            <a:off x="6389376" y="0"/>
            <a:ext cx="545103" cy="567466"/>
          </a:xfrm>
          <a:prstGeom prst="rect">
            <a:avLst/>
          </a:prstGeom>
        </p:spPr>
      </p:pic>
      <p:pic>
        <p:nvPicPr>
          <p:cNvPr id="20" name="Imagen 19">
            <a:extLst>
              <a:ext uri="{FF2B5EF4-FFF2-40B4-BE49-F238E27FC236}">
                <a16:creationId xmlns:a16="http://schemas.microsoft.com/office/drawing/2014/main" id="{158C7D62-6F8C-7752-4D35-4627E558376C}"/>
              </a:ext>
            </a:extLst>
          </p:cNvPr>
          <p:cNvPicPr>
            <a:picLocks noChangeAspect="1"/>
          </p:cNvPicPr>
          <p:nvPr/>
        </p:nvPicPr>
        <p:blipFill>
          <a:blip r:embed="rId3"/>
          <a:srcRect l="65717" t="6975" r="23136" b="81420"/>
          <a:stretch/>
        </p:blipFill>
        <p:spPr>
          <a:xfrm>
            <a:off x="6968329" y="0"/>
            <a:ext cx="545103" cy="567466"/>
          </a:xfrm>
          <a:prstGeom prst="rect">
            <a:avLst/>
          </a:prstGeom>
        </p:spPr>
      </p:pic>
      <p:pic>
        <p:nvPicPr>
          <p:cNvPr id="21" name="Imagen 20">
            <a:extLst>
              <a:ext uri="{FF2B5EF4-FFF2-40B4-BE49-F238E27FC236}">
                <a16:creationId xmlns:a16="http://schemas.microsoft.com/office/drawing/2014/main" id="{D48CAC4B-DDAC-1C88-7AF1-BA8BEC7149C5}"/>
              </a:ext>
            </a:extLst>
          </p:cNvPr>
          <p:cNvPicPr>
            <a:picLocks noChangeAspect="1"/>
          </p:cNvPicPr>
          <p:nvPr/>
        </p:nvPicPr>
        <p:blipFill>
          <a:blip r:embed="rId3"/>
          <a:srcRect l="76281" t="21082" r="12572" b="67313"/>
          <a:stretch/>
        </p:blipFill>
        <p:spPr>
          <a:xfrm>
            <a:off x="9284141" y="0"/>
            <a:ext cx="545103" cy="567466"/>
          </a:xfrm>
          <a:prstGeom prst="rect">
            <a:avLst/>
          </a:prstGeom>
        </p:spPr>
      </p:pic>
      <p:pic>
        <p:nvPicPr>
          <p:cNvPr id="22" name="Imagen 21">
            <a:extLst>
              <a:ext uri="{FF2B5EF4-FFF2-40B4-BE49-F238E27FC236}">
                <a16:creationId xmlns:a16="http://schemas.microsoft.com/office/drawing/2014/main" id="{B3843972-B25C-E785-C5C6-40E065444BAA}"/>
              </a:ext>
            </a:extLst>
          </p:cNvPr>
          <p:cNvPicPr>
            <a:picLocks noChangeAspect="1"/>
          </p:cNvPicPr>
          <p:nvPr/>
        </p:nvPicPr>
        <p:blipFill>
          <a:blip r:embed="rId3"/>
          <a:srcRect l="44479" t="34951" r="44374" b="53444"/>
          <a:stretch/>
        </p:blipFill>
        <p:spPr>
          <a:xfrm>
            <a:off x="5810423" y="0"/>
            <a:ext cx="545103" cy="567466"/>
          </a:xfrm>
          <a:prstGeom prst="rect">
            <a:avLst/>
          </a:prstGeom>
        </p:spPr>
      </p:pic>
      <p:pic>
        <p:nvPicPr>
          <p:cNvPr id="23" name="Imagen 22">
            <a:extLst>
              <a:ext uri="{FF2B5EF4-FFF2-40B4-BE49-F238E27FC236}">
                <a16:creationId xmlns:a16="http://schemas.microsoft.com/office/drawing/2014/main" id="{7801949A-AC8F-0A85-7D02-42A163894521}"/>
              </a:ext>
            </a:extLst>
          </p:cNvPr>
          <p:cNvPicPr>
            <a:picLocks noChangeAspect="1"/>
          </p:cNvPicPr>
          <p:nvPr/>
        </p:nvPicPr>
        <p:blipFill>
          <a:blip r:embed="rId3"/>
          <a:srcRect l="55103" t="34951" r="33750" b="53444"/>
          <a:stretch/>
        </p:blipFill>
        <p:spPr>
          <a:xfrm>
            <a:off x="11020999" y="0"/>
            <a:ext cx="545103" cy="567466"/>
          </a:xfrm>
          <a:prstGeom prst="rect">
            <a:avLst/>
          </a:prstGeom>
        </p:spPr>
      </p:pic>
      <p:pic>
        <p:nvPicPr>
          <p:cNvPr id="24" name="Imagen 23">
            <a:extLst>
              <a:ext uri="{FF2B5EF4-FFF2-40B4-BE49-F238E27FC236}">
                <a16:creationId xmlns:a16="http://schemas.microsoft.com/office/drawing/2014/main" id="{BB70BBC6-E397-7F6A-D37D-1C7C744C7531}"/>
              </a:ext>
            </a:extLst>
          </p:cNvPr>
          <p:cNvPicPr>
            <a:picLocks noChangeAspect="1"/>
          </p:cNvPicPr>
          <p:nvPr/>
        </p:nvPicPr>
        <p:blipFill>
          <a:blip r:embed="rId3"/>
          <a:srcRect l="55117" t="6975" r="33736" b="81420"/>
          <a:stretch/>
        </p:blipFill>
        <p:spPr>
          <a:xfrm>
            <a:off x="7547282" y="0"/>
            <a:ext cx="545103" cy="567466"/>
          </a:xfrm>
          <a:prstGeom prst="rect">
            <a:avLst/>
          </a:prstGeom>
        </p:spPr>
      </p:pic>
      <p:pic>
        <p:nvPicPr>
          <p:cNvPr id="25" name="Imagen 24">
            <a:extLst>
              <a:ext uri="{FF2B5EF4-FFF2-40B4-BE49-F238E27FC236}">
                <a16:creationId xmlns:a16="http://schemas.microsoft.com/office/drawing/2014/main" id="{EFF7A3EF-D231-11A8-B63F-B7129B975A40}"/>
              </a:ext>
            </a:extLst>
          </p:cNvPr>
          <p:cNvPicPr>
            <a:picLocks noChangeAspect="1"/>
          </p:cNvPicPr>
          <p:nvPr/>
        </p:nvPicPr>
        <p:blipFill>
          <a:blip r:embed="rId3"/>
          <a:srcRect l="44479" t="34951" r="44374" b="53444"/>
          <a:stretch/>
        </p:blipFill>
        <p:spPr>
          <a:xfrm>
            <a:off x="8126235" y="0"/>
            <a:ext cx="545103" cy="567466"/>
          </a:xfrm>
          <a:prstGeom prst="rect">
            <a:avLst/>
          </a:prstGeom>
        </p:spPr>
      </p:pic>
      <p:pic>
        <p:nvPicPr>
          <p:cNvPr id="26" name="Imagen 25">
            <a:extLst>
              <a:ext uri="{FF2B5EF4-FFF2-40B4-BE49-F238E27FC236}">
                <a16:creationId xmlns:a16="http://schemas.microsoft.com/office/drawing/2014/main" id="{C22FC26E-CBBA-84F8-DBB7-0F47CA1583C2}"/>
              </a:ext>
            </a:extLst>
          </p:cNvPr>
          <p:cNvPicPr>
            <a:picLocks noChangeAspect="1"/>
          </p:cNvPicPr>
          <p:nvPr/>
        </p:nvPicPr>
        <p:blipFill>
          <a:blip r:embed="rId3"/>
          <a:srcRect l="55117" t="6975" r="33736" b="81420"/>
          <a:stretch/>
        </p:blipFill>
        <p:spPr>
          <a:xfrm>
            <a:off x="8705188" y="0"/>
            <a:ext cx="545103" cy="567466"/>
          </a:xfrm>
          <a:prstGeom prst="rect">
            <a:avLst/>
          </a:prstGeom>
        </p:spPr>
      </p:pic>
      <p:pic>
        <p:nvPicPr>
          <p:cNvPr id="27" name="Imagen 26">
            <a:extLst>
              <a:ext uri="{FF2B5EF4-FFF2-40B4-BE49-F238E27FC236}">
                <a16:creationId xmlns:a16="http://schemas.microsoft.com/office/drawing/2014/main" id="{6497EF54-3042-5B3B-44E6-F8100CB531C1}"/>
              </a:ext>
            </a:extLst>
          </p:cNvPr>
          <p:cNvPicPr>
            <a:picLocks noChangeAspect="1"/>
          </p:cNvPicPr>
          <p:nvPr/>
        </p:nvPicPr>
        <p:blipFill>
          <a:blip r:embed="rId3"/>
          <a:srcRect l="55117" t="6975" r="33736" b="81420"/>
          <a:stretch/>
        </p:blipFill>
        <p:spPr>
          <a:xfrm>
            <a:off x="10442047" y="0"/>
            <a:ext cx="545103" cy="567466"/>
          </a:xfrm>
          <a:prstGeom prst="rect">
            <a:avLst/>
          </a:prstGeom>
        </p:spPr>
      </p:pic>
      <p:pic>
        <p:nvPicPr>
          <p:cNvPr id="2" name="Imagen 1">
            <a:extLst>
              <a:ext uri="{FF2B5EF4-FFF2-40B4-BE49-F238E27FC236}">
                <a16:creationId xmlns:a16="http://schemas.microsoft.com/office/drawing/2014/main" id="{7DF7DADC-26B0-C6FA-3B5D-84739F37131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4644719" y="33460"/>
            <a:ext cx="654340" cy="579561"/>
          </a:xfrm>
          <a:prstGeom prst="rect">
            <a:avLst/>
          </a:prstGeom>
        </p:spPr>
      </p:pic>
      <p:pic>
        <p:nvPicPr>
          <p:cNvPr id="12290" name="Picture 2" descr="Segurança Aeroportuária – 2045">
            <a:extLst>
              <a:ext uri="{FF2B5EF4-FFF2-40B4-BE49-F238E27FC236}">
                <a16:creationId xmlns:a16="http://schemas.microsoft.com/office/drawing/2014/main" id="{5BE8E9C0-6BB6-BA9F-8BAC-2510C3E696B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109" t="-568" r="16374" b="568"/>
          <a:stretch/>
        </p:blipFill>
        <p:spPr bwMode="auto">
          <a:xfrm>
            <a:off x="-609600" y="1193800"/>
            <a:ext cx="5908659" cy="5097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5242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1" name="Grupo 910">
            <a:extLst>
              <a:ext uri="{FF2B5EF4-FFF2-40B4-BE49-F238E27FC236}">
                <a16:creationId xmlns:a16="http://schemas.microsoft.com/office/drawing/2014/main" id="{2B4F96B1-6D50-653A-CB8A-CD3BC8A7A110}"/>
              </a:ext>
            </a:extLst>
          </p:cNvPr>
          <p:cNvGrpSpPr/>
          <p:nvPr/>
        </p:nvGrpSpPr>
        <p:grpSpPr>
          <a:xfrm>
            <a:off x="1162463" y="1015359"/>
            <a:ext cx="10509098" cy="4570878"/>
            <a:chOff x="1720171" y="2646975"/>
            <a:chExt cx="10132928" cy="4257074"/>
          </a:xfrm>
        </p:grpSpPr>
        <p:pic>
          <p:nvPicPr>
            <p:cNvPr id="913" name="Imagen 912">
              <a:extLst>
                <a:ext uri="{FF2B5EF4-FFF2-40B4-BE49-F238E27FC236}">
                  <a16:creationId xmlns:a16="http://schemas.microsoft.com/office/drawing/2014/main" id="{8E02C841-0421-43FA-42D5-1DBF1B9D8154}"/>
                </a:ext>
              </a:extLst>
            </p:cNvPr>
            <p:cNvPicPr>
              <a:picLocks noChangeAspect="1"/>
            </p:cNvPicPr>
            <p:nvPr/>
          </p:nvPicPr>
          <p:blipFill>
            <a:blip r:embed="rId3"/>
            <a:srcRect l="88852"/>
            <a:stretch/>
          </p:blipFill>
          <p:spPr>
            <a:xfrm>
              <a:off x="1799566" y="5356604"/>
              <a:ext cx="10053533" cy="1184256"/>
            </a:xfrm>
            <a:prstGeom prst="rect">
              <a:avLst/>
            </a:prstGeom>
          </p:spPr>
        </p:pic>
        <p:pic>
          <p:nvPicPr>
            <p:cNvPr id="914" name="Imagen 913">
              <a:extLst>
                <a:ext uri="{FF2B5EF4-FFF2-40B4-BE49-F238E27FC236}">
                  <a16:creationId xmlns:a16="http://schemas.microsoft.com/office/drawing/2014/main" id="{552BA1F0-42C4-E138-3FEC-5B186C45DEF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000" b="16111" l="15340" r="22920">
                          <a14:foregroundMark x1="21480" y1="15378" x2="17940" y2="15133"/>
                          <a14:foregroundMark x1="17940" y1="15133" x2="16540" y2="14333"/>
                          <a14:foregroundMark x1="16540" y1="14333" x2="15980" y2="12444"/>
                          <a14:foregroundMark x1="15980" y1="12444" x2="16200" y2="10578"/>
                          <a14:foregroundMark x1="16200" y1="10578" x2="17620" y2="9511"/>
                          <a14:foregroundMark x1="17620" y1="9511" x2="19540" y2="9089"/>
                          <a14:foregroundMark x1="19540" y1="9089" x2="20480" y2="12978"/>
                          <a14:foregroundMark x1="20480" y1="12978" x2="21700" y2="11600"/>
                          <a14:foregroundMark x1="21700" y1="11600" x2="21700" y2="11244"/>
                          <a14:foregroundMark x1="20600" y1="15511" x2="22120" y2="14844"/>
                          <a14:foregroundMark x1="22120" y1="14844" x2="22580" y2="9444"/>
                          <a14:foregroundMark x1="22580" y1="9444" x2="21040" y2="8622"/>
                          <a14:foregroundMark x1="21040" y1="8622" x2="16160" y2="8933"/>
                          <a14:foregroundMark x1="16160" y1="8933" x2="16260" y2="10622"/>
                          <a14:foregroundMark x1="16260" y1="10622" x2="16480" y2="10933"/>
                          <a14:foregroundMark x1="21620" y1="8400" x2="17820" y2="8444"/>
                          <a14:foregroundMark x1="16840" y1="16044" x2="17420" y2="16133"/>
                          <a14:backgroundMark x1="15360" y1="14422" x2="15360" y2="14422"/>
                          <a14:backgroundMark x1="15340" y1="14578" x2="15340" y2="14578"/>
                          <a14:backgroundMark x1="19560" y1="8022" x2="19680" y2="7978"/>
                          <a14:backgroundMark x1="19740" y1="8022" x2="19820" y2="8022"/>
                          <a14:backgroundMark x1="19860" y1="8022" x2="19920" y2="8022"/>
                          <a14:backgroundMark x1="19940" y1="8000" x2="19920" y2="8044"/>
                        </a14:backgroundRemoval>
                      </a14:imgEffect>
                    </a14:imgLayer>
                  </a14:imgProps>
                </a:ext>
              </a:extLst>
            </a:blip>
            <a:srcRect l="14750" t="7587" r="76171" b="83080"/>
            <a:stretch/>
          </p:blipFill>
          <p:spPr>
            <a:xfrm>
              <a:off x="8964295" y="2706908"/>
              <a:ext cx="802885" cy="711130"/>
            </a:xfrm>
            <a:prstGeom prst="rect">
              <a:avLst/>
            </a:prstGeom>
          </p:spPr>
        </p:pic>
        <p:sp>
          <p:nvSpPr>
            <p:cNvPr id="915" name="CuadroTexto 914">
              <a:extLst>
                <a:ext uri="{FF2B5EF4-FFF2-40B4-BE49-F238E27FC236}">
                  <a16:creationId xmlns:a16="http://schemas.microsoft.com/office/drawing/2014/main" id="{D19F8FF7-92AF-A7D2-C093-749679FA964D}"/>
                </a:ext>
              </a:extLst>
            </p:cNvPr>
            <p:cNvSpPr txBox="1"/>
            <p:nvPr/>
          </p:nvSpPr>
          <p:spPr>
            <a:xfrm>
              <a:off x="3378963" y="2646975"/>
              <a:ext cx="6989525" cy="830997"/>
            </a:xfrm>
            <a:prstGeom prst="rect">
              <a:avLst/>
            </a:prstGeom>
            <a:noFill/>
          </p:spPr>
          <p:txBody>
            <a:bodyPr wrap="square" rtlCol="0">
              <a:spAutoFit/>
            </a:bodyPr>
            <a:lstStyle/>
            <a:p>
              <a:r>
                <a:rPr lang="en-CA" sz="4800" b="1" dirty="0">
                  <a:solidFill>
                    <a:schemeClr val="bg1"/>
                  </a:solidFill>
                  <a:latin typeface="Gill Sans" panose="020B0502020104020203" pitchFamily="34" charset="-79"/>
                  <a:cs typeface="Gill Sans" panose="020B0502020104020203" pitchFamily="34" charset="-79"/>
                </a:rPr>
                <a:t>TEAM MEMBERS</a:t>
              </a:r>
            </a:p>
          </p:txBody>
        </p:sp>
        <p:pic>
          <p:nvPicPr>
            <p:cNvPr id="916" name="Imagen 915">
              <a:extLst>
                <a:ext uri="{FF2B5EF4-FFF2-40B4-BE49-F238E27FC236}">
                  <a16:creationId xmlns:a16="http://schemas.microsoft.com/office/drawing/2014/main" id="{8CA56106-F46B-99A4-DD4B-35D5B284AA39}"/>
                </a:ext>
              </a:extLst>
            </p:cNvPr>
            <p:cNvPicPr>
              <a:picLocks noChangeAspect="1"/>
            </p:cNvPicPr>
            <p:nvPr/>
          </p:nvPicPr>
          <p:blipFill>
            <a:blip r:embed="rId3"/>
            <a:srcRect l="12605" t="6975" r="76248" b="81420"/>
            <a:stretch/>
          </p:blipFill>
          <p:spPr>
            <a:xfrm>
              <a:off x="2835135" y="4616654"/>
              <a:ext cx="580525" cy="578567"/>
            </a:xfrm>
            <a:prstGeom prst="rect">
              <a:avLst/>
            </a:prstGeom>
          </p:spPr>
        </p:pic>
        <p:pic>
          <p:nvPicPr>
            <p:cNvPr id="917" name="Imagen 916">
              <a:extLst>
                <a:ext uri="{FF2B5EF4-FFF2-40B4-BE49-F238E27FC236}">
                  <a16:creationId xmlns:a16="http://schemas.microsoft.com/office/drawing/2014/main" id="{F71229A3-1851-F8B6-8C0C-224FEC8EB00F}"/>
                </a:ext>
              </a:extLst>
            </p:cNvPr>
            <p:cNvPicPr>
              <a:picLocks noChangeAspect="1"/>
            </p:cNvPicPr>
            <p:nvPr/>
          </p:nvPicPr>
          <p:blipFill>
            <a:blip r:embed="rId3"/>
            <a:srcRect l="55122" t="21082" r="33731" b="67313"/>
            <a:stretch/>
          </p:blipFill>
          <p:spPr>
            <a:xfrm>
              <a:off x="2277938" y="4616654"/>
              <a:ext cx="580525" cy="578567"/>
            </a:xfrm>
            <a:prstGeom prst="rect">
              <a:avLst/>
            </a:prstGeom>
          </p:spPr>
        </p:pic>
        <p:pic>
          <p:nvPicPr>
            <p:cNvPr id="918" name="Imagen 917">
              <a:extLst>
                <a:ext uri="{FF2B5EF4-FFF2-40B4-BE49-F238E27FC236}">
                  <a16:creationId xmlns:a16="http://schemas.microsoft.com/office/drawing/2014/main" id="{0EF94883-76F2-9764-814B-63E8B824B99E}"/>
                </a:ext>
              </a:extLst>
            </p:cNvPr>
            <p:cNvPicPr>
              <a:picLocks noChangeAspect="1"/>
            </p:cNvPicPr>
            <p:nvPr/>
          </p:nvPicPr>
          <p:blipFill>
            <a:blip r:embed="rId3"/>
            <a:srcRect l="44479" t="34951" r="44374" b="53444"/>
            <a:stretch/>
          </p:blipFill>
          <p:spPr>
            <a:xfrm>
              <a:off x="3949528" y="4616654"/>
              <a:ext cx="580525" cy="578567"/>
            </a:xfrm>
            <a:prstGeom prst="rect">
              <a:avLst/>
            </a:prstGeom>
          </p:spPr>
        </p:pic>
        <p:pic>
          <p:nvPicPr>
            <p:cNvPr id="919" name="Imagen 918">
              <a:extLst>
                <a:ext uri="{FF2B5EF4-FFF2-40B4-BE49-F238E27FC236}">
                  <a16:creationId xmlns:a16="http://schemas.microsoft.com/office/drawing/2014/main" id="{8F9A4221-938C-186E-F4CB-B9E9F1228AE3}"/>
                </a:ext>
              </a:extLst>
            </p:cNvPr>
            <p:cNvPicPr>
              <a:picLocks noChangeAspect="1"/>
            </p:cNvPicPr>
            <p:nvPr/>
          </p:nvPicPr>
          <p:blipFill>
            <a:blip r:embed="rId3"/>
            <a:srcRect l="76337" t="34935" r="12515" b="53460"/>
            <a:stretch/>
          </p:blipFill>
          <p:spPr>
            <a:xfrm>
              <a:off x="3392331" y="4616654"/>
              <a:ext cx="580525" cy="578567"/>
            </a:xfrm>
            <a:prstGeom prst="rect">
              <a:avLst/>
            </a:prstGeom>
          </p:spPr>
        </p:pic>
        <p:pic>
          <p:nvPicPr>
            <p:cNvPr id="920" name="Imagen 919">
              <a:extLst>
                <a:ext uri="{FF2B5EF4-FFF2-40B4-BE49-F238E27FC236}">
                  <a16:creationId xmlns:a16="http://schemas.microsoft.com/office/drawing/2014/main" id="{74796668-2B68-3F4B-3CAD-083C86E14913}"/>
                </a:ext>
              </a:extLst>
            </p:cNvPr>
            <p:cNvPicPr>
              <a:picLocks noChangeAspect="1"/>
            </p:cNvPicPr>
            <p:nvPr/>
          </p:nvPicPr>
          <p:blipFill>
            <a:blip r:embed="rId3"/>
            <a:srcRect l="12605" t="6975" r="76248" b="81420"/>
            <a:stretch/>
          </p:blipFill>
          <p:spPr>
            <a:xfrm>
              <a:off x="4506724" y="4616654"/>
              <a:ext cx="580525" cy="578567"/>
            </a:xfrm>
            <a:prstGeom prst="rect">
              <a:avLst/>
            </a:prstGeom>
          </p:spPr>
        </p:pic>
        <p:grpSp>
          <p:nvGrpSpPr>
            <p:cNvPr id="921" name="Grupo 920">
              <a:extLst>
                <a:ext uri="{FF2B5EF4-FFF2-40B4-BE49-F238E27FC236}">
                  <a16:creationId xmlns:a16="http://schemas.microsoft.com/office/drawing/2014/main" id="{8FE20CCE-AD43-416F-3BA5-59420656B6A2}"/>
                </a:ext>
              </a:extLst>
            </p:cNvPr>
            <p:cNvGrpSpPr/>
            <p:nvPr/>
          </p:nvGrpSpPr>
          <p:grpSpPr>
            <a:xfrm>
              <a:off x="5063920" y="4616654"/>
              <a:ext cx="580525" cy="578567"/>
              <a:chOff x="5053733" y="4472706"/>
              <a:chExt cx="764498" cy="795862"/>
            </a:xfrm>
          </p:grpSpPr>
          <p:pic>
            <p:nvPicPr>
              <p:cNvPr id="1148" name="Imagen 1147">
                <a:extLst>
                  <a:ext uri="{FF2B5EF4-FFF2-40B4-BE49-F238E27FC236}">
                    <a16:creationId xmlns:a16="http://schemas.microsoft.com/office/drawing/2014/main" id="{9BC6C08D-D059-3AC9-1624-0B1B91BDE82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49" name="Imagen 1148">
                <a:extLst>
                  <a:ext uri="{FF2B5EF4-FFF2-40B4-BE49-F238E27FC236}">
                    <a16:creationId xmlns:a16="http://schemas.microsoft.com/office/drawing/2014/main" id="{22FA3A2D-63B0-BE56-DED9-8D555EBA75A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922" name="Imagen 921">
              <a:extLst>
                <a:ext uri="{FF2B5EF4-FFF2-40B4-BE49-F238E27FC236}">
                  <a16:creationId xmlns:a16="http://schemas.microsoft.com/office/drawing/2014/main" id="{CE7B51D0-EE43-8043-F2EB-750F0D461B71}"/>
                </a:ext>
              </a:extLst>
            </p:cNvPr>
            <p:cNvPicPr>
              <a:picLocks noChangeAspect="1"/>
            </p:cNvPicPr>
            <p:nvPr/>
          </p:nvPicPr>
          <p:blipFill>
            <a:blip r:embed="rId3"/>
            <a:srcRect l="12605" t="6975" r="76248" b="81420"/>
            <a:stretch/>
          </p:blipFill>
          <p:spPr>
            <a:xfrm>
              <a:off x="6735509" y="4616654"/>
              <a:ext cx="580525" cy="578567"/>
            </a:xfrm>
            <a:prstGeom prst="rect">
              <a:avLst/>
            </a:prstGeom>
          </p:spPr>
        </p:pic>
        <p:pic>
          <p:nvPicPr>
            <p:cNvPr id="923" name="Imagen 922">
              <a:extLst>
                <a:ext uri="{FF2B5EF4-FFF2-40B4-BE49-F238E27FC236}">
                  <a16:creationId xmlns:a16="http://schemas.microsoft.com/office/drawing/2014/main" id="{86D3663F-DD1F-BFED-333B-FF0B55640A8F}"/>
                </a:ext>
              </a:extLst>
            </p:cNvPr>
            <p:cNvPicPr>
              <a:picLocks noChangeAspect="1"/>
            </p:cNvPicPr>
            <p:nvPr/>
          </p:nvPicPr>
          <p:blipFill>
            <a:blip r:embed="rId3"/>
            <a:srcRect l="44516" t="6975" r="44337" b="81420"/>
            <a:stretch/>
          </p:blipFill>
          <p:spPr>
            <a:xfrm>
              <a:off x="8407099" y="4616654"/>
              <a:ext cx="580525" cy="578567"/>
            </a:xfrm>
            <a:prstGeom prst="rect">
              <a:avLst/>
            </a:prstGeom>
          </p:spPr>
        </p:pic>
        <p:pic>
          <p:nvPicPr>
            <p:cNvPr id="924" name="Imagen 923">
              <a:extLst>
                <a:ext uri="{FF2B5EF4-FFF2-40B4-BE49-F238E27FC236}">
                  <a16:creationId xmlns:a16="http://schemas.microsoft.com/office/drawing/2014/main" id="{90B3BE01-2606-EBBE-70D1-590EC785B20D}"/>
                </a:ext>
              </a:extLst>
            </p:cNvPr>
            <p:cNvPicPr>
              <a:picLocks noChangeAspect="1"/>
            </p:cNvPicPr>
            <p:nvPr/>
          </p:nvPicPr>
          <p:blipFill>
            <a:blip r:embed="rId3"/>
            <a:srcRect l="76305" t="7039" r="12548" b="81356"/>
            <a:stretch/>
          </p:blipFill>
          <p:spPr>
            <a:xfrm>
              <a:off x="5621117" y="4616654"/>
              <a:ext cx="580525" cy="578567"/>
            </a:xfrm>
            <a:prstGeom prst="rect">
              <a:avLst/>
            </a:prstGeom>
          </p:spPr>
        </p:pic>
        <p:pic>
          <p:nvPicPr>
            <p:cNvPr id="925" name="Imagen 924">
              <a:extLst>
                <a:ext uri="{FF2B5EF4-FFF2-40B4-BE49-F238E27FC236}">
                  <a16:creationId xmlns:a16="http://schemas.microsoft.com/office/drawing/2014/main" id="{22FD59E9-D3B3-E245-1AE3-C78B849B164D}"/>
                </a:ext>
              </a:extLst>
            </p:cNvPr>
            <p:cNvPicPr>
              <a:picLocks noChangeAspect="1"/>
            </p:cNvPicPr>
            <p:nvPr/>
          </p:nvPicPr>
          <p:blipFill>
            <a:blip r:embed="rId3"/>
            <a:srcRect l="76281" t="21082" r="12572" b="67313"/>
            <a:stretch/>
          </p:blipFill>
          <p:spPr>
            <a:xfrm>
              <a:off x="7292706" y="4616654"/>
              <a:ext cx="580525" cy="578567"/>
            </a:xfrm>
            <a:prstGeom prst="rect">
              <a:avLst/>
            </a:prstGeom>
          </p:spPr>
        </p:pic>
        <p:pic>
          <p:nvPicPr>
            <p:cNvPr id="926" name="Imagen 925">
              <a:extLst>
                <a:ext uri="{FF2B5EF4-FFF2-40B4-BE49-F238E27FC236}">
                  <a16:creationId xmlns:a16="http://schemas.microsoft.com/office/drawing/2014/main" id="{3A869CD1-F687-8BC6-B677-009E751B6F98}"/>
                </a:ext>
              </a:extLst>
            </p:cNvPr>
            <p:cNvPicPr>
              <a:picLocks noChangeAspect="1"/>
            </p:cNvPicPr>
            <p:nvPr/>
          </p:nvPicPr>
          <p:blipFill>
            <a:blip r:embed="rId3"/>
            <a:srcRect l="44479" t="34951" r="44374" b="53444"/>
            <a:stretch/>
          </p:blipFill>
          <p:spPr>
            <a:xfrm>
              <a:off x="6178313" y="4616654"/>
              <a:ext cx="580525" cy="578567"/>
            </a:xfrm>
            <a:prstGeom prst="rect">
              <a:avLst/>
            </a:prstGeom>
          </p:spPr>
        </p:pic>
        <p:pic>
          <p:nvPicPr>
            <p:cNvPr id="927" name="Imagen 926">
              <a:extLst>
                <a:ext uri="{FF2B5EF4-FFF2-40B4-BE49-F238E27FC236}">
                  <a16:creationId xmlns:a16="http://schemas.microsoft.com/office/drawing/2014/main" id="{FF90A015-05FA-DF1C-0AB1-662FC1ECA010}"/>
                </a:ext>
              </a:extLst>
            </p:cNvPr>
            <p:cNvPicPr>
              <a:picLocks noChangeAspect="1"/>
            </p:cNvPicPr>
            <p:nvPr/>
          </p:nvPicPr>
          <p:blipFill>
            <a:blip r:embed="rId3"/>
            <a:srcRect l="12605" t="6975" r="76248" b="81420"/>
            <a:stretch/>
          </p:blipFill>
          <p:spPr>
            <a:xfrm>
              <a:off x="7849902" y="4616654"/>
              <a:ext cx="580525" cy="578567"/>
            </a:xfrm>
            <a:prstGeom prst="rect">
              <a:avLst/>
            </a:prstGeom>
          </p:spPr>
        </p:pic>
        <p:pic>
          <p:nvPicPr>
            <p:cNvPr id="928" name="Imagen 927">
              <a:extLst>
                <a:ext uri="{FF2B5EF4-FFF2-40B4-BE49-F238E27FC236}">
                  <a16:creationId xmlns:a16="http://schemas.microsoft.com/office/drawing/2014/main" id="{8C4C01F4-556F-8AD0-CE3F-4DE2139CD286}"/>
                </a:ext>
              </a:extLst>
            </p:cNvPr>
            <p:cNvPicPr>
              <a:picLocks noChangeAspect="1"/>
            </p:cNvPicPr>
            <p:nvPr/>
          </p:nvPicPr>
          <p:blipFill>
            <a:blip r:embed="rId3"/>
            <a:srcRect l="12605" t="6975" r="76248" b="81420"/>
            <a:stretch/>
          </p:blipFill>
          <p:spPr>
            <a:xfrm>
              <a:off x="8964295" y="4616654"/>
              <a:ext cx="580525" cy="578567"/>
            </a:xfrm>
            <a:prstGeom prst="rect">
              <a:avLst/>
            </a:prstGeom>
          </p:spPr>
        </p:pic>
        <p:pic>
          <p:nvPicPr>
            <p:cNvPr id="929" name="Imagen 928">
              <a:extLst>
                <a:ext uri="{FF2B5EF4-FFF2-40B4-BE49-F238E27FC236}">
                  <a16:creationId xmlns:a16="http://schemas.microsoft.com/office/drawing/2014/main" id="{CDA400FA-BA88-83AC-EEB6-B3D6801EE899}"/>
                </a:ext>
              </a:extLst>
            </p:cNvPr>
            <p:cNvPicPr>
              <a:picLocks noChangeAspect="1"/>
            </p:cNvPicPr>
            <p:nvPr/>
          </p:nvPicPr>
          <p:blipFill>
            <a:blip r:embed="rId3"/>
            <a:srcRect l="12605" t="6975" r="76248" b="81420"/>
            <a:stretch/>
          </p:blipFill>
          <p:spPr>
            <a:xfrm>
              <a:off x="2835250" y="5752289"/>
              <a:ext cx="580525" cy="578567"/>
            </a:xfrm>
            <a:prstGeom prst="rect">
              <a:avLst/>
            </a:prstGeom>
          </p:spPr>
        </p:pic>
        <p:pic>
          <p:nvPicPr>
            <p:cNvPr id="930" name="Imagen 929">
              <a:extLst>
                <a:ext uri="{FF2B5EF4-FFF2-40B4-BE49-F238E27FC236}">
                  <a16:creationId xmlns:a16="http://schemas.microsoft.com/office/drawing/2014/main" id="{3AED5652-046D-6BFD-95F6-6D545C02725A}"/>
                </a:ext>
              </a:extLst>
            </p:cNvPr>
            <p:cNvPicPr>
              <a:picLocks noChangeAspect="1"/>
            </p:cNvPicPr>
            <p:nvPr/>
          </p:nvPicPr>
          <p:blipFill>
            <a:blip r:embed="rId3"/>
            <a:srcRect l="44516" t="6975" r="44337" b="81420"/>
            <a:stretch/>
          </p:blipFill>
          <p:spPr>
            <a:xfrm>
              <a:off x="3949758" y="5752289"/>
              <a:ext cx="580525" cy="578567"/>
            </a:xfrm>
            <a:prstGeom prst="rect">
              <a:avLst/>
            </a:prstGeom>
          </p:spPr>
        </p:pic>
        <p:pic>
          <p:nvPicPr>
            <p:cNvPr id="931" name="Imagen 930">
              <a:extLst>
                <a:ext uri="{FF2B5EF4-FFF2-40B4-BE49-F238E27FC236}">
                  <a16:creationId xmlns:a16="http://schemas.microsoft.com/office/drawing/2014/main" id="{E6BA1F23-ECCB-74C5-A0AC-4367C747CB20}"/>
                </a:ext>
              </a:extLst>
            </p:cNvPr>
            <p:cNvPicPr>
              <a:picLocks noChangeAspect="1"/>
            </p:cNvPicPr>
            <p:nvPr/>
          </p:nvPicPr>
          <p:blipFill>
            <a:blip r:embed="rId3"/>
            <a:srcRect l="76281" t="21082" r="12572" b="67313"/>
            <a:stretch/>
          </p:blipFill>
          <p:spPr>
            <a:xfrm>
              <a:off x="3392504" y="5752289"/>
              <a:ext cx="580525" cy="578567"/>
            </a:xfrm>
            <a:prstGeom prst="rect">
              <a:avLst/>
            </a:prstGeom>
          </p:spPr>
        </p:pic>
        <p:pic>
          <p:nvPicPr>
            <p:cNvPr id="932" name="Imagen 931">
              <a:extLst>
                <a:ext uri="{FF2B5EF4-FFF2-40B4-BE49-F238E27FC236}">
                  <a16:creationId xmlns:a16="http://schemas.microsoft.com/office/drawing/2014/main" id="{DBF516DA-3647-314B-90A8-C73A2158061D}"/>
                </a:ext>
              </a:extLst>
            </p:cNvPr>
            <p:cNvPicPr>
              <a:picLocks noChangeAspect="1"/>
            </p:cNvPicPr>
            <p:nvPr/>
          </p:nvPicPr>
          <p:blipFill>
            <a:blip r:embed="rId3"/>
            <a:srcRect l="44479" t="34951" r="44374" b="53444"/>
            <a:stretch/>
          </p:blipFill>
          <p:spPr>
            <a:xfrm>
              <a:off x="5064266" y="5752289"/>
              <a:ext cx="580525" cy="578567"/>
            </a:xfrm>
            <a:prstGeom prst="rect">
              <a:avLst/>
            </a:prstGeom>
          </p:spPr>
        </p:pic>
        <p:pic>
          <p:nvPicPr>
            <p:cNvPr id="933" name="Imagen 932">
              <a:extLst>
                <a:ext uri="{FF2B5EF4-FFF2-40B4-BE49-F238E27FC236}">
                  <a16:creationId xmlns:a16="http://schemas.microsoft.com/office/drawing/2014/main" id="{DE3D772F-5AED-D20F-A4BD-900B4D81E4D9}"/>
                </a:ext>
              </a:extLst>
            </p:cNvPr>
            <p:cNvPicPr>
              <a:picLocks noChangeAspect="1"/>
            </p:cNvPicPr>
            <p:nvPr/>
          </p:nvPicPr>
          <p:blipFill>
            <a:blip r:embed="rId3"/>
            <a:srcRect l="55103" t="34951" r="33750" b="53444"/>
            <a:stretch/>
          </p:blipFill>
          <p:spPr>
            <a:xfrm>
              <a:off x="2277996" y="5752289"/>
              <a:ext cx="580525" cy="578567"/>
            </a:xfrm>
            <a:prstGeom prst="rect">
              <a:avLst/>
            </a:prstGeom>
          </p:spPr>
        </p:pic>
        <p:pic>
          <p:nvPicPr>
            <p:cNvPr id="934" name="Imagen 933">
              <a:extLst>
                <a:ext uri="{FF2B5EF4-FFF2-40B4-BE49-F238E27FC236}">
                  <a16:creationId xmlns:a16="http://schemas.microsoft.com/office/drawing/2014/main" id="{CABD6831-6602-3DEA-EDF6-E3459221B3B3}"/>
                </a:ext>
              </a:extLst>
            </p:cNvPr>
            <p:cNvPicPr>
              <a:picLocks noChangeAspect="1"/>
            </p:cNvPicPr>
            <p:nvPr/>
          </p:nvPicPr>
          <p:blipFill>
            <a:blip r:embed="rId3"/>
            <a:srcRect l="76337" t="34935" r="12515" b="53460"/>
            <a:stretch/>
          </p:blipFill>
          <p:spPr>
            <a:xfrm>
              <a:off x="5621520" y="5752289"/>
              <a:ext cx="580525" cy="578567"/>
            </a:xfrm>
            <a:prstGeom prst="rect">
              <a:avLst/>
            </a:prstGeom>
          </p:spPr>
        </p:pic>
        <p:pic>
          <p:nvPicPr>
            <p:cNvPr id="935" name="Imagen 934">
              <a:extLst>
                <a:ext uri="{FF2B5EF4-FFF2-40B4-BE49-F238E27FC236}">
                  <a16:creationId xmlns:a16="http://schemas.microsoft.com/office/drawing/2014/main" id="{8DA653EC-18A8-85DA-C287-05B840C62221}"/>
                </a:ext>
              </a:extLst>
            </p:cNvPr>
            <p:cNvPicPr>
              <a:picLocks noChangeAspect="1"/>
            </p:cNvPicPr>
            <p:nvPr/>
          </p:nvPicPr>
          <p:blipFill>
            <a:blip r:embed="rId3"/>
            <a:srcRect l="12605" t="6975" r="76248" b="81420"/>
            <a:stretch/>
          </p:blipFill>
          <p:spPr>
            <a:xfrm>
              <a:off x="4507012" y="5752289"/>
              <a:ext cx="580525" cy="578567"/>
            </a:xfrm>
            <a:prstGeom prst="rect">
              <a:avLst/>
            </a:prstGeom>
          </p:spPr>
        </p:pic>
        <p:pic>
          <p:nvPicPr>
            <p:cNvPr id="936" name="Imagen 935">
              <a:extLst>
                <a:ext uri="{FF2B5EF4-FFF2-40B4-BE49-F238E27FC236}">
                  <a16:creationId xmlns:a16="http://schemas.microsoft.com/office/drawing/2014/main" id="{59F90A91-6283-0B0B-0B8D-159D4BAA735E}"/>
                </a:ext>
              </a:extLst>
            </p:cNvPr>
            <p:cNvPicPr>
              <a:picLocks noChangeAspect="1"/>
            </p:cNvPicPr>
            <p:nvPr/>
          </p:nvPicPr>
          <p:blipFill>
            <a:blip r:embed="rId3"/>
            <a:srcRect l="12605" t="6975" r="76248" b="81420"/>
            <a:stretch/>
          </p:blipFill>
          <p:spPr>
            <a:xfrm>
              <a:off x="9522297" y="5752289"/>
              <a:ext cx="580525" cy="578567"/>
            </a:xfrm>
            <a:prstGeom prst="rect">
              <a:avLst/>
            </a:prstGeom>
          </p:spPr>
        </p:pic>
        <p:pic>
          <p:nvPicPr>
            <p:cNvPr id="937" name="Imagen 936">
              <a:extLst>
                <a:ext uri="{FF2B5EF4-FFF2-40B4-BE49-F238E27FC236}">
                  <a16:creationId xmlns:a16="http://schemas.microsoft.com/office/drawing/2014/main" id="{E6F3D908-F094-2270-7CE5-BF4BEBE2D6D6}"/>
                </a:ext>
              </a:extLst>
            </p:cNvPr>
            <p:cNvPicPr>
              <a:picLocks noChangeAspect="1"/>
            </p:cNvPicPr>
            <p:nvPr/>
          </p:nvPicPr>
          <p:blipFill>
            <a:blip r:embed="rId3"/>
            <a:srcRect l="55117" t="6975" r="33736" b="81420"/>
            <a:stretch/>
          </p:blipFill>
          <p:spPr>
            <a:xfrm>
              <a:off x="7293282" y="5752289"/>
              <a:ext cx="580525" cy="578567"/>
            </a:xfrm>
            <a:prstGeom prst="rect">
              <a:avLst/>
            </a:prstGeom>
          </p:spPr>
        </p:pic>
        <p:pic>
          <p:nvPicPr>
            <p:cNvPr id="938" name="Imagen 937">
              <a:extLst>
                <a:ext uri="{FF2B5EF4-FFF2-40B4-BE49-F238E27FC236}">
                  <a16:creationId xmlns:a16="http://schemas.microsoft.com/office/drawing/2014/main" id="{78872E80-8ADD-296F-D616-09EBD0ACF44F}"/>
                </a:ext>
              </a:extLst>
            </p:cNvPr>
            <p:cNvPicPr>
              <a:picLocks noChangeAspect="1"/>
            </p:cNvPicPr>
            <p:nvPr/>
          </p:nvPicPr>
          <p:blipFill>
            <a:blip r:embed="rId3"/>
            <a:srcRect l="23278" t="21261" r="65575" b="67134"/>
            <a:stretch/>
          </p:blipFill>
          <p:spPr>
            <a:xfrm>
              <a:off x="8407790" y="5752289"/>
              <a:ext cx="580525" cy="578567"/>
            </a:xfrm>
            <a:prstGeom prst="rect">
              <a:avLst/>
            </a:prstGeom>
          </p:spPr>
        </p:pic>
        <p:pic>
          <p:nvPicPr>
            <p:cNvPr id="939" name="Imagen 938">
              <a:extLst>
                <a:ext uri="{FF2B5EF4-FFF2-40B4-BE49-F238E27FC236}">
                  <a16:creationId xmlns:a16="http://schemas.microsoft.com/office/drawing/2014/main" id="{DB78FDB5-BDA5-EE18-774A-D4A7E6595B3F}"/>
                </a:ext>
              </a:extLst>
            </p:cNvPr>
            <p:cNvPicPr>
              <a:picLocks noChangeAspect="1"/>
            </p:cNvPicPr>
            <p:nvPr/>
          </p:nvPicPr>
          <p:blipFill>
            <a:blip r:embed="rId3"/>
            <a:srcRect l="44426" t="21260" r="44426" b="67135"/>
            <a:stretch/>
          </p:blipFill>
          <p:spPr>
            <a:xfrm>
              <a:off x="8965043" y="5752289"/>
              <a:ext cx="580525" cy="578567"/>
            </a:xfrm>
            <a:prstGeom prst="rect">
              <a:avLst/>
            </a:prstGeom>
          </p:spPr>
        </p:pic>
        <p:pic>
          <p:nvPicPr>
            <p:cNvPr id="940" name="Imagen 939">
              <a:extLst>
                <a:ext uri="{FF2B5EF4-FFF2-40B4-BE49-F238E27FC236}">
                  <a16:creationId xmlns:a16="http://schemas.microsoft.com/office/drawing/2014/main" id="{F2C63EBD-827A-42A3-7CC4-5DA47043EB3C}"/>
                </a:ext>
              </a:extLst>
            </p:cNvPr>
            <p:cNvPicPr>
              <a:picLocks noChangeAspect="1"/>
            </p:cNvPicPr>
            <p:nvPr/>
          </p:nvPicPr>
          <p:blipFill>
            <a:blip r:embed="rId3"/>
            <a:srcRect l="55122" t="21082" r="33731" b="67313"/>
            <a:stretch/>
          </p:blipFill>
          <p:spPr>
            <a:xfrm>
              <a:off x="7850536" y="5752289"/>
              <a:ext cx="580525" cy="578567"/>
            </a:xfrm>
            <a:prstGeom prst="rect">
              <a:avLst/>
            </a:prstGeom>
          </p:spPr>
        </p:pic>
        <p:pic>
          <p:nvPicPr>
            <p:cNvPr id="941" name="Imagen 940">
              <a:extLst>
                <a:ext uri="{FF2B5EF4-FFF2-40B4-BE49-F238E27FC236}">
                  <a16:creationId xmlns:a16="http://schemas.microsoft.com/office/drawing/2014/main" id="{C123CD29-78F2-3907-2051-F94E5ADFBFC5}"/>
                </a:ext>
              </a:extLst>
            </p:cNvPr>
            <p:cNvPicPr>
              <a:picLocks noChangeAspect="1"/>
            </p:cNvPicPr>
            <p:nvPr/>
          </p:nvPicPr>
          <p:blipFill>
            <a:blip r:embed="rId3"/>
            <a:srcRect l="23286" t="49108" r="65567" b="39287"/>
            <a:stretch/>
          </p:blipFill>
          <p:spPr>
            <a:xfrm>
              <a:off x="6736028" y="5752289"/>
              <a:ext cx="580525" cy="578567"/>
            </a:xfrm>
            <a:prstGeom prst="rect">
              <a:avLst/>
            </a:prstGeom>
          </p:spPr>
        </p:pic>
        <p:pic>
          <p:nvPicPr>
            <p:cNvPr id="942" name="Imagen 941">
              <a:extLst>
                <a:ext uri="{FF2B5EF4-FFF2-40B4-BE49-F238E27FC236}">
                  <a16:creationId xmlns:a16="http://schemas.microsoft.com/office/drawing/2014/main" id="{B702B430-1F85-6915-2091-D103F07FAD8F}"/>
                </a:ext>
              </a:extLst>
            </p:cNvPr>
            <p:cNvPicPr>
              <a:picLocks noChangeAspect="1"/>
            </p:cNvPicPr>
            <p:nvPr/>
          </p:nvPicPr>
          <p:blipFill>
            <a:blip r:embed="rId3"/>
            <a:srcRect l="12605" t="6975" r="76248" b="81420"/>
            <a:stretch/>
          </p:blipFill>
          <p:spPr>
            <a:xfrm>
              <a:off x="6734667" y="5183115"/>
              <a:ext cx="580525" cy="578567"/>
            </a:xfrm>
            <a:prstGeom prst="rect">
              <a:avLst/>
            </a:prstGeom>
          </p:spPr>
        </p:pic>
        <p:pic>
          <p:nvPicPr>
            <p:cNvPr id="943" name="Imagen 942">
              <a:extLst>
                <a:ext uri="{FF2B5EF4-FFF2-40B4-BE49-F238E27FC236}">
                  <a16:creationId xmlns:a16="http://schemas.microsoft.com/office/drawing/2014/main" id="{7030F49C-453D-1E45-0684-51FC7D53D749}"/>
                </a:ext>
              </a:extLst>
            </p:cNvPr>
            <p:cNvPicPr>
              <a:picLocks noChangeAspect="1"/>
            </p:cNvPicPr>
            <p:nvPr/>
          </p:nvPicPr>
          <p:blipFill>
            <a:blip r:embed="rId3"/>
            <a:srcRect l="55117" t="6975" r="33736" b="81420"/>
            <a:stretch/>
          </p:blipFill>
          <p:spPr>
            <a:xfrm>
              <a:off x="6177565" y="5183115"/>
              <a:ext cx="580525" cy="578567"/>
            </a:xfrm>
            <a:prstGeom prst="rect">
              <a:avLst/>
            </a:prstGeom>
          </p:spPr>
        </p:pic>
        <p:pic>
          <p:nvPicPr>
            <p:cNvPr id="944" name="Imagen 943">
              <a:extLst>
                <a:ext uri="{FF2B5EF4-FFF2-40B4-BE49-F238E27FC236}">
                  <a16:creationId xmlns:a16="http://schemas.microsoft.com/office/drawing/2014/main" id="{DF995FA3-C8A8-89E8-3237-85DFD6330B9F}"/>
                </a:ext>
              </a:extLst>
            </p:cNvPr>
            <p:cNvPicPr>
              <a:picLocks noChangeAspect="1"/>
            </p:cNvPicPr>
            <p:nvPr/>
          </p:nvPicPr>
          <p:blipFill>
            <a:blip r:embed="rId3"/>
            <a:srcRect l="23278" t="21261" r="65575" b="67134"/>
            <a:stretch/>
          </p:blipFill>
          <p:spPr>
            <a:xfrm>
              <a:off x="3949153" y="5183115"/>
              <a:ext cx="580525" cy="578567"/>
            </a:xfrm>
            <a:prstGeom prst="rect">
              <a:avLst/>
            </a:prstGeom>
          </p:spPr>
        </p:pic>
        <p:pic>
          <p:nvPicPr>
            <p:cNvPr id="945" name="Imagen 944">
              <a:extLst>
                <a:ext uri="{FF2B5EF4-FFF2-40B4-BE49-F238E27FC236}">
                  <a16:creationId xmlns:a16="http://schemas.microsoft.com/office/drawing/2014/main" id="{F00EDDBE-E383-E303-A061-A57B2956B1E8}"/>
                </a:ext>
              </a:extLst>
            </p:cNvPr>
            <p:cNvPicPr>
              <a:picLocks noChangeAspect="1"/>
            </p:cNvPicPr>
            <p:nvPr/>
          </p:nvPicPr>
          <p:blipFill>
            <a:blip r:embed="rId3"/>
            <a:srcRect l="33921" t="21142" r="54932" b="67253"/>
            <a:stretch/>
          </p:blipFill>
          <p:spPr>
            <a:xfrm>
              <a:off x="2277845" y="5183115"/>
              <a:ext cx="580525" cy="578567"/>
            </a:xfrm>
            <a:prstGeom prst="rect">
              <a:avLst/>
            </a:prstGeom>
          </p:spPr>
        </p:pic>
        <p:pic>
          <p:nvPicPr>
            <p:cNvPr id="946" name="Imagen 945">
              <a:extLst>
                <a:ext uri="{FF2B5EF4-FFF2-40B4-BE49-F238E27FC236}">
                  <a16:creationId xmlns:a16="http://schemas.microsoft.com/office/drawing/2014/main" id="{6C6FED15-88B8-4649-58C8-C5E7B4CE8341}"/>
                </a:ext>
              </a:extLst>
            </p:cNvPr>
            <p:cNvPicPr>
              <a:picLocks noChangeAspect="1"/>
            </p:cNvPicPr>
            <p:nvPr/>
          </p:nvPicPr>
          <p:blipFill>
            <a:blip r:embed="rId3"/>
            <a:srcRect l="55122" t="21082" r="33731" b="67313"/>
            <a:stretch/>
          </p:blipFill>
          <p:spPr>
            <a:xfrm>
              <a:off x="3392051" y="5183115"/>
              <a:ext cx="580525" cy="578567"/>
            </a:xfrm>
            <a:prstGeom prst="rect">
              <a:avLst/>
            </a:prstGeom>
          </p:spPr>
        </p:pic>
        <p:pic>
          <p:nvPicPr>
            <p:cNvPr id="947" name="Imagen 946">
              <a:extLst>
                <a:ext uri="{FF2B5EF4-FFF2-40B4-BE49-F238E27FC236}">
                  <a16:creationId xmlns:a16="http://schemas.microsoft.com/office/drawing/2014/main" id="{D1B304A8-C150-0D23-1B8E-9C0C63D59C7F}"/>
                </a:ext>
              </a:extLst>
            </p:cNvPr>
            <p:cNvPicPr>
              <a:picLocks noChangeAspect="1"/>
            </p:cNvPicPr>
            <p:nvPr/>
          </p:nvPicPr>
          <p:blipFill>
            <a:blip r:embed="rId3"/>
            <a:srcRect l="12624" t="34906" r="76229" b="53489"/>
            <a:stretch/>
          </p:blipFill>
          <p:spPr>
            <a:xfrm>
              <a:off x="4506256" y="5183115"/>
              <a:ext cx="580525" cy="578567"/>
            </a:xfrm>
            <a:prstGeom prst="rect">
              <a:avLst/>
            </a:prstGeom>
          </p:spPr>
        </p:pic>
        <p:pic>
          <p:nvPicPr>
            <p:cNvPr id="948" name="Imagen 947">
              <a:extLst>
                <a:ext uri="{FF2B5EF4-FFF2-40B4-BE49-F238E27FC236}">
                  <a16:creationId xmlns:a16="http://schemas.microsoft.com/office/drawing/2014/main" id="{A5798C02-AB3F-0343-1CFF-E3221622D72A}"/>
                </a:ext>
              </a:extLst>
            </p:cNvPr>
            <p:cNvPicPr>
              <a:picLocks noChangeAspect="1"/>
            </p:cNvPicPr>
            <p:nvPr/>
          </p:nvPicPr>
          <p:blipFill>
            <a:blip r:embed="rId3"/>
            <a:srcRect l="44479" t="34951" r="44374" b="53444"/>
            <a:stretch/>
          </p:blipFill>
          <p:spPr>
            <a:xfrm>
              <a:off x="5620462" y="5183115"/>
              <a:ext cx="580525" cy="578567"/>
            </a:xfrm>
            <a:prstGeom prst="rect">
              <a:avLst/>
            </a:prstGeom>
          </p:spPr>
        </p:pic>
        <p:pic>
          <p:nvPicPr>
            <p:cNvPr id="949" name="Imagen 948">
              <a:extLst>
                <a:ext uri="{FF2B5EF4-FFF2-40B4-BE49-F238E27FC236}">
                  <a16:creationId xmlns:a16="http://schemas.microsoft.com/office/drawing/2014/main" id="{44CF6443-D21E-72D0-4FA4-E2C44458BDF9}"/>
                </a:ext>
              </a:extLst>
            </p:cNvPr>
            <p:cNvPicPr>
              <a:picLocks noChangeAspect="1"/>
            </p:cNvPicPr>
            <p:nvPr/>
          </p:nvPicPr>
          <p:blipFill>
            <a:blip r:embed="rId3"/>
            <a:srcRect l="76337" t="34935" r="12515" b="53460"/>
            <a:stretch/>
          </p:blipFill>
          <p:spPr>
            <a:xfrm>
              <a:off x="2834948" y="5183115"/>
              <a:ext cx="580525" cy="578567"/>
            </a:xfrm>
            <a:prstGeom prst="rect">
              <a:avLst/>
            </a:prstGeom>
          </p:spPr>
        </p:pic>
        <p:grpSp>
          <p:nvGrpSpPr>
            <p:cNvPr id="950" name="Grupo 949">
              <a:extLst>
                <a:ext uri="{FF2B5EF4-FFF2-40B4-BE49-F238E27FC236}">
                  <a16:creationId xmlns:a16="http://schemas.microsoft.com/office/drawing/2014/main" id="{6C7F5FCD-8D59-E799-E13C-40129AAC9605}"/>
                </a:ext>
              </a:extLst>
            </p:cNvPr>
            <p:cNvGrpSpPr/>
            <p:nvPr/>
          </p:nvGrpSpPr>
          <p:grpSpPr>
            <a:xfrm>
              <a:off x="5063359" y="5183115"/>
              <a:ext cx="580525" cy="578567"/>
              <a:chOff x="5053733" y="4472706"/>
              <a:chExt cx="764498" cy="795862"/>
            </a:xfrm>
          </p:grpSpPr>
          <p:pic>
            <p:nvPicPr>
              <p:cNvPr id="1146" name="Imagen 1145">
                <a:extLst>
                  <a:ext uri="{FF2B5EF4-FFF2-40B4-BE49-F238E27FC236}">
                    <a16:creationId xmlns:a16="http://schemas.microsoft.com/office/drawing/2014/main" id="{AA1225E8-9F61-D704-B134-70B96039A2AD}"/>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47" name="Imagen 1146">
                <a:extLst>
                  <a:ext uri="{FF2B5EF4-FFF2-40B4-BE49-F238E27FC236}">
                    <a16:creationId xmlns:a16="http://schemas.microsoft.com/office/drawing/2014/main" id="{4B97E705-F43B-1369-3F32-48DC18A95C2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951" name="Imagen 950">
              <a:extLst>
                <a:ext uri="{FF2B5EF4-FFF2-40B4-BE49-F238E27FC236}">
                  <a16:creationId xmlns:a16="http://schemas.microsoft.com/office/drawing/2014/main" id="{EEEF0D6A-B974-4771-680C-34862633C8B7}"/>
                </a:ext>
              </a:extLst>
            </p:cNvPr>
            <p:cNvPicPr>
              <a:picLocks noChangeAspect="1"/>
            </p:cNvPicPr>
            <p:nvPr/>
          </p:nvPicPr>
          <p:blipFill>
            <a:blip r:embed="rId3"/>
            <a:srcRect l="55122" t="21082" r="33731" b="67313"/>
            <a:stretch/>
          </p:blipFill>
          <p:spPr>
            <a:xfrm>
              <a:off x="7291770" y="5183115"/>
              <a:ext cx="580525" cy="578567"/>
            </a:xfrm>
            <a:prstGeom prst="rect">
              <a:avLst/>
            </a:prstGeom>
          </p:spPr>
        </p:pic>
        <p:grpSp>
          <p:nvGrpSpPr>
            <p:cNvPr id="952" name="Grupo 951">
              <a:extLst>
                <a:ext uri="{FF2B5EF4-FFF2-40B4-BE49-F238E27FC236}">
                  <a16:creationId xmlns:a16="http://schemas.microsoft.com/office/drawing/2014/main" id="{95CFD741-757C-970B-FAC4-29EA24CD5BFF}"/>
                </a:ext>
              </a:extLst>
            </p:cNvPr>
            <p:cNvGrpSpPr/>
            <p:nvPr/>
          </p:nvGrpSpPr>
          <p:grpSpPr>
            <a:xfrm>
              <a:off x="6178774" y="5752289"/>
              <a:ext cx="580525" cy="578567"/>
              <a:chOff x="5053733" y="4472706"/>
              <a:chExt cx="764498" cy="795862"/>
            </a:xfrm>
          </p:grpSpPr>
          <p:pic>
            <p:nvPicPr>
              <p:cNvPr id="1144" name="Imagen 1143">
                <a:extLst>
                  <a:ext uri="{FF2B5EF4-FFF2-40B4-BE49-F238E27FC236}">
                    <a16:creationId xmlns:a16="http://schemas.microsoft.com/office/drawing/2014/main" id="{65789628-4C01-A7ED-3D5D-9CE9249BD64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45" name="Imagen 1144">
                <a:extLst>
                  <a:ext uri="{FF2B5EF4-FFF2-40B4-BE49-F238E27FC236}">
                    <a16:creationId xmlns:a16="http://schemas.microsoft.com/office/drawing/2014/main" id="{6C99D377-6625-8E26-8434-E1EF9F37EB8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953" name="Imagen 952">
              <a:extLst>
                <a:ext uri="{FF2B5EF4-FFF2-40B4-BE49-F238E27FC236}">
                  <a16:creationId xmlns:a16="http://schemas.microsoft.com/office/drawing/2014/main" id="{E8264CC1-74CE-6E64-B7B9-615F09BD9CA3}"/>
                </a:ext>
              </a:extLst>
            </p:cNvPr>
            <p:cNvPicPr>
              <a:picLocks noChangeAspect="1"/>
            </p:cNvPicPr>
            <p:nvPr/>
          </p:nvPicPr>
          <p:blipFill>
            <a:blip r:embed="rId3"/>
            <a:srcRect l="12605" t="6975" r="76248" b="81420"/>
            <a:stretch/>
          </p:blipFill>
          <p:spPr>
            <a:xfrm>
              <a:off x="6737388" y="4047313"/>
              <a:ext cx="580525" cy="578567"/>
            </a:xfrm>
            <a:prstGeom prst="rect">
              <a:avLst/>
            </a:prstGeom>
          </p:spPr>
        </p:pic>
        <p:pic>
          <p:nvPicPr>
            <p:cNvPr id="954" name="Imagen 953">
              <a:extLst>
                <a:ext uri="{FF2B5EF4-FFF2-40B4-BE49-F238E27FC236}">
                  <a16:creationId xmlns:a16="http://schemas.microsoft.com/office/drawing/2014/main" id="{D7F6BBB2-4DAB-D05E-BA1F-6F3685234DA8}"/>
                </a:ext>
              </a:extLst>
            </p:cNvPr>
            <p:cNvPicPr>
              <a:picLocks noChangeAspect="1"/>
            </p:cNvPicPr>
            <p:nvPr/>
          </p:nvPicPr>
          <p:blipFill>
            <a:blip r:embed="rId3"/>
            <a:srcRect l="44516" t="6975" r="44337" b="81420"/>
            <a:stretch/>
          </p:blipFill>
          <p:spPr>
            <a:xfrm>
              <a:off x="2278147" y="4047313"/>
              <a:ext cx="580525" cy="578567"/>
            </a:xfrm>
            <a:prstGeom prst="rect">
              <a:avLst/>
            </a:prstGeom>
          </p:spPr>
        </p:pic>
        <p:pic>
          <p:nvPicPr>
            <p:cNvPr id="955" name="Imagen 954">
              <a:extLst>
                <a:ext uri="{FF2B5EF4-FFF2-40B4-BE49-F238E27FC236}">
                  <a16:creationId xmlns:a16="http://schemas.microsoft.com/office/drawing/2014/main" id="{3B1E9F45-3323-70C4-5EA3-DA4C5714EED5}"/>
                </a:ext>
              </a:extLst>
            </p:cNvPr>
            <p:cNvPicPr>
              <a:picLocks noChangeAspect="1"/>
            </p:cNvPicPr>
            <p:nvPr/>
          </p:nvPicPr>
          <p:blipFill>
            <a:blip r:embed="rId3"/>
            <a:srcRect l="55117" t="6975" r="33736" b="81420"/>
            <a:stretch/>
          </p:blipFill>
          <p:spPr>
            <a:xfrm>
              <a:off x="3392957" y="4047313"/>
              <a:ext cx="580525" cy="578567"/>
            </a:xfrm>
            <a:prstGeom prst="rect">
              <a:avLst/>
            </a:prstGeom>
          </p:spPr>
        </p:pic>
        <p:pic>
          <p:nvPicPr>
            <p:cNvPr id="956" name="Imagen 955">
              <a:extLst>
                <a:ext uri="{FF2B5EF4-FFF2-40B4-BE49-F238E27FC236}">
                  <a16:creationId xmlns:a16="http://schemas.microsoft.com/office/drawing/2014/main" id="{4F1E157C-BAEE-5ECD-C356-C4080603380B}"/>
                </a:ext>
              </a:extLst>
            </p:cNvPr>
            <p:cNvPicPr>
              <a:picLocks noChangeAspect="1"/>
            </p:cNvPicPr>
            <p:nvPr/>
          </p:nvPicPr>
          <p:blipFill>
            <a:blip r:embed="rId3"/>
            <a:srcRect l="76305" t="7039" r="12548" b="81356"/>
            <a:stretch/>
          </p:blipFill>
          <p:spPr>
            <a:xfrm>
              <a:off x="3950362" y="4047313"/>
              <a:ext cx="580525" cy="578567"/>
            </a:xfrm>
            <a:prstGeom prst="rect">
              <a:avLst/>
            </a:prstGeom>
          </p:spPr>
        </p:pic>
        <p:pic>
          <p:nvPicPr>
            <p:cNvPr id="957" name="Imagen 956">
              <a:extLst>
                <a:ext uri="{FF2B5EF4-FFF2-40B4-BE49-F238E27FC236}">
                  <a16:creationId xmlns:a16="http://schemas.microsoft.com/office/drawing/2014/main" id="{859A6015-AB50-045E-02CC-E5D03FD8D3DA}"/>
                </a:ext>
              </a:extLst>
            </p:cNvPr>
            <p:cNvPicPr>
              <a:picLocks noChangeAspect="1"/>
            </p:cNvPicPr>
            <p:nvPr/>
          </p:nvPicPr>
          <p:blipFill>
            <a:blip r:embed="rId3"/>
            <a:srcRect l="23278" t="21261" r="65575" b="67134"/>
            <a:stretch/>
          </p:blipFill>
          <p:spPr>
            <a:xfrm>
              <a:off x="2835552" y="4047313"/>
              <a:ext cx="580525" cy="578567"/>
            </a:xfrm>
            <a:prstGeom prst="rect">
              <a:avLst/>
            </a:prstGeom>
          </p:spPr>
        </p:pic>
        <p:pic>
          <p:nvPicPr>
            <p:cNvPr id="958" name="Imagen 957">
              <a:extLst>
                <a:ext uri="{FF2B5EF4-FFF2-40B4-BE49-F238E27FC236}">
                  <a16:creationId xmlns:a16="http://schemas.microsoft.com/office/drawing/2014/main" id="{9790CE5A-8B8B-41E6-2F0E-FC429110974E}"/>
                </a:ext>
              </a:extLst>
            </p:cNvPr>
            <p:cNvPicPr>
              <a:picLocks noChangeAspect="1"/>
            </p:cNvPicPr>
            <p:nvPr/>
          </p:nvPicPr>
          <p:blipFill>
            <a:blip r:embed="rId3"/>
            <a:srcRect l="12624" t="34906" r="76229" b="53489"/>
            <a:stretch/>
          </p:blipFill>
          <p:spPr>
            <a:xfrm>
              <a:off x="4507768" y="4047313"/>
              <a:ext cx="580525" cy="578567"/>
            </a:xfrm>
            <a:prstGeom prst="rect">
              <a:avLst/>
            </a:prstGeom>
          </p:spPr>
        </p:pic>
        <p:pic>
          <p:nvPicPr>
            <p:cNvPr id="959" name="Imagen 958">
              <a:extLst>
                <a:ext uri="{FF2B5EF4-FFF2-40B4-BE49-F238E27FC236}">
                  <a16:creationId xmlns:a16="http://schemas.microsoft.com/office/drawing/2014/main" id="{5BF30CE2-639E-E2F9-CF89-94E328A8BCEE}"/>
                </a:ext>
              </a:extLst>
            </p:cNvPr>
            <p:cNvPicPr>
              <a:picLocks noChangeAspect="1"/>
            </p:cNvPicPr>
            <p:nvPr/>
          </p:nvPicPr>
          <p:blipFill>
            <a:blip r:embed="rId3"/>
            <a:srcRect l="55224" t="49095" r="33629" b="39300"/>
            <a:stretch/>
          </p:blipFill>
          <p:spPr>
            <a:xfrm>
              <a:off x="7294793" y="4047313"/>
              <a:ext cx="580525" cy="578567"/>
            </a:xfrm>
            <a:prstGeom prst="rect">
              <a:avLst/>
            </a:prstGeom>
          </p:spPr>
        </p:pic>
        <p:grpSp>
          <p:nvGrpSpPr>
            <p:cNvPr id="960" name="Grupo 959">
              <a:extLst>
                <a:ext uri="{FF2B5EF4-FFF2-40B4-BE49-F238E27FC236}">
                  <a16:creationId xmlns:a16="http://schemas.microsoft.com/office/drawing/2014/main" id="{23808E12-EDC7-30C3-3153-067D6412DFFC}"/>
                </a:ext>
              </a:extLst>
            </p:cNvPr>
            <p:cNvGrpSpPr/>
            <p:nvPr/>
          </p:nvGrpSpPr>
          <p:grpSpPr>
            <a:xfrm>
              <a:off x="5065173" y="4047313"/>
              <a:ext cx="580525" cy="578567"/>
              <a:chOff x="5053733" y="4472706"/>
              <a:chExt cx="764498" cy="795862"/>
            </a:xfrm>
          </p:grpSpPr>
          <p:pic>
            <p:nvPicPr>
              <p:cNvPr id="1142" name="Imagen 1141">
                <a:extLst>
                  <a:ext uri="{FF2B5EF4-FFF2-40B4-BE49-F238E27FC236}">
                    <a16:creationId xmlns:a16="http://schemas.microsoft.com/office/drawing/2014/main" id="{FEC81427-F6CE-A0DE-9184-FDE50EF1EF8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43" name="Imagen 1142">
                <a:extLst>
                  <a:ext uri="{FF2B5EF4-FFF2-40B4-BE49-F238E27FC236}">
                    <a16:creationId xmlns:a16="http://schemas.microsoft.com/office/drawing/2014/main" id="{FCFD0118-1BBA-24A0-6DCB-3C42B2198FD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pic>
          <p:nvPicPr>
            <p:cNvPr id="961" name="Imagen 960">
              <a:extLst>
                <a:ext uri="{FF2B5EF4-FFF2-40B4-BE49-F238E27FC236}">
                  <a16:creationId xmlns:a16="http://schemas.microsoft.com/office/drawing/2014/main" id="{8B2A2265-DCD8-B8EF-E0F1-63125B1A1A37}"/>
                </a:ext>
              </a:extLst>
            </p:cNvPr>
            <p:cNvPicPr>
              <a:picLocks noChangeAspect="1"/>
            </p:cNvPicPr>
            <p:nvPr/>
          </p:nvPicPr>
          <p:blipFill>
            <a:blip r:embed="rId3"/>
            <a:srcRect l="44516" t="6975" r="44337" b="81420"/>
            <a:stretch/>
          </p:blipFill>
          <p:spPr>
            <a:xfrm>
              <a:off x="5622578" y="4047313"/>
              <a:ext cx="580525" cy="578567"/>
            </a:xfrm>
            <a:prstGeom prst="rect">
              <a:avLst/>
            </a:prstGeom>
          </p:spPr>
        </p:pic>
        <p:pic>
          <p:nvPicPr>
            <p:cNvPr id="962" name="Imagen 961">
              <a:extLst>
                <a:ext uri="{FF2B5EF4-FFF2-40B4-BE49-F238E27FC236}">
                  <a16:creationId xmlns:a16="http://schemas.microsoft.com/office/drawing/2014/main" id="{D23EA841-DB4A-B819-9173-A12090F7EACA}"/>
                </a:ext>
              </a:extLst>
            </p:cNvPr>
            <p:cNvPicPr>
              <a:picLocks noChangeAspect="1"/>
            </p:cNvPicPr>
            <p:nvPr/>
          </p:nvPicPr>
          <p:blipFill>
            <a:blip r:embed="rId3"/>
            <a:srcRect l="23278" t="21261" r="65575" b="67134"/>
            <a:stretch/>
          </p:blipFill>
          <p:spPr>
            <a:xfrm>
              <a:off x="6179983" y="4047313"/>
              <a:ext cx="580525" cy="578567"/>
            </a:xfrm>
            <a:prstGeom prst="rect">
              <a:avLst/>
            </a:prstGeom>
          </p:spPr>
        </p:pic>
        <p:pic>
          <p:nvPicPr>
            <p:cNvPr id="963" name="Imagen 962">
              <a:extLst>
                <a:ext uri="{FF2B5EF4-FFF2-40B4-BE49-F238E27FC236}">
                  <a16:creationId xmlns:a16="http://schemas.microsoft.com/office/drawing/2014/main" id="{B4920887-1C0D-05C1-B2CC-822B964A5A11}"/>
                </a:ext>
              </a:extLst>
            </p:cNvPr>
            <p:cNvPicPr>
              <a:picLocks noChangeAspect="1"/>
            </p:cNvPicPr>
            <p:nvPr/>
          </p:nvPicPr>
          <p:blipFill>
            <a:blip r:embed="rId3"/>
            <a:srcRect l="55122" t="21082" r="33731" b="67313"/>
            <a:stretch/>
          </p:blipFill>
          <p:spPr>
            <a:xfrm>
              <a:off x="10079551" y="5752289"/>
              <a:ext cx="580525" cy="578567"/>
            </a:xfrm>
            <a:prstGeom prst="rect">
              <a:avLst/>
            </a:prstGeom>
          </p:spPr>
        </p:pic>
        <p:pic>
          <p:nvPicPr>
            <p:cNvPr id="964" name="Imagen 963">
              <a:extLst>
                <a:ext uri="{FF2B5EF4-FFF2-40B4-BE49-F238E27FC236}">
                  <a16:creationId xmlns:a16="http://schemas.microsoft.com/office/drawing/2014/main" id="{72A55873-7CB4-2E67-9BC0-99CCAD06686A}"/>
                </a:ext>
              </a:extLst>
            </p:cNvPr>
            <p:cNvPicPr>
              <a:picLocks noChangeAspect="1"/>
            </p:cNvPicPr>
            <p:nvPr/>
          </p:nvPicPr>
          <p:blipFill>
            <a:blip r:embed="rId3"/>
            <a:srcRect l="12605" t="6975" r="76248" b="81420"/>
            <a:stretch/>
          </p:blipFill>
          <p:spPr>
            <a:xfrm>
              <a:off x="10636805" y="5752289"/>
              <a:ext cx="580525" cy="578567"/>
            </a:xfrm>
            <a:prstGeom prst="rect">
              <a:avLst/>
            </a:prstGeom>
          </p:spPr>
        </p:pic>
        <p:grpSp>
          <p:nvGrpSpPr>
            <p:cNvPr id="965" name="Grupo 964">
              <a:extLst>
                <a:ext uri="{FF2B5EF4-FFF2-40B4-BE49-F238E27FC236}">
                  <a16:creationId xmlns:a16="http://schemas.microsoft.com/office/drawing/2014/main" id="{58E546E0-8B4B-F251-0D9F-14BDA9ACF268}"/>
                </a:ext>
              </a:extLst>
            </p:cNvPr>
            <p:cNvGrpSpPr/>
            <p:nvPr/>
          </p:nvGrpSpPr>
          <p:grpSpPr>
            <a:xfrm>
              <a:off x="7848873" y="5183115"/>
              <a:ext cx="580525" cy="578567"/>
              <a:chOff x="5053733" y="4472706"/>
              <a:chExt cx="764498" cy="795862"/>
            </a:xfrm>
          </p:grpSpPr>
          <p:pic>
            <p:nvPicPr>
              <p:cNvPr id="1140" name="Imagen 1139">
                <a:extLst>
                  <a:ext uri="{FF2B5EF4-FFF2-40B4-BE49-F238E27FC236}">
                    <a16:creationId xmlns:a16="http://schemas.microsoft.com/office/drawing/2014/main" id="{62F1F623-3CCE-EB88-FB03-F0A8DFE0CF1F}"/>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41" name="Imagen 1140">
                <a:extLst>
                  <a:ext uri="{FF2B5EF4-FFF2-40B4-BE49-F238E27FC236}">
                    <a16:creationId xmlns:a16="http://schemas.microsoft.com/office/drawing/2014/main" id="{8BE2992F-0D29-600D-8469-C1EA400A642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66" name="Grupo 965">
              <a:extLst>
                <a:ext uri="{FF2B5EF4-FFF2-40B4-BE49-F238E27FC236}">
                  <a16:creationId xmlns:a16="http://schemas.microsoft.com/office/drawing/2014/main" id="{045096C8-DAA6-C334-216A-A51823B621BA}"/>
                </a:ext>
              </a:extLst>
            </p:cNvPr>
            <p:cNvGrpSpPr/>
            <p:nvPr/>
          </p:nvGrpSpPr>
          <p:grpSpPr>
            <a:xfrm>
              <a:off x="7852198" y="4047313"/>
              <a:ext cx="580525" cy="578567"/>
              <a:chOff x="5053733" y="4472706"/>
              <a:chExt cx="764498" cy="795862"/>
            </a:xfrm>
          </p:grpSpPr>
          <p:pic>
            <p:nvPicPr>
              <p:cNvPr id="1138" name="Imagen 1137">
                <a:extLst>
                  <a:ext uri="{FF2B5EF4-FFF2-40B4-BE49-F238E27FC236}">
                    <a16:creationId xmlns:a16="http://schemas.microsoft.com/office/drawing/2014/main" id="{6335D7FC-4F5B-AAC7-085C-21AFFFC3B1A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39" name="Imagen 1138">
                <a:extLst>
                  <a:ext uri="{FF2B5EF4-FFF2-40B4-BE49-F238E27FC236}">
                    <a16:creationId xmlns:a16="http://schemas.microsoft.com/office/drawing/2014/main" id="{1D48DAF8-ABAB-262F-5F42-FB898CE427A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67" name="Grupo 966">
              <a:extLst>
                <a:ext uri="{FF2B5EF4-FFF2-40B4-BE49-F238E27FC236}">
                  <a16:creationId xmlns:a16="http://schemas.microsoft.com/office/drawing/2014/main" id="{7290BCAE-6361-F8E0-090C-707DB5BE6C7E}"/>
                </a:ext>
              </a:extLst>
            </p:cNvPr>
            <p:cNvGrpSpPr/>
            <p:nvPr/>
          </p:nvGrpSpPr>
          <p:grpSpPr>
            <a:xfrm>
              <a:off x="8405976" y="5183115"/>
              <a:ext cx="580525" cy="578567"/>
              <a:chOff x="5053733" y="4472706"/>
              <a:chExt cx="764498" cy="795862"/>
            </a:xfrm>
          </p:grpSpPr>
          <p:pic>
            <p:nvPicPr>
              <p:cNvPr id="1136" name="Imagen 1135">
                <a:extLst>
                  <a:ext uri="{FF2B5EF4-FFF2-40B4-BE49-F238E27FC236}">
                    <a16:creationId xmlns:a16="http://schemas.microsoft.com/office/drawing/2014/main" id="{1E54635E-438C-674D-24E2-04480E2D534B}"/>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37" name="Imagen 1136">
                <a:extLst>
                  <a:ext uri="{FF2B5EF4-FFF2-40B4-BE49-F238E27FC236}">
                    <a16:creationId xmlns:a16="http://schemas.microsoft.com/office/drawing/2014/main" id="{FD6B20EF-9722-D21E-C587-E2237DFCD36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68" name="Grupo 967">
              <a:extLst>
                <a:ext uri="{FF2B5EF4-FFF2-40B4-BE49-F238E27FC236}">
                  <a16:creationId xmlns:a16="http://schemas.microsoft.com/office/drawing/2014/main" id="{0CB26010-D4E1-1D61-862A-30B92509675A}"/>
                </a:ext>
              </a:extLst>
            </p:cNvPr>
            <p:cNvGrpSpPr/>
            <p:nvPr/>
          </p:nvGrpSpPr>
          <p:grpSpPr>
            <a:xfrm>
              <a:off x="8409603" y="4047313"/>
              <a:ext cx="580525" cy="578567"/>
              <a:chOff x="5053733" y="4472706"/>
              <a:chExt cx="764498" cy="795862"/>
            </a:xfrm>
          </p:grpSpPr>
          <p:pic>
            <p:nvPicPr>
              <p:cNvPr id="1134" name="Imagen 1133">
                <a:extLst>
                  <a:ext uri="{FF2B5EF4-FFF2-40B4-BE49-F238E27FC236}">
                    <a16:creationId xmlns:a16="http://schemas.microsoft.com/office/drawing/2014/main" id="{33F7520E-5AA7-DBD6-0599-484A95D6295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35" name="Imagen 1134">
                <a:extLst>
                  <a:ext uri="{FF2B5EF4-FFF2-40B4-BE49-F238E27FC236}">
                    <a16:creationId xmlns:a16="http://schemas.microsoft.com/office/drawing/2014/main" id="{4BE9B148-F198-77F9-5804-58FF7B900A5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69" name="Grupo 968">
              <a:extLst>
                <a:ext uri="{FF2B5EF4-FFF2-40B4-BE49-F238E27FC236}">
                  <a16:creationId xmlns:a16="http://schemas.microsoft.com/office/drawing/2014/main" id="{F59B72E0-5581-5864-E9AA-EDE039E45D55}"/>
                </a:ext>
              </a:extLst>
            </p:cNvPr>
            <p:cNvGrpSpPr/>
            <p:nvPr/>
          </p:nvGrpSpPr>
          <p:grpSpPr>
            <a:xfrm>
              <a:off x="8967008" y="4047313"/>
              <a:ext cx="580525" cy="578567"/>
              <a:chOff x="5053733" y="4472706"/>
              <a:chExt cx="764498" cy="795862"/>
            </a:xfrm>
          </p:grpSpPr>
          <p:pic>
            <p:nvPicPr>
              <p:cNvPr id="1132" name="Imagen 1131">
                <a:extLst>
                  <a:ext uri="{FF2B5EF4-FFF2-40B4-BE49-F238E27FC236}">
                    <a16:creationId xmlns:a16="http://schemas.microsoft.com/office/drawing/2014/main" id="{2D610D9B-C045-A4C5-2F38-F2CB4C59869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33" name="Imagen 1132">
                <a:extLst>
                  <a:ext uri="{FF2B5EF4-FFF2-40B4-BE49-F238E27FC236}">
                    <a16:creationId xmlns:a16="http://schemas.microsoft.com/office/drawing/2014/main" id="{D2EB3E0F-1607-F8D4-E37E-9AB099526D7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0" name="Grupo 969">
              <a:extLst>
                <a:ext uri="{FF2B5EF4-FFF2-40B4-BE49-F238E27FC236}">
                  <a16:creationId xmlns:a16="http://schemas.microsoft.com/office/drawing/2014/main" id="{7E7A3CC3-6387-FDF1-58BC-E7A0408BD6E5}"/>
                </a:ext>
              </a:extLst>
            </p:cNvPr>
            <p:cNvGrpSpPr/>
            <p:nvPr/>
          </p:nvGrpSpPr>
          <p:grpSpPr>
            <a:xfrm>
              <a:off x="8963079" y="5183115"/>
              <a:ext cx="580525" cy="578567"/>
              <a:chOff x="5053733" y="4472706"/>
              <a:chExt cx="764498" cy="795862"/>
            </a:xfrm>
          </p:grpSpPr>
          <p:pic>
            <p:nvPicPr>
              <p:cNvPr id="1130" name="Imagen 1129">
                <a:extLst>
                  <a:ext uri="{FF2B5EF4-FFF2-40B4-BE49-F238E27FC236}">
                    <a16:creationId xmlns:a16="http://schemas.microsoft.com/office/drawing/2014/main" id="{BA51CB4C-0664-CCFA-2079-4AA3F569BD8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31" name="Imagen 1130">
                <a:extLst>
                  <a:ext uri="{FF2B5EF4-FFF2-40B4-BE49-F238E27FC236}">
                    <a16:creationId xmlns:a16="http://schemas.microsoft.com/office/drawing/2014/main" id="{7EA43DC4-E6B3-D9EC-D4C9-BB22F3DA6658}"/>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1" name="Grupo 970">
              <a:extLst>
                <a:ext uri="{FF2B5EF4-FFF2-40B4-BE49-F238E27FC236}">
                  <a16:creationId xmlns:a16="http://schemas.microsoft.com/office/drawing/2014/main" id="{982A0D51-D4BF-AE68-C741-9269B61779AC}"/>
                </a:ext>
              </a:extLst>
            </p:cNvPr>
            <p:cNvGrpSpPr/>
            <p:nvPr/>
          </p:nvGrpSpPr>
          <p:grpSpPr>
            <a:xfrm>
              <a:off x="9520181" y="5183115"/>
              <a:ext cx="580525" cy="578567"/>
              <a:chOff x="5053733" y="4472706"/>
              <a:chExt cx="764498" cy="795862"/>
            </a:xfrm>
          </p:grpSpPr>
          <p:pic>
            <p:nvPicPr>
              <p:cNvPr id="1128" name="Imagen 1127">
                <a:extLst>
                  <a:ext uri="{FF2B5EF4-FFF2-40B4-BE49-F238E27FC236}">
                    <a16:creationId xmlns:a16="http://schemas.microsoft.com/office/drawing/2014/main" id="{B8169A96-0943-5974-F3CB-D424C1DA1B2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29" name="Imagen 1128">
                <a:extLst>
                  <a:ext uri="{FF2B5EF4-FFF2-40B4-BE49-F238E27FC236}">
                    <a16:creationId xmlns:a16="http://schemas.microsoft.com/office/drawing/2014/main" id="{DE0C0739-40A7-1302-9031-6B4AD7679F4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2" name="Grupo 971">
              <a:extLst>
                <a:ext uri="{FF2B5EF4-FFF2-40B4-BE49-F238E27FC236}">
                  <a16:creationId xmlns:a16="http://schemas.microsoft.com/office/drawing/2014/main" id="{ACC43FA1-1F2A-8860-E932-1B74D1D435ED}"/>
                </a:ext>
              </a:extLst>
            </p:cNvPr>
            <p:cNvGrpSpPr/>
            <p:nvPr/>
          </p:nvGrpSpPr>
          <p:grpSpPr>
            <a:xfrm>
              <a:off x="11194053" y="5752289"/>
              <a:ext cx="580525" cy="578567"/>
              <a:chOff x="5053733" y="4472706"/>
              <a:chExt cx="764498" cy="795862"/>
            </a:xfrm>
          </p:grpSpPr>
          <p:pic>
            <p:nvPicPr>
              <p:cNvPr id="1126" name="Imagen 1125">
                <a:extLst>
                  <a:ext uri="{FF2B5EF4-FFF2-40B4-BE49-F238E27FC236}">
                    <a16:creationId xmlns:a16="http://schemas.microsoft.com/office/drawing/2014/main" id="{BA33F067-663C-EBA1-AC6C-CE60D691F39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27" name="Imagen 1126">
                <a:extLst>
                  <a:ext uri="{FF2B5EF4-FFF2-40B4-BE49-F238E27FC236}">
                    <a16:creationId xmlns:a16="http://schemas.microsoft.com/office/drawing/2014/main" id="{A203A222-B300-50FC-6406-2963724C036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3" name="Grupo 972">
              <a:extLst>
                <a:ext uri="{FF2B5EF4-FFF2-40B4-BE49-F238E27FC236}">
                  <a16:creationId xmlns:a16="http://schemas.microsoft.com/office/drawing/2014/main" id="{0F7846AA-4C43-16CF-F0EB-B2E02976B914}"/>
                </a:ext>
              </a:extLst>
            </p:cNvPr>
            <p:cNvGrpSpPr/>
            <p:nvPr/>
          </p:nvGrpSpPr>
          <p:grpSpPr>
            <a:xfrm>
              <a:off x="9521491" y="4616654"/>
              <a:ext cx="580525" cy="578567"/>
              <a:chOff x="5053733" y="4472706"/>
              <a:chExt cx="764498" cy="795862"/>
            </a:xfrm>
          </p:grpSpPr>
          <p:pic>
            <p:nvPicPr>
              <p:cNvPr id="1124" name="Imagen 1123">
                <a:extLst>
                  <a:ext uri="{FF2B5EF4-FFF2-40B4-BE49-F238E27FC236}">
                    <a16:creationId xmlns:a16="http://schemas.microsoft.com/office/drawing/2014/main" id="{148EFAF0-4850-9DB9-1529-E7A17F12709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25" name="Imagen 1124">
                <a:extLst>
                  <a:ext uri="{FF2B5EF4-FFF2-40B4-BE49-F238E27FC236}">
                    <a16:creationId xmlns:a16="http://schemas.microsoft.com/office/drawing/2014/main" id="{3D5CFB59-161A-D497-C58F-10138B835F8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4" name="Grupo 973">
              <a:extLst>
                <a:ext uri="{FF2B5EF4-FFF2-40B4-BE49-F238E27FC236}">
                  <a16:creationId xmlns:a16="http://schemas.microsoft.com/office/drawing/2014/main" id="{5DFDA764-13A0-FCB5-C3EF-561B7569CB62}"/>
                </a:ext>
              </a:extLst>
            </p:cNvPr>
            <p:cNvGrpSpPr/>
            <p:nvPr/>
          </p:nvGrpSpPr>
          <p:grpSpPr>
            <a:xfrm>
              <a:off x="9524413" y="4047313"/>
              <a:ext cx="580525" cy="578567"/>
              <a:chOff x="5053733" y="4472706"/>
              <a:chExt cx="764498" cy="795862"/>
            </a:xfrm>
          </p:grpSpPr>
          <p:pic>
            <p:nvPicPr>
              <p:cNvPr id="1122" name="Imagen 1121">
                <a:extLst>
                  <a:ext uri="{FF2B5EF4-FFF2-40B4-BE49-F238E27FC236}">
                    <a16:creationId xmlns:a16="http://schemas.microsoft.com/office/drawing/2014/main" id="{608BC5F5-7144-F367-F771-632F8DD2215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23" name="Imagen 1122">
                <a:extLst>
                  <a:ext uri="{FF2B5EF4-FFF2-40B4-BE49-F238E27FC236}">
                    <a16:creationId xmlns:a16="http://schemas.microsoft.com/office/drawing/2014/main" id="{CDC56DAF-A6E7-778A-91BD-6A3B1324579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5" name="Grupo 974">
              <a:extLst>
                <a:ext uri="{FF2B5EF4-FFF2-40B4-BE49-F238E27FC236}">
                  <a16:creationId xmlns:a16="http://schemas.microsoft.com/office/drawing/2014/main" id="{170593A2-49D0-8FB4-B274-C379E3018623}"/>
                </a:ext>
              </a:extLst>
            </p:cNvPr>
            <p:cNvGrpSpPr/>
            <p:nvPr/>
          </p:nvGrpSpPr>
          <p:grpSpPr>
            <a:xfrm>
              <a:off x="1720742" y="5752289"/>
              <a:ext cx="580525" cy="578567"/>
              <a:chOff x="5053733" y="4472706"/>
              <a:chExt cx="764498" cy="795862"/>
            </a:xfrm>
          </p:grpSpPr>
          <p:pic>
            <p:nvPicPr>
              <p:cNvPr id="1120" name="Imagen 1119">
                <a:extLst>
                  <a:ext uri="{FF2B5EF4-FFF2-40B4-BE49-F238E27FC236}">
                    <a16:creationId xmlns:a16="http://schemas.microsoft.com/office/drawing/2014/main" id="{C2AF5BC3-A5B0-3E8E-3A60-262352FDC38B}"/>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21" name="Imagen 1120">
                <a:extLst>
                  <a:ext uri="{FF2B5EF4-FFF2-40B4-BE49-F238E27FC236}">
                    <a16:creationId xmlns:a16="http://schemas.microsoft.com/office/drawing/2014/main" id="{5370F287-FFD2-4655-CD5D-790D2AA795D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6" name="Grupo 975">
              <a:extLst>
                <a:ext uri="{FF2B5EF4-FFF2-40B4-BE49-F238E27FC236}">
                  <a16:creationId xmlns:a16="http://schemas.microsoft.com/office/drawing/2014/main" id="{3D4FFC03-6730-A31F-E01C-0B9F7E00C60A}"/>
                </a:ext>
              </a:extLst>
            </p:cNvPr>
            <p:cNvGrpSpPr/>
            <p:nvPr/>
          </p:nvGrpSpPr>
          <p:grpSpPr>
            <a:xfrm>
              <a:off x="1720742" y="5183115"/>
              <a:ext cx="580525" cy="578567"/>
              <a:chOff x="5053733" y="4472706"/>
              <a:chExt cx="764498" cy="795862"/>
            </a:xfrm>
          </p:grpSpPr>
          <p:pic>
            <p:nvPicPr>
              <p:cNvPr id="1118" name="Imagen 1117">
                <a:extLst>
                  <a:ext uri="{FF2B5EF4-FFF2-40B4-BE49-F238E27FC236}">
                    <a16:creationId xmlns:a16="http://schemas.microsoft.com/office/drawing/2014/main" id="{AB4FBEFB-DF96-E322-7BBD-BB54CFB24894}"/>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19" name="Imagen 1118">
                <a:extLst>
                  <a:ext uri="{FF2B5EF4-FFF2-40B4-BE49-F238E27FC236}">
                    <a16:creationId xmlns:a16="http://schemas.microsoft.com/office/drawing/2014/main" id="{232E1ADF-0FB2-98AA-8DC8-C93620BB8FC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7" name="Grupo 976">
              <a:extLst>
                <a:ext uri="{FF2B5EF4-FFF2-40B4-BE49-F238E27FC236}">
                  <a16:creationId xmlns:a16="http://schemas.microsoft.com/office/drawing/2014/main" id="{9269E73E-F960-6C76-7AFB-4B0438071FB0}"/>
                </a:ext>
              </a:extLst>
            </p:cNvPr>
            <p:cNvGrpSpPr/>
            <p:nvPr/>
          </p:nvGrpSpPr>
          <p:grpSpPr>
            <a:xfrm>
              <a:off x="1720742" y="4616654"/>
              <a:ext cx="580525" cy="578567"/>
              <a:chOff x="5053733" y="4472706"/>
              <a:chExt cx="764498" cy="795862"/>
            </a:xfrm>
          </p:grpSpPr>
          <p:pic>
            <p:nvPicPr>
              <p:cNvPr id="1116" name="Imagen 1115">
                <a:extLst>
                  <a:ext uri="{FF2B5EF4-FFF2-40B4-BE49-F238E27FC236}">
                    <a16:creationId xmlns:a16="http://schemas.microsoft.com/office/drawing/2014/main" id="{BCDF29F3-A563-368B-914C-D673822E64B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17" name="Imagen 1116">
                <a:extLst>
                  <a:ext uri="{FF2B5EF4-FFF2-40B4-BE49-F238E27FC236}">
                    <a16:creationId xmlns:a16="http://schemas.microsoft.com/office/drawing/2014/main" id="{C6D78947-504C-0584-2279-AA56CFED1A6A}"/>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8" name="Grupo 977">
              <a:extLst>
                <a:ext uri="{FF2B5EF4-FFF2-40B4-BE49-F238E27FC236}">
                  <a16:creationId xmlns:a16="http://schemas.microsoft.com/office/drawing/2014/main" id="{7ED7379D-978A-BA50-1215-E23064BBA75D}"/>
                </a:ext>
              </a:extLst>
            </p:cNvPr>
            <p:cNvGrpSpPr/>
            <p:nvPr/>
          </p:nvGrpSpPr>
          <p:grpSpPr>
            <a:xfrm>
              <a:off x="1720741" y="4047313"/>
              <a:ext cx="580525" cy="578567"/>
              <a:chOff x="5053732" y="4472706"/>
              <a:chExt cx="764498" cy="795862"/>
            </a:xfrm>
          </p:grpSpPr>
          <p:pic>
            <p:nvPicPr>
              <p:cNvPr id="1114" name="Imagen 1113">
                <a:extLst>
                  <a:ext uri="{FF2B5EF4-FFF2-40B4-BE49-F238E27FC236}">
                    <a16:creationId xmlns:a16="http://schemas.microsoft.com/office/drawing/2014/main" id="{5F17EC1E-15BA-7FC4-2F43-E44D773536D9}"/>
                  </a:ext>
                </a:extLst>
              </p:cNvPr>
              <p:cNvPicPr>
                <a:picLocks noChangeAspect="1"/>
              </p:cNvPicPr>
              <p:nvPr/>
            </p:nvPicPr>
            <p:blipFill>
              <a:blip r:embed="rId3"/>
              <a:srcRect l="65685" t="49149" r="23168" b="39246"/>
              <a:stretch/>
            </p:blipFill>
            <p:spPr>
              <a:xfrm>
                <a:off x="5053732" y="4472706"/>
                <a:ext cx="764498" cy="795862"/>
              </a:xfrm>
              <a:prstGeom prst="rect">
                <a:avLst/>
              </a:prstGeom>
            </p:spPr>
          </p:pic>
          <p:pic>
            <p:nvPicPr>
              <p:cNvPr id="1115" name="Imagen 1114">
                <a:extLst>
                  <a:ext uri="{FF2B5EF4-FFF2-40B4-BE49-F238E27FC236}">
                    <a16:creationId xmlns:a16="http://schemas.microsoft.com/office/drawing/2014/main" id="{5CCA76DA-48BC-8D0B-6E28-B06397C45EB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79" name="Grupo 978">
              <a:extLst>
                <a:ext uri="{FF2B5EF4-FFF2-40B4-BE49-F238E27FC236}">
                  <a16:creationId xmlns:a16="http://schemas.microsoft.com/office/drawing/2014/main" id="{642951BA-7A16-201C-578F-C2694EA739CC}"/>
                </a:ext>
              </a:extLst>
            </p:cNvPr>
            <p:cNvGrpSpPr/>
            <p:nvPr/>
          </p:nvGrpSpPr>
          <p:grpSpPr>
            <a:xfrm>
              <a:off x="10081819" y="4047313"/>
              <a:ext cx="580525" cy="578567"/>
              <a:chOff x="5053733" y="4472706"/>
              <a:chExt cx="764498" cy="795862"/>
            </a:xfrm>
          </p:grpSpPr>
          <p:pic>
            <p:nvPicPr>
              <p:cNvPr id="1112" name="Imagen 1111">
                <a:extLst>
                  <a:ext uri="{FF2B5EF4-FFF2-40B4-BE49-F238E27FC236}">
                    <a16:creationId xmlns:a16="http://schemas.microsoft.com/office/drawing/2014/main" id="{2EFD2547-2AD7-0C56-A500-8FAF38F24F3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13" name="Imagen 1112">
                <a:extLst>
                  <a:ext uri="{FF2B5EF4-FFF2-40B4-BE49-F238E27FC236}">
                    <a16:creationId xmlns:a16="http://schemas.microsoft.com/office/drawing/2014/main" id="{0DDAB8E4-CF8F-3F22-F2FD-473F7F4240F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0" name="Grupo 979">
              <a:extLst>
                <a:ext uri="{FF2B5EF4-FFF2-40B4-BE49-F238E27FC236}">
                  <a16:creationId xmlns:a16="http://schemas.microsoft.com/office/drawing/2014/main" id="{E9BBC772-EF41-F162-07B1-62E7FDCD3CA6}"/>
                </a:ext>
              </a:extLst>
            </p:cNvPr>
            <p:cNvGrpSpPr/>
            <p:nvPr/>
          </p:nvGrpSpPr>
          <p:grpSpPr>
            <a:xfrm>
              <a:off x="10639224" y="4047313"/>
              <a:ext cx="580525" cy="578567"/>
              <a:chOff x="5053733" y="4472706"/>
              <a:chExt cx="764498" cy="795862"/>
            </a:xfrm>
          </p:grpSpPr>
          <p:pic>
            <p:nvPicPr>
              <p:cNvPr id="1110" name="Imagen 1109">
                <a:extLst>
                  <a:ext uri="{FF2B5EF4-FFF2-40B4-BE49-F238E27FC236}">
                    <a16:creationId xmlns:a16="http://schemas.microsoft.com/office/drawing/2014/main" id="{E6B76AFA-0C38-81E4-37B6-7846EB6EF6F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11" name="Imagen 1110">
                <a:extLst>
                  <a:ext uri="{FF2B5EF4-FFF2-40B4-BE49-F238E27FC236}">
                    <a16:creationId xmlns:a16="http://schemas.microsoft.com/office/drawing/2014/main" id="{3E0FB329-282C-E392-4EBE-EF92CBE83E8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1" name="Grupo 980">
              <a:extLst>
                <a:ext uri="{FF2B5EF4-FFF2-40B4-BE49-F238E27FC236}">
                  <a16:creationId xmlns:a16="http://schemas.microsoft.com/office/drawing/2014/main" id="{88567046-3B2B-92C1-75EA-085ED6AF84DD}"/>
                </a:ext>
              </a:extLst>
            </p:cNvPr>
            <p:cNvGrpSpPr/>
            <p:nvPr/>
          </p:nvGrpSpPr>
          <p:grpSpPr>
            <a:xfrm>
              <a:off x="11196631" y="4047313"/>
              <a:ext cx="580525" cy="578567"/>
              <a:chOff x="5053733" y="4472706"/>
              <a:chExt cx="764498" cy="795862"/>
            </a:xfrm>
          </p:grpSpPr>
          <p:pic>
            <p:nvPicPr>
              <p:cNvPr id="1108" name="Imagen 1107">
                <a:extLst>
                  <a:ext uri="{FF2B5EF4-FFF2-40B4-BE49-F238E27FC236}">
                    <a16:creationId xmlns:a16="http://schemas.microsoft.com/office/drawing/2014/main" id="{A808E24F-FFC0-2420-E8A5-5453685D717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09" name="Imagen 1108">
                <a:extLst>
                  <a:ext uri="{FF2B5EF4-FFF2-40B4-BE49-F238E27FC236}">
                    <a16:creationId xmlns:a16="http://schemas.microsoft.com/office/drawing/2014/main" id="{2A0B1B23-DAEA-CFFE-3AAD-D03B35F1FDA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2" name="Grupo 981">
              <a:extLst>
                <a:ext uri="{FF2B5EF4-FFF2-40B4-BE49-F238E27FC236}">
                  <a16:creationId xmlns:a16="http://schemas.microsoft.com/office/drawing/2014/main" id="{8BC789C6-5678-7008-BE4C-7F789496072A}"/>
                </a:ext>
              </a:extLst>
            </p:cNvPr>
            <p:cNvGrpSpPr/>
            <p:nvPr/>
          </p:nvGrpSpPr>
          <p:grpSpPr>
            <a:xfrm>
              <a:off x="10078688" y="4616654"/>
              <a:ext cx="580525" cy="578567"/>
              <a:chOff x="5053733" y="4472706"/>
              <a:chExt cx="764498" cy="795862"/>
            </a:xfrm>
          </p:grpSpPr>
          <p:pic>
            <p:nvPicPr>
              <p:cNvPr id="1106" name="Imagen 1105">
                <a:extLst>
                  <a:ext uri="{FF2B5EF4-FFF2-40B4-BE49-F238E27FC236}">
                    <a16:creationId xmlns:a16="http://schemas.microsoft.com/office/drawing/2014/main" id="{ACB50EDA-5A46-A722-0407-40CE76F1BD6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07" name="Imagen 1106">
                <a:extLst>
                  <a:ext uri="{FF2B5EF4-FFF2-40B4-BE49-F238E27FC236}">
                    <a16:creationId xmlns:a16="http://schemas.microsoft.com/office/drawing/2014/main" id="{F3A5686A-6012-4A6A-75D7-0577B2D673BE}"/>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3" name="Grupo 982">
              <a:extLst>
                <a:ext uri="{FF2B5EF4-FFF2-40B4-BE49-F238E27FC236}">
                  <a16:creationId xmlns:a16="http://schemas.microsoft.com/office/drawing/2014/main" id="{B3DAE678-7B81-1D20-AFAF-5304C577A34E}"/>
                </a:ext>
              </a:extLst>
            </p:cNvPr>
            <p:cNvGrpSpPr/>
            <p:nvPr/>
          </p:nvGrpSpPr>
          <p:grpSpPr>
            <a:xfrm>
              <a:off x="10635884" y="4616654"/>
              <a:ext cx="580525" cy="578567"/>
              <a:chOff x="5053733" y="4472706"/>
              <a:chExt cx="764498" cy="795862"/>
            </a:xfrm>
          </p:grpSpPr>
          <p:pic>
            <p:nvPicPr>
              <p:cNvPr id="1104" name="Imagen 1103">
                <a:extLst>
                  <a:ext uri="{FF2B5EF4-FFF2-40B4-BE49-F238E27FC236}">
                    <a16:creationId xmlns:a16="http://schemas.microsoft.com/office/drawing/2014/main" id="{F2BCEC05-18EC-24BB-4724-87C15E828D6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05" name="Imagen 1104">
                <a:extLst>
                  <a:ext uri="{FF2B5EF4-FFF2-40B4-BE49-F238E27FC236}">
                    <a16:creationId xmlns:a16="http://schemas.microsoft.com/office/drawing/2014/main" id="{CB8953A3-8A38-E68D-F67D-330425F0550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4" name="Grupo 983">
              <a:extLst>
                <a:ext uri="{FF2B5EF4-FFF2-40B4-BE49-F238E27FC236}">
                  <a16:creationId xmlns:a16="http://schemas.microsoft.com/office/drawing/2014/main" id="{CCFCD29B-9569-BBBE-AFB2-06BE8697E63D}"/>
                </a:ext>
              </a:extLst>
            </p:cNvPr>
            <p:cNvGrpSpPr/>
            <p:nvPr/>
          </p:nvGrpSpPr>
          <p:grpSpPr>
            <a:xfrm>
              <a:off x="11193087" y="4616654"/>
              <a:ext cx="580525" cy="578567"/>
              <a:chOff x="5053733" y="4472706"/>
              <a:chExt cx="764498" cy="795862"/>
            </a:xfrm>
          </p:grpSpPr>
          <p:pic>
            <p:nvPicPr>
              <p:cNvPr id="1102" name="Imagen 1101">
                <a:extLst>
                  <a:ext uri="{FF2B5EF4-FFF2-40B4-BE49-F238E27FC236}">
                    <a16:creationId xmlns:a16="http://schemas.microsoft.com/office/drawing/2014/main" id="{4EF5451E-8A50-BDAB-3366-3A75A08FA95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03" name="Imagen 1102">
                <a:extLst>
                  <a:ext uri="{FF2B5EF4-FFF2-40B4-BE49-F238E27FC236}">
                    <a16:creationId xmlns:a16="http://schemas.microsoft.com/office/drawing/2014/main" id="{B8B892BC-E6B8-C994-C652-7994CFC3BB5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5" name="Grupo 984">
              <a:extLst>
                <a:ext uri="{FF2B5EF4-FFF2-40B4-BE49-F238E27FC236}">
                  <a16:creationId xmlns:a16="http://schemas.microsoft.com/office/drawing/2014/main" id="{DE7DA3D5-7D20-0197-1455-3EB92DA16EEA}"/>
                </a:ext>
              </a:extLst>
            </p:cNvPr>
            <p:cNvGrpSpPr/>
            <p:nvPr/>
          </p:nvGrpSpPr>
          <p:grpSpPr>
            <a:xfrm>
              <a:off x="10077284" y="5183115"/>
              <a:ext cx="580525" cy="578567"/>
              <a:chOff x="5053733" y="4472706"/>
              <a:chExt cx="764498" cy="795862"/>
            </a:xfrm>
          </p:grpSpPr>
          <p:pic>
            <p:nvPicPr>
              <p:cNvPr id="1100" name="Imagen 1099">
                <a:extLst>
                  <a:ext uri="{FF2B5EF4-FFF2-40B4-BE49-F238E27FC236}">
                    <a16:creationId xmlns:a16="http://schemas.microsoft.com/office/drawing/2014/main" id="{28823E27-901C-910D-3EDD-CD1F7D7AB5C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101" name="Imagen 1100">
                <a:extLst>
                  <a:ext uri="{FF2B5EF4-FFF2-40B4-BE49-F238E27FC236}">
                    <a16:creationId xmlns:a16="http://schemas.microsoft.com/office/drawing/2014/main" id="{1DE61FB5-7B38-E28C-92A2-BE5ECA2F29F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6" name="Grupo 985">
              <a:extLst>
                <a:ext uri="{FF2B5EF4-FFF2-40B4-BE49-F238E27FC236}">
                  <a16:creationId xmlns:a16="http://schemas.microsoft.com/office/drawing/2014/main" id="{347AD2D5-6236-0500-4C29-F173E6F76D78}"/>
                </a:ext>
              </a:extLst>
            </p:cNvPr>
            <p:cNvGrpSpPr/>
            <p:nvPr/>
          </p:nvGrpSpPr>
          <p:grpSpPr>
            <a:xfrm>
              <a:off x="10634387" y="5183115"/>
              <a:ext cx="580525" cy="578567"/>
              <a:chOff x="5053733" y="4472706"/>
              <a:chExt cx="764498" cy="795862"/>
            </a:xfrm>
          </p:grpSpPr>
          <p:pic>
            <p:nvPicPr>
              <p:cNvPr id="1098" name="Imagen 1097">
                <a:extLst>
                  <a:ext uri="{FF2B5EF4-FFF2-40B4-BE49-F238E27FC236}">
                    <a16:creationId xmlns:a16="http://schemas.microsoft.com/office/drawing/2014/main" id="{16CA754A-E098-22A3-72BB-EFF32FAA138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99" name="Imagen 1098">
                <a:extLst>
                  <a:ext uri="{FF2B5EF4-FFF2-40B4-BE49-F238E27FC236}">
                    <a16:creationId xmlns:a16="http://schemas.microsoft.com/office/drawing/2014/main" id="{20AFB982-7C35-7EE6-9F18-DF4FBABA3048}"/>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7" name="Grupo 986">
              <a:extLst>
                <a:ext uri="{FF2B5EF4-FFF2-40B4-BE49-F238E27FC236}">
                  <a16:creationId xmlns:a16="http://schemas.microsoft.com/office/drawing/2014/main" id="{A6868948-0968-2D74-B305-8A8513E58FA9}"/>
                </a:ext>
              </a:extLst>
            </p:cNvPr>
            <p:cNvGrpSpPr/>
            <p:nvPr/>
          </p:nvGrpSpPr>
          <p:grpSpPr>
            <a:xfrm>
              <a:off x="11191492" y="5183115"/>
              <a:ext cx="580525" cy="578567"/>
              <a:chOff x="5053733" y="4472706"/>
              <a:chExt cx="764498" cy="795862"/>
            </a:xfrm>
          </p:grpSpPr>
          <p:pic>
            <p:nvPicPr>
              <p:cNvPr id="1096" name="Imagen 1095">
                <a:extLst>
                  <a:ext uri="{FF2B5EF4-FFF2-40B4-BE49-F238E27FC236}">
                    <a16:creationId xmlns:a16="http://schemas.microsoft.com/office/drawing/2014/main" id="{7E6F9DBC-DEF4-A2C1-81ED-D4A737B813E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97" name="Imagen 1096">
                <a:extLst>
                  <a:ext uri="{FF2B5EF4-FFF2-40B4-BE49-F238E27FC236}">
                    <a16:creationId xmlns:a16="http://schemas.microsoft.com/office/drawing/2014/main" id="{459B4AE6-CDBC-60D6-1DA3-4EC09E389A6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8" name="Grupo 987">
              <a:extLst>
                <a:ext uri="{FF2B5EF4-FFF2-40B4-BE49-F238E27FC236}">
                  <a16:creationId xmlns:a16="http://schemas.microsoft.com/office/drawing/2014/main" id="{62A0CF8F-CFBC-CCA6-529A-ABBBAFD005A8}"/>
                </a:ext>
              </a:extLst>
            </p:cNvPr>
            <p:cNvGrpSpPr/>
            <p:nvPr/>
          </p:nvGrpSpPr>
          <p:grpSpPr>
            <a:xfrm>
              <a:off x="7849902" y="6325482"/>
              <a:ext cx="715518" cy="578567"/>
              <a:chOff x="5053733" y="4472706"/>
              <a:chExt cx="764498" cy="795862"/>
            </a:xfrm>
          </p:grpSpPr>
          <p:pic>
            <p:nvPicPr>
              <p:cNvPr id="1094" name="Imagen 1093">
                <a:extLst>
                  <a:ext uri="{FF2B5EF4-FFF2-40B4-BE49-F238E27FC236}">
                    <a16:creationId xmlns:a16="http://schemas.microsoft.com/office/drawing/2014/main" id="{CE93F0AB-A140-C6C2-A5D5-EA8C33FFC7D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95" name="Imagen 1094">
                <a:extLst>
                  <a:ext uri="{FF2B5EF4-FFF2-40B4-BE49-F238E27FC236}">
                    <a16:creationId xmlns:a16="http://schemas.microsoft.com/office/drawing/2014/main" id="{61DD11F4-8230-1917-00AC-9F793CA2746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89" name="Grupo 988">
              <a:extLst>
                <a:ext uri="{FF2B5EF4-FFF2-40B4-BE49-F238E27FC236}">
                  <a16:creationId xmlns:a16="http://schemas.microsoft.com/office/drawing/2014/main" id="{1B479B40-B2E1-4EFC-4BBF-14921DA51852}"/>
                </a:ext>
              </a:extLst>
            </p:cNvPr>
            <p:cNvGrpSpPr/>
            <p:nvPr/>
          </p:nvGrpSpPr>
          <p:grpSpPr>
            <a:xfrm>
              <a:off x="8407099" y="6325482"/>
              <a:ext cx="715518" cy="578567"/>
              <a:chOff x="5053733" y="4472706"/>
              <a:chExt cx="764498" cy="795862"/>
            </a:xfrm>
          </p:grpSpPr>
          <p:pic>
            <p:nvPicPr>
              <p:cNvPr id="1092" name="Imagen 1091">
                <a:extLst>
                  <a:ext uri="{FF2B5EF4-FFF2-40B4-BE49-F238E27FC236}">
                    <a16:creationId xmlns:a16="http://schemas.microsoft.com/office/drawing/2014/main" id="{268C6E31-CE2E-9238-6A57-0CD9AB7A1A3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93" name="Imagen 1092">
                <a:extLst>
                  <a:ext uri="{FF2B5EF4-FFF2-40B4-BE49-F238E27FC236}">
                    <a16:creationId xmlns:a16="http://schemas.microsoft.com/office/drawing/2014/main" id="{BE1BCE3E-E2A0-6967-8E8D-C284DC53ECFA}"/>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0" name="Grupo 989">
              <a:extLst>
                <a:ext uri="{FF2B5EF4-FFF2-40B4-BE49-F238E27FC236}">
                  <a16:creationId xmlns:a16="http://schemas.microsoft.com/office/drawing/2014/main" id="{4A2DECB7-4E21-4259-390A-A7187354D4BB}"/>
                </a:ext>
              </a:extLst>
            </p:cNvPr>
            <p:cNvGrpSpPr/>
            <p:nvPr/>
          </p:nvGrpSpPr>
          <p:grpSpPr>
            <a:xfrm>
              <a:off x="8966666" y="6325482"/>
              <a:ext cx="715518" cy="578567"/>
              <a:chOff x="5053733" y="4472706"/>
              <a:chExt cx="764498" cy="795862"/>
            </a:xfrm>
          </p:grpSpPr>
          <p:pic>
            <p:nvPicPr>
              <p:cNvPr id="1090" name="Imagen 1089">
                <a:extLst>
                  <a:ext uri="{FF2B5EF4-FFF2-40B4-BE49-F238E27FC236}">
                    <a16:creationId xmlns:a16="http://schemas.microsoft.com/office/drawing/2014/main" id="{ADE686B2-867D-40E0-CC38-832C90367B9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91" name="Imagen 1090">
                <a:extLst>
                  <a:ext uri="{FF2B5EF4-FFF2-40B4-BE49-F238E27FC236}">
                    <a16:creationId xmlns:a16="http://schemas.microsoft.com/office/drawing/2014/main" id="{1E584420-6B64-8A7B-5A15-7BAB149C54B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1" name="Grupo 990">
              <a:extLst>
                <a:ext uri="{FF2B5EF4-FFF2-40B4-BE49-F238E27FC236}">
                  <a16:creationId xmlns:a16="http://schemas.microsoft.com/office/drawing/2014/main" id="{D43786CF-E116-6CDA-BBED-D73A8BCC1E74}"/>
                </a:ext>
              </a:extLst>
            </p:cNvPr>
            <p:cNvGrpSpPr/>
            <p:nvPr/>
          </p:nvGrpSpPr>
          <p:grpSpPr>
            <a:xfrm>
              <a:off x="9522297" y="6325482"/>
              <a:ext cx="715518" cy="578567"/>
              <a:chOff x="5053733" y="4472706"/>
              <a:chExt cx="764498" cy="795862"/>
            </a:xfrm>
          </p:grpSpPr>
          <p:pic>
            <p:nvPicPr>
              <p:cNvPr id="1088" name="Imagen 1087">
                <a:extLst>
                  <a:ext uri="{FF2B5EF4-FFF2-40B4-BE49-F238E27FC236}">
                    <a16:creationId xmlns:a16="http://schemas.microsoft.com/office/drawing/2014/main" id="{5F7E228C-8CC5-3244-FB3A-6B047CDB9FCF}"/>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89" name="Imagen 1088">
                <a:extLst>
                  <a:ext uri="{FF2B5EF4-FFF2-40B4-BE49-F238E27FC236}">
                    <a16:creationId xmlns:a16="http://schemas.microsoft.com/office/drawing/2014/main" id="{F5DA43A8-865A-06A3-8078-D6770D6F2FA3}"/>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2" name="Grupo 991">
              <a:extLst>
                <a:ext uri="{FF2B5EF4-FFF2-40B4-BE49-F238E27FC236}">
                  <a16:creationId xmlns:a16="http://schemas.microsoft.com/office/drawing/2014/main" id="{5472DE32-72CF-1763-8A56-16D7A4F41952}"/>
                </a:ext>
              </a:extLst>
            </p:cNvPr>
            <p:cNvGrpSpPr/>
            <p:nvPr/>
          </p:nvGrpSpPr>
          <p:grpSpPr>
            <a:xfrm>
              <a:off x="10066399" y="6325482"/>
              <a:ext cx="715518" cy="578567"/>
              <a:chOff x="5053733" y="4472706"/>
              <a:chExt cx="764498" cy="795862"/>
            </a:xfrm>
          </p:grpSpPr>
          <p:pic>
            <p:nvPicPr>
              <p:cNvPr id="1086" name="Imagen 1085">
                <a:extLst>
                  <a:ext uri="{FF2B5EF4-FFF2-40B4-BE49-F238E27FC236}">
                    <a16:creationId xmlns:a16="http://schemas.microsoft.com/office/drawing/2014/main" id="{0D68CB01-8F9E-7BF7-FB84-752A5884B04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87" name="Imagen 1086">
                <a:extLst>
                  <a:ext uri="{FF2B5EF4-FFF2-40B4-BE49-F238E27FC236}">
                    <a16:creationId xmlns:a16="http://schemas.microsoft.com/office/drawing/2014/main" id="{17C04117-9A06-9103-3673-6C51BA18084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3" name="Grupo 992">
              <a:extLst>
                <a:ext uri="{FF2B5EF4-FFF2-40B4-BE49-F238E27FC236}">
                  <a16:creationId xmlns:a16="http://schemas.microsoft.com/office/drawing/2014/main" id="{5F8D841A-6B46-6E52-0914-77B66DB6481D}"/>
                </a:ext>
              </a:extLst>
            </p:cNvPr>
            <p:cNvGrpSpPr/>
            <p:nvPr/>
          </p:nvGrpSpPr>
          <p:grpSpPr>
            <a:xfrm>
              <a:off x="10636805" y="6325482"/>
              <a:ext cx="715518" cy="578567"/>
              <a:chOff x="5053733" y="4472706"/>
              <a:chExt cx="764498" cy="795862"/>
            </a:xfrm>
          </p:grpSpPr>
          <p:pic>
            <p:nvPicPr>
              <p:cNvPr id="1084" name="Imagen 1083">
                <a:extLst>
                  <a:ext uri="{FF2B5EF4-FFF2-40B4-BE49-F238E27FC236}">
                    <a16:creationId xmlns:a16="http://schemas.microsoft.com/office/drawing/2014/main" id="{7466BAC8-0EDC-D95F-E92C-CE8093030D6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85" name="Imagen 1084">
                <a:extLst>
                  <a:ext uri="{FF2B5EF4-FFF2-40B4-BE49-F238E27FC236}">
                    <a16:creationId xmlns:a16="http://schemas.microsoft.com/office/drawing/2014/main" id="{E3AD2623-0C66-61EF-BBFB-B266EAB59C4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4" name="Grupo 993">
              <a:extLst>
                <a:ext uri="{FF2B5EF4-FFF2-40B4-BE49-F238E27FC236}">
                  <a16:creationId xmlns:a16="http://schemas.microsoft.com/office/drawing/2014/main" id="{694DE13B-4C5D-86E1-5909-93FA7752CCD9}"/>
                </a:ext>
              </a:extLst>
            </p:cNvPr>
            <p:cNvGrpSpPr/>
            <p:nvPr/>
          </p:nvGrpSpPr>
          <p:grpSpPr>
            <a:xfrm>
              <a:off x="11194059" y="6325482"/>
              <a:ext cx="580525" cy="578567"/>
              <a:chOff x="5053733" y="4472706"/>
              <a:chExt cx="764498" cy="795862"/>
            </a:xfrm>
          </p:grpSpPr>
          <p:pic>
            <p:nvPicPr>
              <p:cNvPr id="1082" name="Imagen 1081">
                <a:extLst>
                  <a:ext uri="{FF2B5EF4-FFF2-40B4-BE49-F238E27FC236}">
                    <a16:creationId xmlns:a16="http://schemas.microsoft.com/office/drawing/2014/main" id="{E17B4345-5FDF-8FE3-06CF-4BBEBE717A7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83" name="Imagen 1082">
                <a:extLst>
                  <a:ext uri="{FF2B5EF4-FFF2-40B4-BE49-F238E27FC236}">
                    <a16:creationId xmlns:a16="http://schemas.microsoft.com/office/drawing/2014/main" id="{EE9D5D20-0A69-C39B-3BDB-D6D85067DD8C}"/>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5" name="Grupo 994">
              <a:extLst>
                <a:ext uri="{FF2B5EF4-FFF2-40B4-BE49-F238E27FC236}">
                  <a16:creationId xmlns:a16="http://schemas.microsoft.com/office/drawing/2014/main" id="{C911206D-5BAC-5716-2718-049E81DCD18C}"/>
                </a:ext>
              </a:extLst>
            </p:cNvPr>
            <p:cNvGrpSpPr/>
            <p:nvPr/>
          </p:nvGrpSpPr>
          <p:grpSpPr>
            <a:xfrm>
              <a:off x="2823615" y="6325482"/>
              <a:ext cx="580525" cy="578567"/>
              <a:chOff x="5053733" y="4472706"/>
              <a:chExt cx="764498" cy="795862"/>
            </a:xfrm>
          </p:grpSpPr>
          <p:pic>
            <p:nvPicPr>
              <p:cNvPr id="1080" name="Imagen 1079">
                <a:extLst>
                  <a:ext uri="{FF2B5EF4-FFF2-40B4-BE49-F238E27FC236}">
                    <a16:creationId xmlns:a16="http://schemas.microsoft.com/office/drawing/2014/main" id="{D54CDC5F-415C-9DC6-D3E1-C833E2EF5F6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81" name="Imagen 1080">
                <a:extLst>
                  <a:ext uri="{FF2B5EF4-FFF2-40B4-BE49-F238E27FC236}">
                    <a16:creationId xmlns:a16="http://schemas.microsoft.com/office/drawing/2014/main" id="{DBB7B2A7-D652-F2E1-28D2-7DF30DDC99E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6" name="Grupo 995">
              <a:extLst>
                <a:ext uri="{FF2B5EF4-FFF2-40B4-BE49-F238E27FC236}">
                  <a16:creationId xmlns:a16="http://schemas.microsoft.com/office/drawing/2014/main" id="{08F19BDE-53BE-18D3-FB15-DCFE25BD856B}"/>
                </a:ext>
              </a:extLst>
            </p:cNvPr>
            <p:cNvGrpSpPr/>
            <p:nvPr/>
          </p:nvGrpSpPr>
          <p:grpSpPr>
            <a:xfrm>
              <a:off x="4482834" y="6325482"/>
              <a:ext cx="580525" cy="578567"/>
              <a:chOff x="5053733" y="4472706"/>
              <a:chExt cx="764498" cy="795862"/>
            </a:xfrm>
          </p:grpSpPr>
          <p:pic>
            <p:nvPicPr>
              <p:cNvPr id="1078" name="Imagen 1077">
                <a:extLst>
                  <a:ext uri="{FF2B5EF4-FFF2-40B4-BE49-F238E27FC236}">
                    <a16:creationId xmlns:a16="http://schemas.microsoft.com/office/drawing/2014/main" id="{96EDBFE2-B7A1-BFA1-31F7-DBA71E08795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79" name="Imagen 1078">
                <a:extLst>
                  <a:ext uri="{FF2B5EF4-FFF2-40B4-BE49-F238E27FC236}">
                    <a16:creationId xmlns:a16="http://schemas.microsoft.com/office/drawing/2014/main" id="{2CDD6F27-D444-2CA8-7951-179346D565F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7" name="Grupo 996">
              <a:extLst>
                <a:ext uri="{FF2B5EF4-FFF2-40B4-BE49-F238E27FC236}">
                  <a16:creationId xmlns:a16="http://schemas.microsoft.com/office/drawing/2014/main" id="{1037680A-1546-B0FB-4B25-B80DC2BB3D71}"/>
                </a:ext>
              </a:extLst>
            </p:cNvPr>
            <p:cNvGrpSpPr/>
            <p:nvPr/>
          </p:nvGrpSpPr>
          <p:grpSpPr>
            <a:xfrm>
              <a:off x="5039936" y="6325482"/>
              <a:ext cx="580525" cy="578567"/>
              <a:chOff x="5053733" y="4472706"/>
              <a:chExt cx="764498" cy="795862"/>
            </a:xfrm>
          </p:grpSpPr>
          <p:pic>
            <p:nvPicPr>
              <p:cNvPr id="1076" name="Imagen 1075">
                <a:extLst>
                  <a:ext uri="{FF2B5EF4-FFF2-40B4-BE49-F238E27FC236}">
                    <a16:creationId xmlns:a16="http://schemas.microsoft.com/office/drawing/2014/main" id="{7522012F-1D4D-560D-B5C7-8ACC8AA1918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77" name="Imagen 1076">
                <a:extLst>
                  <a:ext uri="{FF2B5EF4-FFF2-40B4-BE49-F238E27FC236}">
                    <a16:creationId xmlns:a16="http://schemas.microsoft.com/office/drawing/2014/main" id="{EF536072-F871-E221-1020-E71431470B0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8" name="Grupo 997">
              <a:extLst>
                <a:ext uri="{FF2B5EF4-FFF2-40B4-BE49-F238E27FC236}">
                  <a16:creationId xmlns:a16="http://schemas.microsoft.com/office/drawing/2014/main" id="{26F32EBF-60BE-E830-0510-ACD9398B49D7}"/>
                </a:ext>
              </a:extLst>
            </p:cNvPr>
            <p:cNvGrpSpPr/>
            <p:nvPr/>
          </p:nvGrpSpPr>
          <p:grpSpPr>
            <a:xfrm>
              <a:off x="5597039" y="6325482"/>
              <a:ext cx="580525" cy="578567"/>
              <a:chOff x="5053733" y="4472706"/>
              <a:chExt cx="764498" cy="795862"/>
            </a:xfrm>
          </p:grpSpPr>
          <p:pic>
            <p:nvPicPr>
              <p:cNvPr id="1074" name="Imagen 1073">
                <a:extLst>
                  <a:ext uri="{FF2B5EF4-FFF2-40B4-BE49-F238E27FC236}">
                    <a16:creationId xmlns:a16="http://schemas.microsoft.com/office/drawing/2014/main" id="{1AFE3F13-8047-052B-8452-BEBAA2AFD1B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75" name="Imagen 1074">
                <a:extLst>
                  <a:ext uri="{FF2B5EF4-FFF2-40B4-BE49-F238E27FC236}">
                    <a16:creationId xmlns:a16="http://schemas.microsoft.com/office/drawing/2014/main" id="{77039C92-0D4B-E815-552C-A199CFE2627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999" name="Grupo 998">
              <a:extLst>
                <a:ext uri="{FF2B5EF4-FFF2-40B4-BE49-F238E27FC236}">
                  <a16:creationId xmlns:a16="http://schemas.microsoft.com/office/drawing/2014/main" id="{2203C0E3-05BB-3AA8-6301-8BFC03786876}"/>
                </a:ext>
              </a:extLst>
            </p:cNvPr>
            <p:cNvGrpSpPr/>
            <p:nvPr/>
          </p:nvGrpSpPr>
          <p:grpSpPr>
            <a:xfrm>
              <a:off x="6154142" y="6325482"/>
              <a:ext cx="580525" cy="578567"/>
              <a:chOff x="5053733" y="4472706"/>
              <a:chExt cx="764498" cy="795862"/>
            </a:xfrm>
          </p:grpSpPr>
          <p:pic>
            <p:nvPicPr>
              <p:cNvPr id="1072" name="Imagen 1071">
                <a:extLst>
                  <a:ext uri="{FF2B5EF4-FFF2-40B4-BE49-F238E27FC236}">
                    <a16:creationId xmlns:a16="http://schemas.microsoft.com/office/drawing/2014/main" id="{C8BC1507-E9DD-E761-B9A7-A31865E83C89}"/>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73" name="Imagen 1072">
                <a:extLst>
                  <a:ext uri="{FF2B5EF4-FFF2-40B4-BE49-F238E27FC236}">
                    <a16:creationId xmlns:a16="http://schemas.microsoft.com/office/drawing/2014/main" id="{375BAE42-7B4B-E07F-B11F-C3067057AB2B}"/>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0" name="Grupo 999">
              <a:extLst>
                <a:ext uri="{FF2B5EF4-FFF2-40B4-BE49-F238E27FC236}">
                  <a16:creationId xmlns:a16="http://schemas.microsoft.com/office/drawing/2014/main" id="{D8C0003D-0FF1-1D8C-37B7-9FCD8C8F80C8}"/>
                </a:ext>
              </a:extLst>
            </p:cNvPr>
            <p:cNvGrpSpPr/>
            <p:nvPr/>
          </p:nvGrpSpPr>
          <p:grpSpPr>
            <a:xfrm>
              <a:off x="6711245" y="6325482"/>
              <a:ext cx="580525" cy="578567"/>
              <a:chOff x="5053733" y="4472706"/>
              <a:chExt cx="764498" cy="795862"/>
            </a:xfrm>
          </p:grpSpPr>
          <p:pic>
            <p:nvPicPr>
              <p:cNvPr id="1070" name="Imagen 1069">
                <a:extLst>
                  <a:ext uri="{FF2B5EF4-FFF2-40B4-BE49-F238E27FC236}">
                    <a16:creationId xmlns:a16="http://schemas.microsoft.com/office/drawing/2014/main" id="{DE4CEB62-7950-C4EA-4D1F-AE772A7F77A8}"/>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71" name="Imagen 1070">
                <a:extLst>
                  <a:ext uri="{FF2B5EF4-FFF2-40B4-BE49-F238E27FC236}">
                    <a16:creationId xmlns:a16="http://schemas.microsoft.com/office/drawing/2014/main" id="{473C3FEC-E22C-4C91-81CF-F8E9CC67B5C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1" name="Grupo 1000">
              <a:extLst>
                <a:ext uri="{FF2B5EF4-FFF2-40B4-BE49-F238E27FC236}">
                  <a16:creationId xmlns:a16="http://schemas.microsoft.com/office/drawing/2014/main" id="{5FC901C0-BD4C-9969-337E-10F04FAD36E2}"/>
                </a:ext>
              </a:extLst>
            </p:cNvPr>
            <p:cNvGrpSpPr/>
            <p:nvPr/>
          </p:nvGrpSpPr>
          <p:grpSpPr>
            <a:xfrm>
              <a:off x="7268349" y="6325482"/>
              <a:ext cx="580525" cy="578567"/>
              <a:chOff x="5053733" y="4472706"/>
              <a:chExt cx="764498" cy="795862"/>
            </a:xfrm>
          </p:grpSpPr>
          <p:pic>
            <p:nvPicPr>
              <p:cNvPr id="1068" name="Imagen 1067">
                <a:extLst>
                  <a:ext uri="{FF2B5EF4-FFF2-40B4-BE49-F238E27FC236}">
                    <a16:creationId xmlns:a16="http://schemas.microsoft.com/office/drawing/2014/main" id="{B0AD22A1-DAED-7A14-DADD-DD284ADD2F7B}"/>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69" name="Imagen 1068">
                <a:extLst>
                  <a:ext uri="{FF2B5EF4-FFF2-40B4-BE49-F238E27FC236}">
                    <a16:creationId xmlns:a16="http://schemas.microsoft.com/office/drawing/2014/main" id="{BDDA812C-5314-CCC3-9BD9-516835E9147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2" name="Grupo 1001">
              <a:extLst>
                <a:ext uri="{FF2B5EF4-FFF2-40B4-BE49-F238E27FC236}">
                  <a16:creationId xmlns:a16="http://schemas.microsoft.com/office/drawing/2014/main" id="{1CFB6AA8-44CA-C0AF-BAC1-23847764A66E}"/>
                </a:ext>
              </a:extLst>
            </p:cNvPr>
            <p:cNvGrpSpPr/>
            <p:nvPr/>
          </p:nvGrpSpPr>
          <p:grpSpPr>
            <a:xfrm>
              <a:off x="2277845" y="6325482"/>
              <a:ext cx="580525" cy="578567"/>
              <a:chOff x="5053733" y="4472706"/>
              <a:chExt cx="764498" cy="795862"/>
            </a:xfrm>
          </p:grpSpPr>
          <p:pic>
            <p:nvPicPr>
              <p:cNvPr id="1066" name="Imagen 1065">
                <a:extLst>
                  <a:ext uri="{FF2B5EF4-FFF2-40B4-BE49-F238E27FC236}">
                    <a16:creationId xmlns:a16="http://schemas.microsoft.com/office/drawing/2014/main" id="{2F71236B-63C8-464E-4C3E-E60CA027305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67" name="Imagen 1066">
                <a:extLst>
                  <a:ext uri="{FF2B5EF4-FFF2-40B4-BE49-F238E27FC236}">
                    <a16:creationId xmlns:a16="http://schemas.microsoft.com/office/drawing/2014/main" id="{AFED9EBA-3C0C-3563-AE9C-9188E822EBE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3" name="Grupo 1002">
              <a:extLst>
                <a:ext uri="{FF2B5EF4-FFF2-40B4-BE49-F238E27FC236}">
                  <a16:creationId xmlns:a16="http://schemas.microsoft.com/office/drawing/2014/main" id="{326CABC7-B220-4252-5512-6EA33265B855}"/>
                </a:ext>
              </a:extLst>
            </p:cNvPr>
            <p:cNvGrpSpPr/>
            <p:nvPr/>
          </p:nvGrpSpPr>
          <p:grpSpPr>
            <a:xfrm>
              <a:off x="1720171" y="6325482"/>
              <a:ext cx="580525" cy="578567"/>
              <a:chOff x="5053733" y="4472706"/>
              <a:chExt cx="764498" cy="795862"/>
            </a:xfrm>
          </p:grpSpPr>
          <p:pic>
            <p:nvPicPr>
              <p:cNvPr id="1064" name="Imagen 1063">
                <a:extLst>
                  <a:ext uri="{FF2B5EF4-FFF2-40B4-BE49-F238E27FC236}">
                    <a16:creationId xmlns:a16="http://schemas.microsoft.com/office/drawing/2014/main" id="{A0FFB5A0-1805-F359-8CFC-441FC49A7FD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65" name="Imagen 1064">
                <a:extLst>
                  <a:ext uri="{FF2B5EF4-FFF2-40B4-BE49-F238E27FC236}">
                    <a16:creationId xmlns:a16="http://schemas.microsoft.com/office/drawing/2014/main" id="{77FEA4D3-3E3C-D72A-023D-5EB30F50613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4" name="Grupo 1003">
              <a:extLst>
                <a:ext uri="{FF2B5EF4-FFF2-40B4-BE49-F238E27FC236}">
                  <a16:creationId xmlns:a16="http://schemas.microsoft.com/office/drawing/2014/main" id="{0BE2C132-8014-498D-4F80-32906BA886E5}"/>
                </a:ext>
              </a:extLst>
            </p:cNvPr>
            <p:cNvGrpSpPr/>
            <p:nvPr/>
          </p:nvGrpSpPr>
          <p:grpSpPr>
            <a:xfrm>
              <a:off x="3408212" y="6325482"/>
              <a:ext cx="580525" cy="578567"/>
              <a:chOff x="5053733" y="4472706"/>
              <a:chExt cx="764498" cy="795862"/>
            </a:xfrm>
          </p:grpSpPr>
          <p:pic>
            <p:nvPicPr>
              <p:cNvPr id="1062" name="Imagen 1061">
                <a:extLst>
                  <a:ext uri="{FF2B5EF4-FFF2-40B4-BE49-F238E27FC236}">
                    <a16:creationId xmlns:a16="http://schemas.microsoft.com/office/drawing/2014/main" id="{9EE81E24-655F-3373-F33F-E3BD60B20BE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63" name="Imagen 1062">
                <a:extLst>
                  <a:ext uri="{FF2B5EF4-FFF2-40B4-BE49-F238E27FC236}">
                    <a16:creationId xmlns:a16="http://schemas.microsoft.com/office/drawing/2014/main" id="{9A9B1ABD-9222-429E-2A69-B2A67BC0033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5" name="Grupo 1004">
              <a:extLst>
                <a:ext uri="{FF2B5EF4-FFF2-40B4-BE49-F238E27FC236}">
                  <a16:creationId xmlns:a16="http://schemas.microsoft.com/office/drawing/2014/main" id="{431E634C-B30F-418D-27B5-89D1C24BB1A5}"/>
                </a:ext>
              </a:extLst>
            </p:cNvPr>
            <p:cNvGrpSpPr/>
            <p:nvPr/>
          </p:nvGrpSpPr>
          <p:grpSpPr>
            <a:xfrm>
              <a:off x="3914851" y="6325482"/>
              <a:ext cx="580525" cy="578567"/>
              <a:chOff x="5053733" y="4472706"/>
              <a:chExt cx="764498" cy="795862"/>
            </a:xfrm>
          </p:grpSpPr>
          <p:pic>
            <p:nvPicPr>
              <p:cNvPr id="1060" name="Imagen 1059">
                <a:extLst>
                  <a:ext uri="{FF2B5EF4-FFF2-40B4-BE49-F238E27FC236}">
                    <a16:creationId xmlns:a16="http://schemas.microsoft.com/office/drawing/2014/main" id="{07231FF5-55EF-7EBA-82FA-C2B75A8862D1}"/>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61" name="Imagen 1060">
                <a:extLst>
                  <a:ext uri="{FF2B5EF4-FFF2-40B4-BE49-F238E27FC236}">
                    <a16:creationId xmlns:a16="http://schemas.microsoft.com/office/drawing/2014/main" id="{18D1F3BD-BA54-F76C-F0CF-05EE2302D62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6" name="Grupo 1005">
              <a:extLst>
                <a:ext uri="{FF2B5EF4-FFF2-40B4-BE49-F238E27FC236}">
                  <a16:creationId xmlns:a16="http://schemas.microsoft.com/office/drawing/2014/main" id="{B184D6B4-211D-1D53-18A4-C4D0A91E4C78}"/>
                </a:ext>
              </a:extLst>
            </p:cNvPr>
            <p:cNvGrpSpPr/>
            <p:nvPr/>
          </p:nvGrpSpPr>
          <p:grpSpPr>
            <a:xfrm>
              <a:off x="7849902" y="3470186"/>
              <a:ext cx="715518" cy="578567"/>
              <a:chOff x="5053733" y="4472706"/>
              <a:chExt cx="764498" cy="795862"/>
            </a:xfrm>
          </p:grpSpPr>
          <p:pic>
            <p:nvPicPr>
              <p:cNvPr id="1058" name="Imagen 1057">
                <a:extLst>
                  <a:ext uri="{FF2B5EF4-FFF2-40B4-BE49-F238E27FC236}">
                    <a16:creationId xmlns:a16="http://schemas.microsoft.com/office/drawing/2014/main" id="{1AFC067D-6CE6-DD51-EBD8-21095EA4FD9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59" name="Imagen 1058">
                <a:extLst>
                  <a:ext uri="{FF2B5EF4-FFF2-40B4-BE49-F238E27FC236}">
                    <a16:creationId xmlns:a16="http://schemas.microsoft.com/office/drawing/2014/main" id="{102BA7F2-C1C4-F0E2-93B1-3174790D4DC2}"/>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7" name="Grupo 1006">
              <a:extLst>
                <a:ext uri="{FF2B5EF4-FFF2-40B4-BE49-F238E27FC236}">
                  <a16:creationId xmlns:a16="http://schemas.microsoft.com/office/drawing/2014/main" id="{51A9F1D3-96F1-8071-6537-2A6A88C87945}"/>
                </a:ext>
              </a:extLst>
            </p:cNvPr>
            <p:cNvGrpSpPr/>
            <p:nvPr/>
          </p:nvGrpSpPr>
          <p:grpSpPr>
            <a:xfrm>
              <a:off x="8407099" y="3470186"/>
              <a:ext cx="715518" cy="578567"/>
              <a:chOff x="5053733" y="4472706"/>
              <a:chExt cx="764498" cy="795862"/>
            </a:xfrm>
          </p:grpSpPr>
          <p:pic>
            <p:nvPicPr>
              <p:cNvPr id="1056" name="Imagen 1055">
                <a:extLst>
                  <a:ext uri="{FF2B5EF4-FFF2-40B4-BE49-F238E27FC236}">
                    <a16:creationId xmlns:a16="http://schemas.microsoft.com/office/drawing/2014/main" id="{E021B978-4BFF-042E-A3B7-9B42E0E7FBB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57" name="Imagen 1056">
                <a:extLst>
                  <a:ext uri="{FF2B5EF4-FFF2-40B4-BE49-F238E27FC236}">
                    <a16:creationId xmlns:a16="http://schemas.microsoft.com/office/drawing/2014/main" id="{E9910F7E-FF7B-7C7E-ADDC-B27C9C0FAB37}"/>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8" name="Grupo 1007">
              <a:extLst>
                <a:ext uri="{FF2B5EF4-FFF2-40B4-BE49-F238E27FC236}">
                  <a16:creationId xmlns:a16="http://schemas.microsoft.com/office/drawing/2014/main" id="{268CACC6-1658-005B-8F23-DA3EB78130D4}"/>
                </a:ext>
              </a:extLst>
            </p:cNvPr>
            <p:cNvGrpSpPr/>
            <p:nvPr/>
          </p:nvGrpSpPr>
          <p:grpSpPr>
            <a:xfrm>
              <a:off x="8966666" y="3470186"/>
              <a:ext cx="715518" cy="578567"/>
              <a:chOff x="5053733" y="4472706"/>
              <a:chExt cx="764498" cy="795862"/>
            </a:xfrm>
          </p:grpSpPr>
          <p:pic>
            <p:nvPicPr>
              <p:cNvPr id="1054" name="Imagen 1053">
                <a:extLst>
                  <a:ext uri="{FF2B5EF4-FFF2-40B4-BE49-F238E27FC236}">
                    <a16:creationId xmlns:a16="http://schemas.microsoft.com/office/drawing/2014/main" id="{AEDE9A60-F7AD-E978-C39B-3B9C7D196BDE}"/>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55" name="Imagen 1054">
                <a:extLst>
                  <a:ext uri="{FF2B5EF4-FFF2-40B4-BE49-F238E27FC236}">
                    <a16:creationId xmlns:a16="http://schemas.microsoft.com/office/drawing/2014/main" id="{C06DAAAE-BE5C-288A-B2ED-9E4D17E2F4F8}"/>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09" name="Grupo 1008">
              <a:extLst>
                <a:ext uri="{FF2B5EF4-FFF2-40B4-BE49-F238E27FC236}">
                  <a16:creationId xmlns:a16="http://schemas.microsoft.com/office/drawing/2014/main" id="{43E39599-70CD-A234-8CA3-9D82446194EE}"/>
                </a:ext>
              </a:extLst>
            </p:cNvPr>
            <p:cNvGrpSpPr/>
            <p:nvPr/>
          </p:nvGrpSpPr>
          <p:grpSpPr>
            <a:xfrm>
              <a:off x="9522297" y="3470186"/>
              <a:ext cx="715518" cy="578567"/>
              <a:chOff x="5053733" y="4472706"/>
              <a:chExt cx="764498" cy="795862"/>
            </a:xfrm>
          </p:grpSpPr>
          <p:pic>
            <p:nvPicPr>
              <p:cNvPr id="1052" name="Imagen 1051">
                <a:extLst>
                  <a:ext uri="{FF2B5EF4-FFF2-40B4-BE49-F238E27FC236}">
                    <a16:creationId xmlns:a16="http://schemas.microsoft.com/office/drawing/2014/main" id="{BCB505C6-B336-2D1B-9555-3069760A39B2}"/>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53" name="Imagen 1052">
                <a:extLst>
                  <a:ext uri="{FF2B5EF4-FFF2-40B4-BE49-F238E27FC236}">
                    <a16:creationId xmlns:a16="http://schemas.microsoft.com/office/drawing/2014/main" id="{682EC768-AE6D-058A-EA53-C597912BB0E6}"/>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0" name="Grupo 1009">
              <a:extLst>
                <a:ext uri="{FF2B5EF4-FFF2-40B4-BE49-F238E27FC236}">
                  <a16:creationId xmlns:a16="http://schemas.microsoft.com/office/drawing/2014/main" id="{71BB2450-9052-F5C9-4475-28C25067FB95}"/>
                </a:ext>
              </a:extLst>
            </p:cNvPr>
            <p:cNvGrpSpPr/>
            <p:nvPr/>
          </p:nvGrpSpPr>
          <p:grpSpPr>
            <a:xfrm>
              <a:off x="10066399" y="3470186"/>
              <a:ext cx="715518" cy="578567"/>
              <a:chOff x="5053733" y="4472706"/>
              <a:chExt cx="764498" cy="795862"/>
            </a:xfrm>
          </p:grpSpPr>
          <p:pic>
            <p:nvPicPr>
              <p:cNvPr id="1050" name="Imagen 1049">
                <a:extLst>
                  <a:ext uri="{FF2B5EF4-FFF2-40B4-BE49-F238E27FC236}">
                    <a16:creationId xmlns:a16="http://schemas.microsoft.com/office/drawing/2014/main" id="{803BFAE7-2C05-C413-34B0-1AB764E1F21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51" name="Imagen 1050">
                <a:extLst>
                  <a:ext uri="{FF2B5EF4-FFF2-40B4-BE49-F238E27FC236}">
                    <a16:creationId xmlns:a16="http://schemas.microsoft.com/office/drawing/2014/main" id="{6EF9DA25-9F54-DB6C-DB96-879ABE7BA1E9}"/>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1" name="Grupo 1010">
              <a:extLst>
                <a:ext uri="{FF2B5EF4-FFF2-40B4-BE49-F238E27FC236}">
                  <a16:creationId xmlns:a16="http://schemas.microsoft.com/office/drawing/2014/main" id="{4C2854EC-D782-173E-FBD5-12149F21433C}"/>
                </a:ext>
              </a:extLst>
            </p:cNvPr>
            <p:cNvGrpSpPr/>
            <p:nvPr/>
          </p:nvGrpSpPr>
          <p:grpSpPr>
            <a:xfrm>
              <a:off x="10636805" y="3470186"/>
              <a:ext cx="715518" cy="578567"/>
              <a:chOff x="5053733" y="4472706"/>
              <a:chExt cx="764498" cy="795862"/>
            </a:xfrm>
          </p:grpSpPr>
          <p:pic>
            <p:nvPicPr>
              <p:cNvPr id="1048" name="Imagen 1047">
                <a:extLst>
                  <a:ext uri="{FF2B5EF4-FFF2-40B4-BE49-F238E27FC236}">
                    <a16:creationId xmlns:a16="http://schemas.microsoft.com/office/drawing/2014/main" id="{8E6E2257-5ACC-DAC8-F395-30BB29833227}"/>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49" name="Imagen 1048">
                <a:extLst>
                  <a:ext uri="{FF2B5EF4-FFF2-40B4-BE49-F238E27FC236}">
                    <a16:creationId xmlns:a16="http://schemas.microsoft.com/office/drawing/2014/main" id="{73F03426-E9ED-82FB-010A-F61894CDFCC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2" name="Grupo 1011">
              <a:extLst>
                <a:ext uri="{FF2B5EF4-FFF2-40B4-BE49-F238E27FC236}">
                  <a16:creationId xmlns:a16="http://schemas.microsoft.com/office/drawing/2014/main" id="{3A4EDCBE-461C-C780-1DC4-97A34FA8DD98}"/>
                </a:ext>
              </a:extLst>
            </p:cNvPr>
            <p:cNvGrpSpPr/>
            <p:nvPr/>
          </p:nvGrpSpPr>
          <p:grpSpPr>
            <a:xfrm>
              <a:off x="11194059" y="3470186"/>
              <a:ext cx="580525" cy="578567"/>
              <a:chOff x="5053733" y="4472706"/>
              <a:chExt cx="764498" cy="795862"/>
            </a:xfrm>
          </p:grpSpPr>
          <p:pic>
            <p:nvPicPr>
              <p:cNvPr id="1046" name="Imagen 1045">
                <a:extLst>
                  <a:ext uri="{FF2B5EF4-FFF2-40B4-BE49-F238E27FC236}">
                    <a16:creationId xmlns:a16="http://schemas.microsoft.com/office/drawing/2014/main" id="{F56C1A85-6D1F-4BC3-5324-8F67A8C8C05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47" name="Imagen 1046">
                <a:extLst>
                  <a:ext uri="{FF2B5EF4-FFF2-40B4-BE49-F238E27FC236}">
                    <a16:creationId xmlns:a16="http://schemas.microsoft.com/office/drawing/2014/main" id="{FB199F87-D644-235D-9DA0-504A015CE6B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3" name="Grupo 1012">
              <a:extLst>
                <a:ext uri="{FF2B5EF4-FFF2-40B4-BE49-F238E27FC236}">
                  <a16:creationId xmlns:a16="http://schemas.microsoft.com/office/drawing/2014/main" id="{A65E64CC-4681-9BA9-4462-EAC7A32AAAA8}"/>
                </a:ext>
              </a:extLst>
            </p:cNvPr>
            <p:cNvGrpSpPr/>
            <p:nvPr/>
          </p:nvGrpSpPr>
          <p:grpSpPr>
            <a:xfrm>
              <a:off x="2823615" y="3470186"/>
              <a:ext cx="580525" cy="578567"/>
              <a:chOff x="5053733" y="4472706"/>
              <a:chExt cx="764498" cy="795862"/>
            </a:xfrm>
          </p:grpSpPr>
          <p:pic>
            <p:nvPicPr>
              <p:cNvPr id="1044" name="Imagen 1043">
                <a:extLst>
                  <a:ext uri="{FF2B5EF4-FFF2-40B4-BE49-F238E27FC236}">
                    <a16:creationId xmlns:a16="http://schemas.microsoft.com/office/drawing/2014/main" id="{FC663049-8EA7-7A05-E69E-03420FFBC94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45" name="Imagen 1044">
                <a:extLst>
                  <a:ext uri="{FF2B5EF4-FFF2-40B4-BE49-F238E27FC236}">
                    <a16:creationId xmlns:a16="http://schemas.microsoft.com/office/drawing/2014/main" id="{30AF8A5C-F064-421F-D401-C82F69BD23C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4" name="Grupo 1013">
              <a:extLst>
                <a:ext uri="{FF2B5EF4-FFF2-40B4-BE49-F238E27FC236}">
                  <a16:creationId xmlns:a16="http://schemas.microsoft.com/office/drawing/2014/main" id="{EE19220F-4FAC-256D-6393-130A9A162B0F}"/>
                </a:ext>
              </a:extLst>
            </p:cNvPr>
            <p:cNvGrpSpPr/>
            <p:nvPr/>
          </p:nvGrpSpPr>
          <p:grpSpPr>
            <a:xfrm>
              <a:off x="4482834" y="3470186"/>
              <a:ext cx="580525" cy="578567"/>
              <a:chOff x="5053733" y="4472706"/>
              <a:chExt cx="764498" cy="795862"/>
            </a:xfrm>
          </p:grpSpPr>
          <p:pic>
            <p:nvPicPr>
              <p:cNvPr id="1042" name="Imagen 1041">
                <a:extLst>
                  <a:ext uri="{FF2B5EF4-FFF2-40B4-BE49-F238E27FC236}">
                    <a16:creationId xmlns:a16="http://schemas.microsoft.com/office/drawing/2014/main" id="{B39E0328-A780-A5D8-AE58-AB68200FCBCB}"/>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43" name="Imagen 1042">
                <a:extLst>
                  <a:ext uri="{FF2B5EF4-FFF2-40B4-BE49-F238E27FC236}">
                    <a16:creationId xmlns:a16="http://schemas.microsoft.com/office/drawing/2014/main" id="{CF6D1A48-641A-5E61-79E9-1C0AE16551FD}"/>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5" name="Grupo 1014">
              <a:extLst>
                <a:ext uri="{FF2B5EF4-FFF2-40B4-BE49-F238E27FC236}">
                  <a16:creationId xmlns:a16="http://schemas.microsoft.com/office/drawing/2014/main" id="{3A67226D-A572-A228-0310-BF615E5D0817}"/>
                </a:ext>
              </a:extLst>
            </p:cNvPr>
            <p:cNvGrpSpPr/>
            <p:nvPr/>
          </p:nvGrpSpPr>
          <p:grpSpPr>
            <a:xfrm>
              <a:off x="5039936" y="3470186"/>
              <a:ext cx="580525" cy="578567"/>
              <a:chOff x="5053733" y="4472706"/>
              <a:chExt cx="764498" cy="795862"/>
            </a:xfrm>
          </p:grpSpPr>
          <p:pic>
            <p:nvPicPr>
              <p:cNvPr id="1040" name="Imagen 1039">
                <a:extLst>
                  <a:ext uri="{FF2B5EF4-FFF2-40B4-BE49-F238E27FC236}">
                    <a16:creationId xmlns:a16="http://schemas.microsoft.com/office/drawing/2014/main" id="{5BF933FE-7F39-88CF-C3F2-907937F0505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41" name="Imagen 1040">
                <a:extLst>
                  <a:ext uri="{FF2B5EF4-FFF2-40B4-BE49-F238E27FC236}">
                    <a16:creationId xmlns:a16="http://schemas.microsoft.com/office/drawing/2014/main" id="{46C35637-B7DC-5957-5EC7-24F6E1FCBBE5}"/>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6" name="Grupo 1015">
              <a:extLst>
                <a:ext uri="{FF2B5EF4-FFF2-40B4-BE49-F238E27FC236}">
                  <a16:creationId xmlns:a16="http://schemas.microsoft.com/office/drawing/2014/main" id="{8F86740B-C5FE-7265-5DAD-F5C0CFC0B5E7}"/>
                </a:ext>
              </a:extLst>
            </p:cNvPr>
            <p:cNvGrpSpPr/>
            <p:nvPr/>
          </p:nvGrpSpPr>
          <p:grpSpPr>
            <a:xfrm>
              <a:off x="5597039" y="3470186"/>
              <a:ext cx="580525" cy="578567"/>
              <a:chOff x="5053733" y="4472706"/>
              <a:chExt cx="764498" cy="795862"/>
            </a:xfrm>
          </p:grpSpPr>
          <p:pic>
            <p:nvPicPr>
              <p:cNvPr id="1038" name="Imagen 1037">
                <a:extLst>
                  <a:ext uri="{FF2B5EF4-FFF2-40B4-BE49-F238E27FC236}">
                    <a16:creationId xmlns:a16="http://schemas.microsoft.com/office/drawing/2014/main" id="{0C97719C-73F8-6C28-2422-6E4B281DC24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39" name="Imagen 1038">
                <a:extLst>
                  <a:ext uri="{FF2B5EF4-FFF2-40B4-BE49-F238E27FC236}">
                    <a16:creationId xmlns:a16="http://schemas.microsoft.com/office/drawing/2014/main" id="{9AA15B5D-298D-3A0F-1440-95897E45DFAF}"/>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7" name="Grupo 1016">
              <a:extLst>
                <a:ext uri="{FF2B5EF4-FFF2-40B4-BE49-F238E27FC236}">
                  <a16:creationId xmlns:a16="http://schemas.microsoft.com/office/drawing/2014/main" id="{7309EA3E-0F47-1EEB-AD28-D2684C05A2BE}"/>
                </a:ext>
              </a:extLst>
            </p:cNvPr>
            <p:cNvGrpSpPr/>
            <p:nvPr/>
          </p:nvGrpSpPr>
          <p:grpSpPr>
            <a:xfrm>
              <a:off x="6154142" y="3470186"/>
              <a:ext cx="580525" cy="578567"/>
              <a:chOff x="5053733" y="4472706"/>
              <a:chExt cx="764498" cy="795862"/>
            </a:xfrm>
          </p:grpSpPr>
          <p:pic>
            <p:nvPicPr>
              <p:cNvPr id="1036" name="Imagen 1035">
                <a:extLst>
                  <a:ext uri="{FF2B5EF4-FFF2-40B4-BE49-F238E27FC236}">
                    <a16:creationId xmlns:a16="http://schemas.microsoft.com/office/drawing/2014/main" id="{6E718713-9AFA-23E1-E859-2C55A99BCDD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37" name="Imagen 1036">
                <a:extLst>
                  <a:ext uri="{FF2B5EF4-FFF2-40B4-BE49-F238E27FC236}">
                    <a16:creationId xmlns:a16="http://schemas.microsoft.com/office/drawing/2014/main" id="{4BB00854-61F6-63C4-CF52-C794034FF81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8" name="Grupo 1017">
              <a:extLst>
                <a:ext uri="{FF2B5EF4-FFF2-40B4-BE49-F238E27FC236}">
                  <a16:creationId xmlns:a16="http://schemas.microsoft.com/office/drawing/2014/main" id="{99B179EA-F7EC-755E-C2C8-A2B5D3F27527}"/>
                </a:ext>
              </a:extLst>
            </p:cNvPr>
            <p:cNvGrpSpPr/>
            <p:nvPr/>
          </p:nvGrpSpPr>
          <p:grpSpPr>
            <a:xfrm>
              <a:off x="6711245" y="3470186"/>
              <a:ext cx="580525" cy="578567"/>
              <a:chOff x="5053733" y="4472706"/>
              <a:chExt cx="764498" cy="795862"/>
            </a:xfrm>
          </p:grpSpPr>
          <p:pic>
            <p:nvPicPr>
              <p:cNvPr id="1034" name="Imagen 1033">
                <a:extLst>
                  <a:ext uri="{FF2B5EF4-FFF2-40B4-BE49-F238E27FC236}">
                    <a16:creationId xmlns:a16="http://schemas.microsoft.com/office/drawing/2014/main" id="{02D41F58-137D-0747-8550-BECFDA92D6CF}"/>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35" name="Imagen 1034">
                <a:extLst>
                  <a:ext uri="{FF2B5EF4-FFF2-40B4-BE49-F238E27FC236}">
                    <a16:creationId xmlns:a16="http://schemas.microsoft.com/office/drawing/2014/main" id="{34AE5903-082B-84AE-5978-DE07D2B49361}"/>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19" name="Grupo 1018">
              <a:extLst>
                <a:ext uri="{FF2B5EF4-FFF2-40B4-BE49-F238E27FC236}">
                  <a16:creationId xmlns:a16="http://schemas.microsoft.com/office/drawing/2014/main" id="{2788334A-594F-6A95-DC5F-B59055FCFA41}"/>
                </a:ext>
              </a:extLst>
            </p:cNvPr>
            <p:cNvGrpSpPr/>
            <p:nvPr/>
          </p:nvGrpSpPr>
          <p:grpSpPr>
            <a:xfrm>
              <a:off x="7268349" y="3470186"/>
              <a:ext cx="580525" cy="578567"/>
              <a:chOff x="5053733" y="4472706"/>
              <a:chExt cx="764498" cy="795862"/>
            </a:xfrm>
          </p:grpSpPr>
          <p:pic>
            <p:nvPicPr>
              <p:cNvPr id="1032" name="Imagen 1031">
                <a:extLst>
                  <a:ext uri="{FF2B5EF4-FFF2-40B4-BE49-F238E27FC236}">
                    <a16:creationId xmlns:a16="http://schemas.microsoft.com/office/drawing/2014/main" id="{9CD3ED65-0864-8DC9-FC04-BA9888CF3303}"/>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33" name="Imagen 1032">
                <a:extLst>
                  <a:ext uri="{FF2B5EF4-FFF2-40B4-BE49-F238E27FC236}">
                    <a16:creationId xmlns:a16="http://schemas.microsoft.com/office/drawing/2014/main" id="{55AEB577-458C-C559-A7A5-6A59BABB3A2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20" name="Grupo 1019">
              <a:extLst>
                <a:ext uri="{FF2B5EF4-FFF2-40B4-BE49-F238E27FC236}">
                  <a16:creationId xmlns:a16="http://schemas.microsoft.com/office/drawing/2014/main" id="{601FC1BC-3E97-96E7-DD5B-814D310C0D29}"/>
                </a:ext>
              </a:extLst>
            </p:cNvPr>
            <p:cNvGrpSpPr/>
            <p:nvPr/>
          </p:nvGrpSpPr>
          <p:grpSpPr>
            <a:xfrm>
              <a:off x="2277845" y="3470186"/>
              <a:ext cx="580525" cy="578567"/>
              <a:chOff x="5053733" y="4472706"/>
              <a:chExt cx="764498" cy="795862"/>
            </a:xfrm>
          </p:grpSpPr>
          <p:pic>
            <p:nvPicPr>
              <p:cNvPr id="1030" name="Imagen 1029">
                <a:extLst>
                  <a:ext uri="{FF2B5EF4-FFF2-40B4-BE49-F238E27FC236}">
                    <a16:creationId xmlns:a16="http://schemas.microsoft.com/office/drawing/2014/main" id="{2F3E1AF0-8AC5-E05B-EB44-986C4308D3B5}"/>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31" name="Imagen 1030">
                <a:extLst>
                  <a:ext uri="{FF2B5EF4-FFF2-40B4-BE49-F238E27FC236}">
                    <a16:creationId xmlns:a16="http://schemas.microsoft.com/office/drawing/2014/main" id="{452AE6D8-A428-E0AE-A3A6-832C2DC0E4F0}"/>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21" name="Grupo 1020">
              <a:extLst>
                <a:ext uri="{FF2B5EF4-FFF2-40B4-BE49-F238E27FC236}">
                  <a16:creationId xmlns:a16="http://schemas.microsoft.com/office/drawing/2014/main" id="{2E705992-9D1B-0AD9-E7E9-A8113575EF4E}"/>
                </a:ext>
              </a:extLst>
            </p:cNvPr>
            <p:cNvGrpSpPr/>
            <p:nvPr/>
          </p:nvGrpSpPr>
          <p:grpSpPr>
            <a:xfrm>
              <a:off x="1720171" y="3470186"/>
              <a:ext cx="580525" cy="578567"/>
              <a:chOff x="5053733" y="4472706"/>
              <a:chExt cx="764498" cy="795862"/>
            </a:xfrm>
          </p:grpSpPr>
          <p:pic>
            <p:nvPicPr>
              <p:cNvPr id="1028" name="Imagen 1027">
                <a:extLst>
                  <a:ext uri="{FF2B5EF4-FFF2-40B4-BE49-F238E27FC236}">
                    <a16:creationId xmlns:a16="http://schemas.microsoft.com/office/drawing/2014/main" id="{3CBD97EA-2FA4-26F5-D9A0-3F2FEDFC7E9C}"/>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29" name="Imagen 1028">
                <a:extLst>
                  <a:ext uri="{FF2B5EF4-FFF2-40B4-BE49-F238E27FC236}">
                    <a16:creationId xmlns:a16="http://schemas.microsoft.com/office/drawing/2014/main" id="{ABB8B326-AB8A-35A2-29D0-0C2BCC8A235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22" name="Grupo 1021">
              <a:extLst>
                <a:ext uri="{FF2B5EF4-FFF2-40B4-BE49-F238E27FC236}">
                  <a16:creationId xmlns:a16="http://schemas.microsoft.com/office/drawing/2014/main" id="{D256F389-AF02-EA8E-223C-9F790C044635}"/>
                </a:ext>
              </a:extLst>
            </p:cNvPr>
            <p:cNvGrpSpPr/>
            <p:nvPr/>
          </p:nvGrpSpPr>
          <p:grpSpPr>
            <a:xfrm>
              <a:off x="3408212" y="3470186"/>
              <a:ext cx="580525" cy="578567"/>
              <a:chOff x="5053733" y="4472706"/>
              <a:chExt cx="764498" cy="795862"/>
            </a:xfrm>
          </p:grpSpPr>
          <p:pic>
            <p:nvPicPr>
              <p:cNvPr id="1026" name="Imagen 1025">
                <a:extLst>
                  <a:ext uri="{FF2B5EF4-FFF2-40B4-BE49-F238E27FC236}">
                    <a16:creationId xmlns:a16="http://schemas.microsoft.com/office/drawing/2014/main" id="{2F747A90-B72F-8278-C1D9-323251125FCA}"/>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27" name="Imagen 1026">
                <a:extLst>
                  <a:ext uri="{FF2B5EF4-FFF2-40B4-BE49-F238E27FC236}">
                    <a16:creationId xmlns:a16="http://schemas.microsoft.com/office/drawing/2014/main" id="{81AC4AFF-9A4B-ECFA-8708-05054D574F1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nvGrpSpPr>
            <p:cNvPr id="1023" name="Grupo 1022">
              <a:extLst>
                <a:ext uri="{FF2B5EF4-FFF2-40B4-BE49-F238E27FC236}">
                  <a16:creationId xmlns:a16="http://schemas.microsoft.com/office/drawing/2014/main" id="{A5EEF5F9-ABB7-BC71-1D3F-7A73EE64F7F0}"/>
                </a:ext>
              </a:extLst>
            </p:cNvPr>
            <p:cNvGrpSpPr/>
            <p:nvPr/>
          </p:nvGrpSpPr>
          <p:grpSpPr>
            <a:xfrm>
              <a:off x="3914851" y="3470186"/>
              <a:ext cx="580525" cy="578567"/>
              <a:chOff x="5053733" y="4472706"/>
              <a:chExt cx="764498" cy="795862"/>
            </a:xfrm>
          </p:grpSpPr>
          <p:pic>
            <p:nvPicPr>
              <p:cNvPr id="1024" name="Imagen 1023">
                <a:extLst>
                  <a:ext uri="{FF2B5EF4-FFF2-40B4-BE49-F238E27FC236}">
                    <a16:creationId xmlns:a16="http://schemas.microsoft.com/office/drawing/2014/main" id="{89C040D3-5589-E3C8-FBB1-8B57A9F05F40}"/>
                  </a:ext>
                </a:extLst>
              </p:cNvPr>
              <p:cNvPicPr>
                <a:picLocks noChangeAspect="1"/>
              </p:cNvPicPr>
              <p:nvPr/>
            </p:nvPicPr>
            <p:blipFill>
              <a:blip r:embed="rId3"/>
              <a:srcRect l="65685" t="49149" r="23168" b="39246"/>
              <a:stretch/>
            </p:blipFill>
            <p:spPr>
              <a:xfrm>
                <a:off x="5053733" y="4472706"/>
                <a:ext cx="764498" cy="795862"/>
              </a:xfrm>
              <a:prstGeom prst="rect">
                <a:avLst/>
              </a:prstGeom>
            </p:spPr>
          </p:pic>
          <p:pic>
            <p:nvPicPr>
              <p:cNvPr id="1025" name="Imagen 1024">
                <a:extLst>
                  <a:ext uri="{FF2B5EF4-FFF2-40B4-BE49-F238E27FC236}">
                    <a16:creationId xmlns:a16="http://schemas.microsoft.com/office/drawing/2014/main" id="{3DB4AAD2-B1A0-3487-02CA-9C18CB123634}"/>
                  </a:ext>
                </a:extLst>
              </p:cNvPr>
              <p:cNvPicPr>
                <a:picLocks noChangeAspect="1"/>
              </p:cNvPicPr>
              <p:nvPr/>
            </p:nvPicPr>
            <p:blipFill>
              <a:blip r:embed="rId3"/>
              <a:srcRect l="68939" t="57493" r="29532" b="40331"/>
              <a:stretch/>
            </p:blipFill>
            <p:spPr>
              <a:xfrm>
                <a:off x="5383594" y="5038725"/>
                <a:ext cx="128206" cy="149225"/>
              </a:xfrm>
              <a:prstGeom prst="rect">
                <a:avLst/>
              </a:prstGeom>
            </p:spPr>
          </p:pic>
        </p:grpSp>
      </p:grpSp>
    </p:spTree>
    <p:extLst>
      <p:ext uri="{BB962C8B-B14F-4D97-AF65-F5344CB8AC3E}">
        <p14:creationId xmlns:p14="http://schemas.microsoft.com/office/powerpoint/2010/main" val="8377634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7459</TotalTime>
  <Words>5370</Words>
  <Application>Microsoft Macintosh PowerPoint</Application>
  <PresentationFormat>Panorámica</PresentationFormat>
  <Paragraphs>392</Paragraphs>
  <Slides>40</Slides>
  <Notes>32</Notes>
  <HiddenSlides>0</HiddenSlides>
  <MMClips>1</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40</vt:i4>
      </vt:variant>
    </vt:vector>
  </HeadingPairs>
  <TitlesOfParts>
    <vt:vector size="51" baseType="lpstr">
      <vt:lpstr>.AppleSystemUIFont</vt:lpstr>
      <vt:lpstr>.AppleSystemUIFontMonospaced</vt:lpstr>
      <vt:lpstr>Arial Unicode MS</vt:lpstr>
      <vt:lpstr>Aptos</vt:lpstr>
      <vt:lpstr>Aptos Display</vt:lpstr>
      <vt:lpstr>Arial</vt:lpstr>
      <vt:lpstr>Calibri</vt:lpstr>
      <vt:lpstr>Gill Sans</vt:lpstr>
      <vt:lpstr>Helvetica</vt:lpstr>
      <vt:lpstr>Helvetica Neue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PCA to Predict Flight Delay Severity Categories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 Campos</dc:creator>
  <cp:lastModifiedBy>Alex Campos</cp:lastModifiedBy>
  <cp:revision>20</cp:revision>
  <dcterms:created xsi:type="dcterms:W3CDTF">2024-11-20T17:52:48Z</dcterms:created>
  <dcterms:modified xsi:type="dcterms:W3CDTF">2024-11-26T20:31:58Z</dcterms:modified>
</cp:coreProperties>
</file>